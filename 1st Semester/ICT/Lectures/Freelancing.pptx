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51"/>
  </p:notesMasterIdLst>
  <p:handoutMasterIdLst>
    <p:handoutMasterId r:id="rId52"/>
  </p:handoutMasterIdLst>
  <p:sldIdLst>
    <p:sldId id="256" r:id="rId5"/>
    <p:sldId id="3849" r:id="rId6"/>
    <p:sldId id="3846" r:id="rId7"/>
    <p:sldId id="3851" r:id="rId8"/>
    <p:sldId id="3853" r:id="rId9"/>
    <p:sldId id="3844" r:id="rId10"/>
    <p:sldId id="3852" r:id="rId11"/>
    <p:sldId id="3854" r:id="rId12"/>
    <p:sldId id="3855" r:id="rId13"/>
    <p:sldId id="3856" r:id="rId14"/>
    <p:sldId id="3857" r:id="rId15"/>
    <p:sldId id="3859" r:id="rId16"/>
    <p:sldId id="3858" r:id="rId17"/>
    <p:sldId id="3860" r:id="rId18"/>
    <p:sldId id="3850" r:id="rId19"/>
    <p:sldId id="265" r:id="rId20"/>
    <p:sldId id="3861" r:id="rId21"/>
    <p:sldId id="263" r:id="rId22"/>
    <p:sldId id="3862" r:id="rId23"/>
    <p:sldId id="3863" r:id="rId24"/>
    <p:sldId id="3864" r:id="rId25"/>
    <p:sldId id="3865" r:id="rId26"/>
    <p:sldId id="3866" r:id="rId27"/>
    <p:sldId id="3867" r:id="rId28"/>
    <p:sldId id="3868" r:id="rId29"/>
    <p:sldId id="3869" r:id="rId30"/>
    <p:sldId id="3870" r:id="rId31"/>
    <p:sldId id="3872" r:id="rId32"/>
    <p:sldId id="3873" r:id="rId33"/>
    <p:sldId id="3874" r:id="rId34"/>
    <p:sldId id="3876" r:id="rId35"/>
    <p:sldId id="3877" r:id="rId36"/>
    <p:sldId id="3878" r:id="rId37"/>
    <p:sldId id="3871" r:id="rId38"/>
    <p:sldId id="261" r:id="rId39"/>
    <p:sldId id="3879" r:id="rId40"/>
    <p:sldId id="3880" r:id="rId41"/>
    <p:sldId id="3881" r:id="rId42"/>
    <p:sldId id="3882" r:id="rId43"/>
    <p:sldId id="3883" r:id="rId44"/>
    <p:sldId id="3884" r:id="rId45"/>
    <p:sldId id="3885" r:id="rId46"/>
    <p:sldId id="3886" r:id="rId47"/>
    <p:sldId id="3887" r:id="rId48"/>
    <p:sldId id="3888" r:id="rId49"/>
    <p:sldId id="3847" r:id="rId5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72833802-FEF1-4C79-8D5D-14CF1EAF98D9}">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94" autoAdjust="0"/>
  </p:normalViewPr>
  <p:slideViewPr>
    <p:cSldViewPr snapToGrid="0">
      <p:cViewPr varScale="1">
        <p:scale>
          <a:sx n="60" d="100"/>
          <a:sy n="60" d="100"/>
        </p:scale>
        <p:origin x="908" y="48"/>
      </p:cViewPr>
      <p:guideLst/>
    </p:cSldViewPr>
  </p:slideViewPr>
  <p:outlineViewPr>
    <p:cViewPr>
      <p:scale>
        <a:sx n="33" d="100"/>
        <a:sy n="33" d="100"/>
      </p:scale>
      <p:origin x="0" y="-374"/>
    </p:cViewPr>
  </p:outlineViewPr>
  <p:notesTextViewPr>
    <p:cViewPr>
      <p:scale>
        <a:sx n="1" d="1"/>
        <a:sy n="1" d="1"/>
      </p:scale>
      <p:origin x="0" y="0"/>
    </p:cViewPr>
  </p:notesTextViewPr>
  <p:sorterViewPr>
    <p:cViewPr>
      <p:scale>
        <a:sx n="100" d="100"/>
        <a:sy n="100" d="100"/>
      </p:scale>
      <p:origin x="0" y="-1757"/>
    </p:cViewPr>
  </p:sorterViewPr>
  <p:notesViewPr>
    <p:cSldViewPr snapToGrid="0">
      <p:cViewPr>
        <p:scale>
          <a:sx n="1" d="2"/>
          <a:sy n="1" d="2"/>
        </p:scale>
        <p:origin x="3480" y="55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presProps" Target="presProps.xml"/><Relationship Id="rId5" Type="http://schemas.openxmlformats.org/officeDocument/2006/relationships/slide" Target="slides/slide1.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tableStyles" Target="tableStyles.xml"/><Relationship Id="rId8" Type="http://schemas.openxmlformats.org/officeDocument/2006/relationships/slide" Target="slides/slide4.xml"/><Relationship Id="rId51" Type="http://schemas.openxmlformats.org/officeDocument/2006/relationships/notesMaster" Target="notesMasters/notesMaster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microsoft.com/office/2018/10/relationships/authors" Target="authors.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976AB79-C677-3DB7-78CF-9305D586148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13AB137-CEA6-0244-F12B-1ECC21172D0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DC994AA-C437-4EF4-8BEF-0B832D7FA420}" type="datetimeFigureOut">
              <a:rPr lang="en-US" smtClean="0"/>
              <a:t>11/25/2024</a:t>
            </a:fld>
            <a:endParaRPr lang="en-US" dirty="0"/>
          </a:p>
        </p:txBody>
      </p:sp>
      <p:sp>
        <p:nvSpPr>
          <p:cNvPr id="4" name="Footer Placeholder 3">
            <a:extLst>
              <a:ext uri="{FF2B5EF4-FFF2-40B4-BE49-F238E27FC236}">
                <a16:creationId xmlns:a16="http://schemas.microsoft.com/office/drawing/2014/main" id="{0868EC96-C6CC-F2AF-D90F-143F4D20A07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94F8EC8D-EF88-0275-F75C-A789924433B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F757874-EF65-4B61-B062-40C932C81294}" type="slidenum">
              <a:rPr lang="en-US" smtClean="0"/>
              <a:t>‹#›</a:t>
            </a:fld>
            <a:endParaRPr lang="en-US" dirty="0"/>
          </a:p>
        </p:txBody>
      </p:sp>
    </p:spTree>
    <p:extLst>
      <p:ext uri="{BB962C8B-B14F-4D97-AF65-F5344CB8AC3E}">
        <p14:creationId xmlns:p14="http://schemas.microsoft.com/office/powerpoint/2010/main" val="347202786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B20CE03-6C3A-EB4D-A9B1-7EFD38B58412}" type="datetimeFigureOut">
              <a:rPr lang="en-US" smtClean="0"/>
              <a:t>11/25/2024</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B57D50D-BAA9-464B-B391-243138E078D8}" type="slidenum">
              <a:rPr lang="en-US" smtClean="0"/>
              <a:t>‹#›</a:t>
            </a:fld>
            <a:endParaRPr lang="en-US" dirty="0"/>
          </a:p>
        </p:txBody>
      </p:sp>
    </p:spTree>
    <p:extLst>
      <p:ext uri="{BB962C8B-B14F-4D97-AF65-F5344CB8AC3E}">
        <p14:creationId xmlns:p14="http://schemas.microsoft.com/office/powerpoint/2010/main" val="490924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B57D50D-BAA9-464B-B391-243138E078D8}" type="slidenum">
              <a:rPr lang="en-US" smtClean="0"/>
              <a:t>1</a:t>
            </a:fld>
            <a:endParaRPr lang="en-US" dirty="0"/>
          </a:p>
        </p:txBody>
      </p:sp>
    </p:spTree>
    <p:extLst>
      <p:ext uri="{BB962C8B-B14F-4D97-AF65-F5344CB8AC3E}">
        <p14:creationId xmlns:p14="http://schemas.microsoft.com/office/powerpoint/2010/main" val="23882297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B57D50D-BAA9-464B-B391-243138E078D8}" type="slidenum">
              <a:rPr lang="en-US" smtClean="0"/>
              <a:t>2</a:t>
            </a:fld>
            <a:endParaRPr lang="en-US" dirty="0"/>
          </a:p>
        </p:txBody>
      </p:sp>
    </p:spTree>
    <p:extLst>
      <p:ext uri="{BB962C8B-B14F-4D97-AF65-F5344CB8AC3E}">
        <p14:creationId xmlns:p14="http://schemas.microsoft.com/office/powerpoint/2010/main" val="195191978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40C6A29-4676-420C-BBE3-ACC2B80F64D4}" type="slidenum">
              <a:rPr lang="en-US" smtClean="0"/>
              <a:t>3</a:t>
            </a:fld>
            <a:endParaRPr lang="en-US" dirty="0"/>
          </a:p>
        </p:txBody>
      </p:sp>
    </p:spTree>
    <p:extLst>
      <p:ext uri="{BB962C8B-B14F-4D97-AF65-F5344CB8AC3E}">
        <p14:creationId xmlns:p14="http://schemas.microsoft.com/office/powerpoint/2010/main" val="24397097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B57D50D-BAA9-464B-B391-243138E078D8}" type="slidenum">
              <a:rPr lang="en-US" smtClean="0"/>
              <a:t>4</a:t>
            </a:fld>
            <a:endParaRPr lang="en-US" dirty="0"/>
          </a:p>
        </p:txBody>
      </p:sp>
    </p:spTree>
    <p:extLst>
      <p:ext uri="{BB962C8B-B14F-4D97-AF65-F5344CB8AC3E}">
        <p14:creationId xmlns:p14="http://schemas.microsoft.com/office/powerpoint/2010/main" val="9229492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CBCE49-8A1D-8B6A-B614-E0F2F89DA12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4DB043-1ABD-2C10-EDBB-95AB840B787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CCBB0C-B8C8-23E2-8E31-5832C7DF243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D422FDF-9699-9CF8-F960-5653F54BAF3F}"/>
              </a:ext>
            </a:extLst>
          </p:cNvPr>
          <p:cNvSpPr>
            <a:spLocks noGrp="1"/>
          </p:cNvSpPr>
          <p:nvPr>
            <p:ph type="sldNum" sz="quarter" idx="5"/>
          </p:nvPr>
        </p:nvSpPr>
        <p:spPr/>
        <p:txBody>
          <a:bodyPr/>
          <a:lstStyle/>
          <a:p>
            <a:fld id="{8B57D50D-BAA9-464B-B391-243138E078D8}" type="slidenum">
              <a:rPr lang="en-US" smtClean="0"/>
              <a:t>5</a:t>
            </a:fld>
            <a:endParaRPr lang="en-US" dirty="0"/>
          </a:p>
        </p:txBody>
      </p:sp>
    </p:spTree>
    <p:extLst>
      <p:ext uri="{BB962C8B-B14F-4D97-AF65-F5344CB8AC3E}">
        <p14:creationId xmlns:p14="http://schemas.microsoft.com/office/powerpoint/2010/main" val="7639437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B57D50D-BAA9-464B-B391-243138E078D8}" type="slidenum">
              <a:rPr lang="en-US" smtClean="0"/>
              <a:t>6</a:t>
            </a:fld>
            <a:endParaRPr lang="en-US" dirty="0"/>
          </a:p>
        </p:txBody>
      </p:sp>
    </p:spTree>
    <p:extLst>
      <p:ext uri="{BB962C8B-B14F-4D97-AF65-F5344CB8AC3E}">
        <p14:creationId xmlns:p14="http://schemas.microsoft.com/office/powerpoint/2010/main" val="5075620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C868F3-6CA0-FDEA-72AD-21BE25CC12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1D57AB-F62C-3F22-09BB-6AB0894A58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9B7173-A5EF-263D-1C08-EC3640ABE54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BC24C97-83A3-C1FB-AA42-DEAF7C4C7510}"/>
              </a:ext>
            </a:extLst>
          </p:cNvPr>
          <p:cNvSpPr>
            <a:spLocks noGrp="1"/>
          </p:cNvSpPr>
          <p:nvPr>
            <p:ph type="sldNum" sz="quarter" idx="5"/>
          </p:nvPr>
        </p:nvSpPr>
        <p:spPr/>
        <p:txBody>
          <a:bodyPr/>
          <a:lstStyle/>
          <a:p>
            <a:fld id="{8B57D50D-BAA9-464B-B391-243138E078D8}" type="slidenum">
              <a:rPr lang="en-US" smtClean="0"/>
              <a:t>7</a:t>
            </a:fld>
            <a:endParaRPr lang="en-US" dirty="0"/>
          </a:p>
        </p:txBody>
      </p:sp>
    </p:spTree>
    <p:extLst>
      <p:ext uri="{BB962C8B-B14F-4D97-AF65-F5344CB8AC3E}">
        <p14:creationId xmlns:p14="http://schemas.microsoft.com/office/powerpoint/2010/main" val="326282296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2A300D-07F4-6835-B4CC-84C5D28F33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C81FC8-32F8-05B9-11E5-F2E230366DA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4055DB-C88F-8DFF-3524-7A0EB91C943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2A48D3C-FB34-6C22-3758-59ED2DD1EED3}"/>
              </a:ext>
            </a:extLst>
          </p:cNvPr>
          <p:cNvSpPr>
            <a:spLocks noGrp="1"/>
          </p:cNvSpPr>
          <p:nvPr>
            <p:ph type="sldNum" sz="quarter" idx="5"/>
          </p:nvPr>
        </p:nvSpPr>
        <p:spPr/>
        <p:txBody>
          <a:bodyPr/>
          <a:lstStyle/>
          <a:p>
            <a:fld id="{8B57D50D-BAA9-464B-B391-243138E078D8}" type="slidenum">
              <a:rPr lang="en-US" smtClean="0"/>
              <a:t>8</a:t>
            </a:fld>
            <a:endParaRPr lang="en-US" dirty="0"/>
          </a:p>
        </p:txBody>
      </p:sp>
    </p:spTree>
    <p:extLst>
      <p:ext uri="{BB962C8B-B14F-4D97-AF65-F5344CB8AC3E}">
        <p14:creationId xmlns:p14="http://schemas.microsoft.com/office/powerpoint/2010/main" val="421509037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14DA9F-3312-9D1B-3419-16C6FE1C37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181E62-318E-4D39-39BF-0D9C3AEBCE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040A79-9E5D-7331-04FE-30B1595A71A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059A42E-45EB-23A5-4983-06BDD59E3031}"/>
              </a:ext>
            </a:extLst>
          </p:cNvPr>
          <p:cNvSpPr>
            <a:spLocks noGrp="1"/>
          </p:cNvSpPr>
          <p:nvPr>
            <p:ph type="sldNum" sz="quarter" idx="5"/>
          </p:nvPr>
        </p:nvSpPr>
        <p:spPr/>
        <p:txBody>
          <a:bodyPr/>
          <a:lstStyle/>
          <a:p>
            <a:fld id="{8B57D50D-BAA9-464B-B391-243138E078D8}" type="slidenum">
              <a:rPr lang="en-US" smtClean="0"/>
              <a:t>9</a:t>
            </a:fld>
            <a:endParaRPr lang="en-US" dirty="0"/>
          </a:p>
        </p:txBody>
      </p:sp>
    </p:spTree>
    <p:extLst>
      <p:ext uri="{BB962C8B-B14F-4D97-AF65-F5344CB8AC3E}">
        <p14:creationId xmlns:p14="http://schemas.microsoft.com/office/powerpoint/2010/main" val="97187108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2BBADA-2B9F-E5F5-F861-ED8B67AF16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CA06EE-6360-358B-CF5E-7D68E55A40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A4B903-C197-2B64-3292-32FFE09D3CF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211C959-F4F3-2E13-5E5C-989ADC6293FB}"/>
              </a:ext>
            </a:extLst>
          </p:cNvPr>
          <p:cNvSpPr>
            <a:spLocks noGrp="1"/>
          </p:cNvSpPr>
          <p:nvPr>
            <p:ph type="sldNum" sz="quarter" idx="5"/>
          </p:nvPr>
        </p:nvSpPr>
        <p:spPr/>
        <p:txBody>
          <a:bodyPr/>
          <a:lstStyle/>
          <a:p>
            <a:fld id="{8B57D50D-BAA9-464B-B391-243138E078D8}" type="slidenum">
              <a:rPr lang="en-US" smtClean="0"/>
              <a:t>10</a:t>
            </a:fld>
            <a:endParaRPr lang="en-US" dirty="0"/>
          </a:p>
        </p:txBody>
      </p:sp>
    </p:spTree>
    <p:extLst>
      <p:ext uri="{BB962C8B-B14F-4D97-AF65-F5344CB8AC3E}">
        <p14:creationId xmlns:p14="http://schemas.microsoft.com/office/powerpoint/2010/main" val="340075091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98FCCE-8A11-705B-1BBC-845A64C579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8202E7-0CD9-79F1-A203-16C1EFA3D03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29D813-8E6A-47B9-8B85-B414B274539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49A5965-71F7-8F38-8A28-563E2A17E334}"/>
              </a:ext>
            </a:extLst>
          </p:cNvPr>
          <p:cNvSpPr>
            <a:spLocks noGrp="1"/>
          </p:cNvSpPr>
          <p:nvPr>
            <p:ph type="sldNum" sz="quarter" idx="5"/>
          </p:nvPr>
        </p:nvSpPr>
        <p:spPr/>
        <p:txBody>
          <a:bodyPr/>
          <a:lstStyle/>
          <a:p>
            <a:fld id="{8B57D50D-BAA9-464B-B391-243138E078D8}" type="slidenum">
              <a:rPr lang="en-US" smtClean="0"/>
              <a:t>11</a:t>
            </a:fld>
            <a:endParaRPr lang="en-US" dirty="0"/>
          </a:p>
        </p:txBody>
      </p:sp>
    </p:spTree>
    <p:extLst>
      <p:ext uri="{BB962C8B-B14F-4D97-AF65-F5344CB8AC3E}">
        <p14:creationId xmlns:p14="http://schemas.microsoft.com/office/powerpoint/2010/main" val="203937388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3F38D7-152A-5F3E-9D18-1AECCA7663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54215F-91E9-B8B3-7BAE-7067B1FB916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2FC1C21-23F1-B08F-24E9-074F00FB155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0C89568-5F16-3C38-532E-31A8908A42FD}"/>
              </a:ext>
            </a:extLst>
          </p:cNvPr>
          <p:cNvSpPr>
            <a:spLocks noGrp="1"/>
          </p:cNvSpPr>
          <p:nvPr>
            <p:ph type="sldNum" sz="quarter" idx="5"/>
          </p:nvPr>
        </p:nvSpPr>
        <p:spPr/>
        <p:txBody>
          <a:bodyPr/>
          <a:lstStyle/>
          <a:p>
            <a:fld id="{8B57D50D-BAA9-464B-B391-243138E078D8}" type="slidenum">
              <a:rPr lang="en-US" smtClean="0"/>
              <a:t>12</a:t>
            </a:fld>
            <a:endParaRPr lang="en-US" dirty="0"/>
          </a:p>
        </p:txBody>
      </p:sp>
    </p:spTree>
    <p:extLst>
      <p:ext uri="{BB962C8B-B14F-4D97-AF65-F5344CB8AC3E}">
        <p14:creationId xmlns:p14="http://schemas.microsoft.com/office/powerpoint/2010/main" val="153056941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6B7506-2586-C9E1-9450-3454EFD81A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ABB208-83FF-FEC2-C17A-C5C96D78DE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F0D0E6-8C72-1056-059F-B755A61F325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AE16FF6-F3BC-D7CB-A79F-1EDCFB9D2921}"/>
              </a:ext>
            </a:extLst>
          </p:cNvPr>
          <p:cNvSpPr>
            <a:spLocks noGrp="1"/>
          </p:cNvSpPr>
          <p:nvPr>
            <p:ph type="sldNum" sz="quarter" idx="5"/>
          </p:nvPr>
        </p:nvSpPr>
        <p:spPr/>
        <p:txBody>
          <a:bodyPr/>
          <a:lstStyle/>
          <a:p>
            <a:fld id="{8B57D50D-BAA9-464B-B391-243138E078D8}" type="slidenum">
              <a:rPr lang="en-US" smtClean="0"/>
              <a:t>13</a:t>
            </a:fld>
            <a:endParaRPr lang="en-US" dirty="0"/>
          </a:p>
        </p:txBody>
      </p:sp>
    </p:spTree>
    <p:extLst>
      <p:ext uri="{BB962C8B-B14F-4D97-AF65-F5344CB8AC3E}">
        <p14:creationId xmlns:p14="http://schemas.microsoft.com/office/powerpoint/2010/main" val="90681316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3725EA-4179-3474-1931-0313A3E972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055BB4-45C3-2B45-59D3-5E0BD8CA76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2F859C-7E6A-F081-E7F4-F5BEF029A55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0092DA2-F106-E4FA-02F6-D00C01401CDB}"/>
              </a:ext>
            </a:extLst>
          </p:cNvPr>
          <p:cNvSpPr>
            <a:spLocks noGrp="1"/>
          </p:cNvSpPr>
          <p:nvPr>
            <p:ph type="sldNum" sz="quarter" idx="5"/>
          </p:nvPr>
        </p:nvSpPr>
        <p:spPr/>
        <p:txBody>
          <a:bodyPr/>
          <a:lstStyle/>
          <a:p>
            <a:fld id="{8B57D50D-BAA9-464B-B391-243138E078D8}" type="slidenum">
              <a:rPr lang="en-US" smtClean="0"/>
              <a:t>14</a:t>
            </a:fld>
            <a:endParaRPr lang="en-US" dirty="0"/>
          </a:p>
        </p:txBody>
      </p:sp>
    </p:spTree>
    <p:extLst>
      <p:ext uri="{BB962C8B-B14F-4D97-AF65-F5344CB8AC3E}">
        <p14:creationId xmlns:p14="http://schemas.microsoft.com/office/powerpoint/2010/main" val="302877170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B57D50D-BAA9-464B-B391-243138E078D8}" type="slidenum">
              <a:rPr lang="en-US" smtClean="0"/>
              <a:t>15</a:t>
            </a:fld>
            <a:endParaRPr lang="en-US" dirty="0"/>
          </a:p>
        </p:txBody>
      </p:sp>
    </p:spTree>
    <p:extLst>
      <p:ext uri="{BB962C8B-B14F-4D97-AF65-F5344CB8AC3E}">
        <p14:creationId xmlns:p14="http://schemas.microsoft.com/office/powerpoint/2010/main" val="352253832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B57D50D-BAA9-464B-B391-243138E078D8}" type="slidenum">
              <a:rPr lang="en-US" smtClean="0"/>
              <a:t>16</a:t>
            </a:fld>
            <a:endParaRPr lang="en-US" dirty="0"/>
          </a:p>
        </p:txBody>
      </p:sp>
    </p:spTree>
    <p:extLst>
      <p:ext uri="{BB962C8B-B14F-4D97-AF65-F5344CB8AC3E}">
        <p14:creationId xmlns:p14="http://schemas.microsoft.com/office/powerpoint/2010/main" val="172110985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9C33D9-DC20-279D-A3F5-3BB8B74671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5F8EC1-5487-95C1-60C1-A8002BC654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66ABF7-566E-D7A3-C14E-84884D8BF8C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285D937-FF13-0FE3-9E3F-C2AF5E890689}"/>
              </a:ext>
            </a:extLst>
          </p:cNvPr>
          <p:cNvSpPr>
            <a:spLocks noGrp="1"/>
          </p:cNvSpPr>
          <p:nvPr>
            <p:ph type="sldNum" sz="quarter" idx="5"/>
          </p:nvPr>
        </p:nvSpPr>
        <p:spPr/>
        <p:txBody>
          <a:bodyPr/>
          <a:lstStyle/>
          <a:p>
            <a:fld id="{8B57D50D-BAA9-464B-B391-243138E078D8}" type="slidenum">
              <a:rPr lang="en-US" smtClean="0"/>
              <a:t>17</a:t>
            </a:fld>
            <a:endParaRPr lang="en-US" dirty="0"/>
          </a:p>
        </p:txBody>
      </p:sp>
    </p:spTree>
    <p:extLst>
      <p:ext uri="{BB962C8B-B14F-4D97-AF65-F5344CB8AC3E}">
        <p14:creationId xmlns:p14="http://schemas.microsoft.com/office/powerpoint/2010/main" val="149958405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B57D50D-BAA9-464B-B391-243138E078D8}" type="slidenum">
              <a:rPr lang="en-US" smtClean="0"/>
              <a:t>18</a:t>
            </a:fld>
            <a:endParaRPr lang="en-US" dirty="0"/>
          </a:p>
        </p:txBody>
      </p:sp>
    </p:spTree>
    <p:extLst>
      <p:ext uri="{BB962C8B-B14F-4D97-AF65-F5344CB8AC3E}">
        <p14:creationId xmlns:p14="http://schemas.microsoft.com/office/powerpoint/2010/main" val="254002817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4BA0D5-EB6B-9BD1-AD6D-57923EF30C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9CEC91-30D8-47B5-BA2C-1D63381F77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FE7F071-4004-E41E-73B6-729B3E5DD4C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6407313-70BB-65EB-8381-E39D4A363E1F}"/>
              </a:ext>
            </a:extLst>
          </p:cNvPr>
          <p:cNvSpPr>
            <a:spLocks noGrp="1"/>
          </p:cNvSpPr>
          <p:nvPr>
            <p:ph type="sldNum" sz="quarter" idx="5"/>
          </p:nvPr>
        </p:nvSpPr>
        <p:spPr/>
        <p:txBody>
          <a:bodyPr/>
          <a:lstStyle/>
          <a:p>
            <a:fld id="{8B57D50D-BAA9-464B-B391-243138E078D8}" type="slidenum">
              <a:rPr lang="en-US" smtClean="0"/>
              <a:t>19</a:t>
            </a:fld>
            <a:endParaRPr lang="en-US" dirty="0"/>
          </a:p>
        </p:txBody>
      </p:sp>
    </p:spTree>
    <p:extLst>
      <p:ext uri="{BB962C8B-B14F-4D97-AF65-F5344CB8AC3E}">
        <p14:creationId xmlns:p14="http://schemas.microsoft.com/office/powerpoint/2010/main" val="413633042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B86A62-434E-D52F-1B17-2E416C9509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52C7AE-E123-EB3C-5F85-B2DEFE63073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702E046-0913-E948-BC5C-F739A9B2160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921BCF6-D5BA-1F3B-9D71-CD41E8FD26D4}"/>
              </a:ext>
            </a:extLst>
          </p:cNvPr>
          <p:cNvSpPr>
            <a:spLocks noGrp="1"/>
          </p:cNvSpPr>
          <p:nvPr>
            <p:ph type="sldNum" sz="quarter" idx="5"/>
          </p:nvPr>
        </p:nvSpPr>
        <p:spPr/>
        <p:txBody>
          <a:bodyPr/>
          <a:lstStyle/>
          <a:p>
            <a:fld id="{8B57D50D-BAA9-464B-B391-243138E078D8}" type="slidenum">
              <a:rPr lang="en-US" smtClean="0"/>
              <a:t>20</a:t>
            </a:fld>
            <a:endParaRPr lang="en-US" dirty="0"/>
          </a:p>
        </p:txBody>
      </p:sp>
    </p:spTree>
    <p:extLst>
      <p:ext uri="{BB962C8B-B14F-4D97-AF65-F5344CB8AC3E}">
        <p14:creationId xmlns:p14="http://schemas.microsoft.com/office/powerpoint/2010/main" val="122169683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67CF13-C164-5C64-28B7-19F683683D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BCD9B5-734D-19D3-36D9-07BC1856712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D529B0B-709D-BC66-0905-7E373455C95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D596612-92B8-5CA8-58AD-C2A523A5DCC2}"/>
              </a:ext>
            </a:extLst>
          </p:cNvPr>
          <p:cNvSpPr>
            <a:spLocks noGrp="1"/>
          </p:cNvSpPr>
          <p:nvPr>
            <p:ph type="sldNum" sz="quarter" idx="5"/>
          </p:nvPr>
        </p:nvSpPr>
        <p:spPr/>
        <p:txBody>
          <a:bodyPr/>
          <a:lstStyle/>
          <a:p>
            <a:fld id="{8B57D50D-BAA9-464B-B391-243138E078D8}" type="slidenum">
              <a:rPr lang="en-US" smtClean="0"/>
              <a:t>21</a:t>
            </a:fld>
            <a:endParaRPr lang="en-US" dirty="0"/>
          </a:p>
        </p:txBody>
      </p:sp>
    </p:spTree>
    <p:extLst>
      <p:ext uri="{BB962C8B-B14F-4D97-AF65-F5344CB8AC3E}">
        <p14:creationId xmlns:p14="http://schemas.microsoft.com/office/powerpoint/2010/main" val="94208478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C8B18F-E7E6-CBD6-D160-BDD131156A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BFE4F0-2BAD-3932-76D7-2CB84B1F646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CF89CD2-1E78-CD53-399A-E0EFE6DFC21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96CA48C-A77B-B916-4F91-AE1E4632CF8F}"/>
              </a:ext>
            </a:extLst>
          </p:cNvPr>
          <p:cNvSpPr>
            <a:spLocks noGrp="1"/>
          </p:cNvSpPr>
          <p:nvPr>
            <p:ph type="sldNum" sz="quarter" idx="5"/>
          </p:nvPr>
        </p:nvSpPr>
        <p:spPr/>
        <p:txBody>
          <a:bodyPr/>
          <a:lstStyle/>
          <a:p>
            <a:fld id="{8B57D50D-BAA9-464B-B391-243138E078D8}" type="slidenum">
              <a:rPr lang="en-US" smtClean="0"/>
              <a:t>22</a:t>
            </a:fld>
            <a:endParaRPr lang="en-US" dirty="0"/>
          </a:p>
        </p:txBody>
      </p:sp>
    </p:spTree>
    <p:extLst>
      <p:ext uri="{BB962C8B-B14F-4D97-AF65-F5344CB8AC3E}">
        <p14:creationId xmlns:p14="http://schemas.microsoft.com/office/powerpoint/2010/main" val="78662755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43FFDE-40FF-D329-3372-6AB97650E9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0BFBF1-4BB5-945B-1003-6CCC9D318DF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37CDF6A-EED1-E35C-D769-63396BB5E94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E5CF2D9-2641-A649-17C9-378E873444CC}"/>
              </a:ext>
            </a:extLst>
          </p:cNvPr>
          <p:cNvSpPr>
            <a:spLocks noGrp="1"/>
          </p:cNvSpPr>
          <p:nvPr>
            <p:ph type="sldNum" sz="quarter" idx="5"/>
          </p:nvPr>
        </p:nvSpPr>
        <p:spPr/>
        <p:txBody>
          <a:bodyPr/>
          <a:lstStyle/>
          <a:p>
            <a:fld id="{8B57D50D-BAA9-464B-B391-243138E078D8}" type="slidenum">
              <a:rPr lang="en-US" smtClean="0"/>
              <a:t>23</a:t>
            </a:fld>
            <a:endParaRPr lang="en-US" dirty="0"/>
          </a:p>
        </p:txBody>
      </p:sp>
    </p:spTree>
    <p:extLst>
      <p:ext uri="{BB962C8B-B14F-4D97-AF65-F5344CB8AC3E}">
        <p14:creationId xmlns:p14="http://schemas.microsoft.com/office/powerpoint/2010/main" val="391229625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65DE20-D82F-5A3E-687B-8C8A06F073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59C79C-130E-489C-B597-3321642ABB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C6BEC7-9809-673E-F560-A3A6AA3A470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FEFF6A1-9322-0433-F7E5-A3AC01A09266}"/>
              </a:ext>
            </a:extLst>
          </p:cNvPr>
          <p:cNvSpPr>
            <a:spLocks noGrp="1"/>
          </p:cNvSpPr>
          <p:nvPr>
            <p:ph type="sldNum" sz="quarter" idx="5"/>
          </p:nvPr>
        </p:nvSpPr>
        <p:spPr/>
        <p:txBody>
          <a:bodyPr/>
          <a:lstStyle/>
          <a:p>
            <a:fld id="{8B57D50D-BAA9-464B-B391-243138E078D8}" type="slidenum">
              <a:rPr lang="en-US" smtClean="0"/>
              <a:t>24</a:t>
            </a:fld>
            <a:endParaRPr lang="en-US" dirty="0"/>
          </a:p>
        </p:txBody>
      </p:sp>
    </p:spTree>
    <p:extLst>
      <p:ext uri="{BB962C8B-B14F-4D97-AF65-F5344CB8AC3E}">
        <p14:creationId xmlns:p14="http://schemas.microsoft.com/office/powerpoint/2010/main" val="218111672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A7D1D1-C452-7193-8C1D-7D24850300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3AC1FA-A58E-0751-F212-E18EF0B72D5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664A69A-E074-CDFE-EE32-AC6B31F3C93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DE198A1-C9FD-1E81-7B1B-014CF245609C}"/>
              </a:ext>
            </a:extLst>
          </p:cNvPr>
          <p:cNvSpPr>
            <a:spLocks noGrp="1"/>
          </p:cNvSpPr>
          <p:nvPr>
            <p:ph type="sldNum" sz="quarter" idx="5"/>
          </p:nvPr>
        </p:nvSpPr>
        <p:spPr/>
        <p:txBody>
          <a:bodyPr/>
          <a:lstStyle/>
          <a:p>
            <a:fld id="{8B57D50D-BAA9-464B-B391-243138E078D8}" type="slidenum">
              <a:rPr lang="en-US" smtClean="0"/>
              <a:t>25</a:t>
            </a:fld>
            <a:endParaRPr lang="en-US" dirty="0"/>
          </a:p>
        </p:txBody>
      </p:sp>
    </p:spTree>
    <p:extLst>
      <p:ext uri="{BB962C8B-B14F-4D97-AF65-F5344CB8AC3E}">
        <p14:creationId xmlns:p14="http://schemas.microsoft.com/office/powerpoint/2010/main" val="14104494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1C2CFD-6E18-A858-FE83-42D554CC17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73F0DE-187A-AD00-3FCC-891DC5344CA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4DCC647-33EA-360A-2995-6BF61954692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6F8AB9B-962E-C58E-CC62-6D72AB903926}"/>
              </a:ext>
            </a:extLst>
          </p:cNvPr>
          <p:cNvSpPr>
            <a:spLocks noGrp="1"/>
          </p:cNvSpPr>
          <p:nvPr>
            <p:ph type="sldNum" sz="quarter" idx="5"/>
          </p:nvPr>
        </p:nvSpPr>
        <p:spPr/>
        <p:txBody>
          <a:bodyPr/>
          <a:lstStyle/>
          <a:p>
            <a:fld id="{8B57D50D-BAA9-464B-B391-243138E078D8}" type="slidenum">
              <a:rPr lang="en-US" smtClean="0"/>
              <a:t>26</a:t>
            </a:fld>
            <a:endParaRPr lang="en-US" dirty="0"/>
          </a:p>
        </p:txBody>
      </p:sp>
    </p:spTree>
    <p:extLst>
      <p:ext uri="{BB962C8B-B14F-4D97-AF65-F5344CB8AC3E}">
        <p14:creationId xmlns:p14="http://schemas.microsoft.com/office/powerpoint/2010/main" val="374445892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72F284-EBAA-7002-F83C-5E0ED64B01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388141-2CDB-763E-36FD-3984E5F59D7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29378C8-B31F-36D5-3286-40C5FA4D232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3DED02A-FABE-8147-6430-5F61F8D3F1BF}"/>
              </a:ext>
            </a:extLst>
          </p:cNvPr>
          <p:cNvSpPr>
            <a:spLocks noGrp="1"/>
          </p:cNvSpPr>
          <p:nvPr>
            <p:ph type="sldNum" sz="quarter" idx="5"/>
          </p:nvPr>
        </p:nvSpPr>
        <p:spPr/>
        <p:txBody>
          <a:bodyPr/>
          <a:lstStyle/>
          <a:p>
            <a:fld id="{8B57D50D-BAA9-464B-B391-243138E078D8}" type="slidenum">
              <a:rPr lang="en-US" smtClean="0"/>
              <a:t>27</a:t>
            </a:fld>
            <a:endParaRPr lang="en-US" dirty="0"/>
          </a:p>
        </p:txBody>
      </p:sp>
    </p:spTree>
    <p:extLst>
      <p:ext uri="{BB962C8B-B14F-4D97-AF65-F5344CB8AC3E}">
        <p14:creationId xmlns:p14="http://schemas.microsoft.com/office/powerpoint/2010/main" val="19376784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2B55B2-0961-97B6-D024-9088118917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9E6019-949A-1B8B-9A79-182BC7DC9F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3A4E091-DD74-BEED-E37E-2CB6E7060E7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D5B74CE-AE96-B62A-9295-8E72B8943755}"/>
              </a:ext>
            </a:extLst>
          </p:cNvPr>
          <p:cNvSpPr>
            <a:spLocks noGrp="1"/>
          </p:cNvSpPr>
          <p:nvPr>
            <p:ph type="sldNum" sz="quarter" idx="5"/>
          </p:nvPr>
        </p:nvSpPr>
        <p:spPr/>
        <p:txBody>
          <a:bodyPr/>
          <a:lstStyle/>
          <a:p>
            <a:fld id="{8B57D50D-BAA9-464B-B391-243138E078D8}" type="slidenum">
              <a:rPr lang="en-US" smtClean="0"/>
              <a:t>28</a:t>
            </a:fld>
            <a:endParaRPr lang="en-US" dirty="0"/>
          </a:p>
        </p:txBody>
      </p:sp>
    </p:spTree>
    <p:extLst>
      <p:ext uri="{BB962C8B-B14F-4D97-AF65-F5344CB8AC3E}">
        <p14:creationId xmlns:p14="http://schemas.microsoft.com/office/powerpoint/2010/main" val="349553992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4BF17E-92E0-2106-7E38-BFC2AAB38BD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61ECE6-BEA3-7187-08F3-5AB815025A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F5DB00A-3EE5-5EED-67CC-882A5F02BD6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F1A38D7-F7F0-7257-CFBF-28EFEA5E6E1B}"/>
              </a:ext>
            </a:extLst>
          </p:cNvPr>
          <p:cNvSpPr>
            <a:spLocks noGrp="1"/>
          </p:cNvSpPr>
          <p:nvPr>
            <p:ph type="sldNum" sz="quarter" idx="5"/>
          </p:nvPr>
        </p:nvSpPr>
        <p:spPr/>
        <p:txBody>
          <a:bodyPr/>
          <a:lstStyle/>
          <a:p>
            <a:fld id="{8B57D50D-BAA9-464B-B391-243138E078D8}" type="slidenum">
              <a:rPr lang="en-US" smtClean="0"/>
              <a:t>29</a:t>
            </a:fld>
            <a:endParaRPr lang="en-US" dirty="0"/>
          </a:p>
        </p:txBody>
      </p:sp>
    </p:spTree>
    <p:extLst>
      <p:ext uri="{BB962C8B-B14F-4D97-AF65-F5344CB8AC3E}">
        <p14:creationId xmlns:p14="http://schemas.microsoft.com/office/powerpoint/2010/main" val="421349213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7D13C9-3A37-4694-D43E-8CD8D3751A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7ECF3D-55FC-4784-224F-A71171EF706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46488DB-1B9A-C352-DCEE-CCAB14B183A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A24B5A8-654B-0D16-2626-1A93A8EC25BC}"/>
              </a:ext>
            </a:extLst>
          </p:cNvPr>
          <p:cNvSpPr>
            <a:spLocks noGrp="1"/>
          </p:cNvSpPr>
          <p:nvPr>
            <p:ph type="sldNum" sz="quarter" idx="5"/>
          </p:nvPr>
        </p:nvSpPr>
        <p:spPr/>
        <p:txBody>
          <a:bodyPr/>
          <a:lstStyle/>
          <a:p>
            <a:fld id="{8B57D50D-BAA9-464B-B391-243138E078D8}" type="slidenum">
              <a:rPr lang="en-US" smtClean="0"/>
              <a:t>30</a:t>
            </a:fld>
            <a:endParaRPr lang="en-US" dirty="0"/>
          </a:p>
        </p:txBody>
      </p:sp>
    </p:spTree>
    <p:extLst>
      <p:ext uri="{BB962C8B-B14F-4D97-AF65-F5344CB8AC3E}">
        <p14:creationId xmlns:p14="http://schemas.microsoft.com/office/powerpoint/2010/main" val="92579120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7B16E6-D747-6CA3-7FFD-2AE2DBA6D9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4892E4-C186-CAA3-D4E1-0353D5FB230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9E75D1E-7370-2957-FFF0-3E6C2829765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0EEC2F5-E8F6-2D22-2678-2971D10C6FD7}"/>
              </a:ext>
            </a:extLst>
          </p:cNvPr>
          <p:cNvSpPr>
            <a:spLocks noGrp="1"/>
          </p:cNvSpPr>
          <p:nvPr>
            <p:ph type="sldNum" sz="quarter" idx="5"/>
          </p:nvPr>
        </p:nvSpPr>
        <p:spPr/>
        <p:txBody>
          <a:bodyPr/>
          <a:lstStyle/>
          <a:p>
            <a:fld id="{8B57D50D-BAA9-464B-B391-243138E078D8}" type="slidenum">
              <a:rPr lang="en-US" smtClean="0"/>
              <a:t>31</a:t>
            </a:fld>
            <a:endParaRPr lang="en-US" dirty="0"/>
          </a:p>
        </p:txBody>
      </p:sp>
    </p:spTree>
    <p:extLst>
      <p:ext uri="{BB962C8B-B14F-4D97-AF65-F5344CB8AC3E}">
        <p14:creationId xmlns:p14="http://schemas.microsoft.com/office/powerpoint/2010/main" val="354149802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FE99EA-71C0-B358-CC14-8B759BD74A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33F096-D259-29D0-0EC3-ACAE6BDC266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43DA8CC-99B4-1FAE-F011-0495DAFBCC0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97F23A0-27A3-B80C-7D43-CFB3D5A0C136}"/>
              </a:ext>
            </a:extLst>
          </p:cNvPr>
          <p:cNvSpPr>
            <a:spLocks noGrp="1"/>
          </p:cNvSpPr>
          <p:nvPr>
            <p:ph type="sldNum" sz="quarter" idx="5"/>
          </p:nvPr>
        </p:nvSpPr>
        <p:spPr/>
        <p:txBody>
          <a:bodyPr/>
          <a:lstStyle/>
          <a:p>
            <a:fld id="{8B57D50D-BAA9-464B-B391-243138E078D8}" type="slidenum">
              <a:rPr lang="en-US" smtClean="0"/>
              <a:t>32</a:t>
            </a:fld>
            <a:endParaRPr lang="en-US" dirty="0"/>
          </a:p>
        </p:txBody>
      </p:sp>
    </p:spTree>
    <p:extLst>
      <p:ext uri="{BB962C8B-B14F-4D97-AF65-F5344CB8AC3E}">
        <p14:creationId xmlns:p14="http://schemas.microsoft.com/office/powerpoint/2010/main" val="10317536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13E80A-0127-E680-0A5C-1287287408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AA7A70-8916-1B2E-7F3A-A7894ABDAC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50C7A6F-54D6-E2B4-2685-2335F579303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C7CE70A-16C8-C7D6-A851-6B00A7186ADC}"/>
              </a:ext>
            </a:extLst>
          </p:cNvPr>
          <p:cNvSpPr>
            <a:spLocks noGrp="1"/>
          </p:cNvSpPr>
          <p:nvPr>
            <p:ph type="sldNum" sz="quarter" idx="5"/>
          </p:nvPr>
        </p:nvSpPr>
        <p:spPr/>
        <p:txBody>
          <a:bodyPr/>
          <a:lstStyle/>
          <a:p>
            <a:fld id="{8B57D50D-BAA9-464B-B391-243138E078D8}" type="slidenum">
              <a:rPr lang="en-US" smtClean="0"/>
              <a:t>33</a:t>
            </a:fld>
            <a:endParaRPr lang="en-US" dirty="0"/>
          </a:p>
        </p:txBody>
      </p:sp>
    </p:spTree>
    <p:extLst>
      <p:ext uri="{BB962C8B-B14F-4D97-AF65-F5344CB8AC3E}">
        <p14:creationId xmlns:p14="http://schemas.microsoft.com/office/powerpoint/2010/main" val="78149723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B57D50D-BAA9-464B-B391-243138E078D8}" type="slidenum">
              <a:rPr lang="en-US" smtClean="0"/>
              <a:t>35</a:t>
            </a:fld>
            <a:endParaRPr lang="en-US" dirty="0"/>
          </a:p>
        </p:txBody>
      </p:sp>
    </p:spTree>
    <p:extLst>
      <p:ext uri="{BB962C8B-B14F-4D97-AF65-F5344CB8AC3E}">
        <p14:creationId xmlns:p14="http://schemas.microsoft.com/office/powerpoint/2010/main" val="20284026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072E8D-D1B6-F4CD-677A-EFA24B1842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5817A4-62F1-FA47-8E15-2658847A84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7400864-71AB-6B3C-5A2F-78A90E20616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14CFE4B-80E6-7AD5-9E13-1795CDEF38AB}"/>
              </a:ext>
            </a:extLst>
          </p:cNvPr>
          <p:cNvSpPr>
            <a:spLocks noGrp="1"/>
          </p:cNvSpPr>
          <p:nvPr>
            <p:ph type="sldNum" sz="quarter" idx="5"/>
          </p:nvPr>
        </p:nvSpPr>
        <p:spPr/>
        <p:txBody>
          <a:bodyPr/>
          <a:lstStyle/>
          <a:p>
            <a:fld id="{8B57D50D-BAA9-464B-B391-243138E078D8}" type="slidenum">
              <a:rPr lang="en-US" smtClean="0"/>
              <a:t>36</a:t>
            </a:fld>
            <a:endParaRPr lang="en-US" dirty="0"/>
          </a:p>
        </p:txBody>
      </p:sp>
    </p:spTree>
    <p:extLst>
      <p:ext uri="{BB962C8B-B14F-4D97-AF65-F5344CB8AC3E}">
        <p14:creationId xmlns:p14="http://schemas.microsoft.com/office/powerpoint/2010/main" val="234378854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C6A1ED-737F-BF29-B1B7-DECC9ABDA3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2312F5-0539-AB05-6924-77535328AF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D75033A-4B10-CC7F-BE40-978A0EF4F1F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E4E4614-8D26-214D-E375-C05C80398CBE}"/>
              </a:ext>
            </a:extLst>
          </p:cNvPr>
          <p:cNvSpPr>
            <a:spLocks noGrp="1"/>
          </p:cNvSpPr>
          <p:nvPr>
            <p:ph type="sldNum" sz="quarter" idx="5"/>
          </p:nvPr>
        </p:nvSpPr>
        <p:spPr/>
        <p:txBody>
          <a:bodyPr/>
          <a:lstStyle/>
          <a:p>
            <a:fld id="{8B57D50D-BAA9-464B-B391-243138E078D8}" type="slidenum">
              <a:rPr lang="en-US" smtClean="0"/>
              <a:t>37</a:t>
            </a:fld>
            <a:endParaRPr lang="en-US" dirty="0"/>
          </a:p>
        </p:txBody>
      </p:sp>
    </p:spTree>
    <p:extLst>
      <p:ext uri="{BB962C8B-B14F-4D97-AF65-F5344CB8AC3E}">
        <p14:creationId xmlns:p14="http://schemas.microsoft.com/office/powerpoint/2010/main" val="395765487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693EA0-B1E8-2A48-CFA3-09C5F9CE79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8E8B7A6-2520-B181-BD03-3276BFA159D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A624C4-B3D0-6ABC-355F-366812899FD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7C0379E-3060-28B3-2738-BDBE8A8B8FE8}"/>
              </a:ext>
            </a:extLst>
          </p:cNvPr>
          <p:cNvSpPr>
            <a:spLocks noGrp="1"/>
          </p:cNvSpPr>
          <p:nvPr>
            <p:ph type="sldNum" sz="quarter" idx="5"/>
          </p:nvPr>
        </p:nvSpPr>
        <p:spPr/>
        <p:txBody>
          <a:bodyPr/>
          <a:lstStyle/>
          <a:p>
            <a:fld id="{8B57D50D-BAA9-464B-B391-243138E078D8}" type="slidenum">
              <a:rPr lang="en-US" smtClean="0"/>
              <a:t>38</a:t>
            </a:fld>
            <a:endParaRPr lang="en-US" dirty="0"/>
          </a:p>
        </p:txBody>
      </p:sp>
    </p:spTree>
    <p:extLst>
      <p:ext uri="{BB962C8B-B14F-4D97-AF65-F5344CB8AC3E}">
        <p14:creationId xmlns:p14="http://schemas.microsoft.com/office/powerpoint/2010/main" val="172531165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F86FB2-AC4A-2508-3950-1928846069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0FFD54-E0C0-85D7-A0E3-C7A61602CFF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2CA58D6-CB80-E831-8DF5-5C9C4C7D0C8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F8F9FB0-E384-A3FE-63D4-1024230FA41C}"/>
              </a:ext>
            </a:extLst>
          </p:cNvPr>
          <p:cNvSpPr>
            <a:spLocks noGrp="1"/>
          </p:cNvSpPr>
          <p:nvPr>
            <p:ph type="sldNum" sz="quarter" idx="5"/>
          </p:nvPr>
        </p:nvSpPr>
        <p:spPr/>
        <p:txBody>
          <a:bodyPr/>
          <a:lstStyle/>
          <a:p>
            <a:fld id="{8B57D50D-BAA9-464B-B391-243138E078D8}" type="slidenum">
              <a:rPr lang="en-US" smtClean="0"/>
              <a:t>39</a:t>
            </a:fld>
            <a:endParaRPr lang="en-US" dirty="0"/>
          </a:p>
        </p:txBody>
      </p:sp>
    </p:spTree>
    <p:extLst>
      <p:ext uri="{BB962C8B-B14F-4D97-AF65-F5344CB8AC3E}">
        <p14:creationId xmlns:p14="http://schemas.microsoft.com/office/powerpoint/2010/main" val="197136823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3812E2-DBFB-7AF8-98B5-B28DAEC14C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D1EAB26-03BF-C83E-0C87-90A859C2953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4CBB6FF-FAFF-01BC-72D8-9971BB9E36E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A96E47A-A892-8B22-475D-627653A44D30}"/>
              </a:ext>
            </a:extLst>
          </p:cNvPr>
          <p:cNvSpPr>
            <a:spLocks noGrp="1"/>
          </p:cNvSpPr>
          <p:nvPr>
            <p:ph type="sldNum" sz="quarter" idx="5"/>
          </p:nvPr>
        </p:nvSpPr>
        <p:spPr/>
        <p:txBody>
          <a:bodyPr/>
          <a:lstStyle/>
          <a:p>
            <a:fld id="{8B57D50D-BAA9-464B-B391-243138E078D8}" type="slidenum">
              <a:rPr lang="en-US" smtClean="0"/>
              <a:t>40</a:t>
            </a:fld>
            <a:endParaRPr lang="en-US" dirty="0"/>
          </a:p>
        </p:txBody>
      </p:sp>
    </p:spTree>
    <p:extLst>
      <p:ext uri="{BB962C8B-B14F-4D97-AF65-F5344CB8AC3E}">
        <p14:creationId xmlns:p14="http://schemas.microsoft.com/office/powerpoint/2010/main" val="186622758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419AC2-EC79-7E4B-C3B7-0EAF093083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AB8E32-F6D7-BAFA-D65F-121E227EFA8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30620F-1231-07BE-5DD6-3C40838001E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FC6E080-FCA9-D44E-F13C-09D60D68FF4D}"/>
              </a:ext>
            </a:extLst>
          </p:cNvPr>
          <p:cNvSpPr>
            <a:spLocks noGrp="1"/>
          </p:cNvSpPr>
          <p:nvPr>
            <p:ph type="sldNum" sz="quarter" idx="5"/>
          </p:nvPr>
        </p:nvSpPr>
        <p:spPr/>
        <p:txBody>
          <a:bodyPr/>
          <a:lstStyle/>
          <a:p>
            <a:fld id="{8B57D50D-BAA9-464B-B391-243138E078D8}" type="slidenum">
              <a:rPr lang="en-US" smtClean="0"/>
              <a:t>41</a:t>
            </a:fld>
            <a:endParaRPr lang="en-US" dirty="0"/>
          </a:p>
        </p:txBody>
      </p:sp>
    </p:spTree>
    <p:extLst>
      <p:ext uri="{BB962C8B-B14F-4D97-AF65-F5344CB8AC3E}">
        <p14:creationId xmlns:p14="http://schemas.microsoft.com/office/powerpoint/2010/main" val="408417859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B186F0-1893-726C-873C-E796E59986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36D727-F911-9FA0-40D0-DF3C367C63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612F19E-2AAC-2F2C-ADBF-4B188B3DE84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79CBEBC-C664-71F9-D344-34A9742812FA}"/>
              </a:ext>
            </a:extLst>
          </p:cNvPr>
          <p:cNvSpPr>
            <a:spLocks noGrp="1"/>
          </p:cNvSpPr>
          <p:nvPr>
            <p:ph type="sldNum" sz="quarter" idx="5"/>
          </p:nvPr>
        </p:nvSpPr>
        <p:spPr/>
        <p:txBody>
          <a:bodyPr/>
          <a:lstStyle/>
          <a:p>
            <a:fld id="{8B57D50D-BAA9-464B-B391-243138E078D8}" type="slidenum">
              <a:rPr lang="en-US" smtClean="0"/>
              <a:t>42</a:t>
            </a:fld>
            <a:endParaRPr lang="en-US" dirty="0"/>
          </a:p>
        </p:txBody>
      </p:sp>
    </p:spTree>
    <p:extLst>
      <p:ext uri="{BB962C8B-B14F-4D97-AF65-F5344CB8AC3E}">
        <p14:creationId xmlns:p14="http://schemas.microsoft.com/office/powerpoint/2010/main" val="96790097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6CA5F2-2E62-D62F-DDA4-BF6CFF6774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A39A94F-C105-38D7-D9DF-4154CA5A586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E497E94-971C-5160-9F4F-CB990D3C545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A939ECD-A4E8-B941-D0DE-88AD5C91C3E2}"/>
              </a:ext>
            </a:extLst>
          </p:cNvPr>
          <p:cNvSpPr>
            <a:spLocks noGrp="1"/>
          </p:cNvSpPr>
          <p:nvPr>
            <p:ph type="sldNum" sz="quarter" idx="5"/>
          </p:nvPr>
        </p:nvSpPr>
        <p:spPr/>
        <p:txBody>
          <a:bodyPr/>
          <a:lstStyle/>
          <a:p>
            <a:fld id="{8B57D50D-BAA9-464B-B391-243138E078D8}" type="slidenum">
              <a:rPr lang="en-US" smtClean="0"/>
              <a:t>43</a:t>
            </a:fld>
            <a:endParaRPr lang="en-US" dirty="0"/>
          </a:p>
        </p:txBody>
      </p:sp>
    </p:spTree>
    <p:extLst>
      <p:ext uri="{BB962C8B-B14F-4D97-AF65-F5344CB8AC3E}">
        <p14:creationId xmlns:p14="http://schemas.microsoft.com/office/powerpoint/2010/main" val="333022874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FD2EF7-0F4F-934F-296C-84622652A9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92A138-57A3-DB0E-BB84-7F551C18F8F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1058D8C-9EDE-BC5A-FBEE-34ADA2FAC97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509D337-F831-F71D-2B46-BBC4CDBB4010}"/>
              </a:ext>
            </a:extLst>
          </p:cNvPr>
          <p:cNvSpPr>
            <a:spLocks noGrp="1"/>
          </p:cNvSpPr>
          <p:nvPr>
            <p:ph type="sldNum" sz="quarter" idx="5"/>
          </p:nvPr>
        </p:nvSpPr>
        <p:spPr/>
        <p:txBody>
          <a:bodyPr/>
          <a:lstStyle/>
          <a:p>
            <a:fld id="{8B57D50D-BAA9-464B-B391-243138E078D8}" type="slidenum">
              <a:rPr lang="en-US" smtClean="0"/>
              <a:t>44</a:t>
            </a:fld>
            <a:endParaRPr lang="en-US" dirty="0"/>
          </a:p>
        </p:txBody>
      </p:sp>
    </p:spTree>
    <p:extLst>
      <p:ext uri="{BB962C8B-B14F-4D97-AF65-F5344CB8AC3E}">
        <p14:creationId xmlns:p14="http://schemas.microsoft.com/office/powerpoint/2010/main" val="398855958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45F8AC-3BB2-F82F-8D2B-9635CECF84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912A3C-4A34-8036-28AD-A65F5FECF5E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8BEB53-3E88-84D9-32DE-4970E98237B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36EC401-C702-F33E-76C4-C9AFB448C549}"/>
              </a:ext>
            </a:extLst>
          </p:cNvPr>
          <p:cNvSpPr>
            <a:spLocks noGrp="1"/>
          </p:cNvSpPr>
          <p:nvPr>
            <p:ph type="sldNum" sz="quarter" idx="5"/>
          </p:nvPr>
        </p:nvSpPr>
        <p:spPr/>
        <p:txBody>
          <a:bodyPr/>
          <a:lstStyle/>
          <a:p>
            <a:fld id="{8B57D50D-BAA9-464B-B391-243138E078D8}" type="slidenum">
              <a:rPr lang="en-US" smtClean="0"/>
              <a:t>45</a:t>
            </a:fld>
            <a:endParaRPr lang="en-US" dirty="0"/>
          </a:p>
        </p:txBody>
      </p:sp>
    </p:spTree>
    <p:extLst>
      <p:ext uri="{BB962C8B-B14F-4D97-AF65-F5344CB8AC3E}">
        <p14:creationId xmlns:p14="http://schemas.microsoft.com/office/powerpoint/2010/main" val="242845852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B57D50D-BAA9-464B-B391-243138E078D8}" type="slidenum">
              <a:rPr lang="en-US" smtClean="0"/>
              <a:t>46</a:t>
            </a:fld>
            <a:endParaRPr lang="en-US" dirty="0"/>
          </a:p>
        </p:txBody>
      </p:sp>
    </p:spTree>
    <p:extLst>
      <p:ext uri="{BB962C8B-B14F-4D97-AF65-F5344CB8AC3E}">
        <p14:creationId xmlns:p14="http://schemas.microsoft.com/office/powerpoint/2010/main" val="41512290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19429764-E305-A48D-5244-9BCD20902244}"/>
              </a:ext>
              <a:ext uri="{C183D7F6-B498-43B3-948B-1728B52AA6E4}">
                <adec:decorative xmlns:adec="http://schemas.microsoft.com/office/drawing/2017/decorative" val="1"/>
              </a:ext>
            </a:extLst>
          </p:cNvPr>
          <p:cNvGrpSpPr/>
          <p:nvPr userDrawn="1"/>
        </p:nvGrpSpPr>
        <p:grpSpPr>
          <a:xfrm>
            <a:off x="0" y="0"/>
            <a:ext cx="12192000" cy="8286859"/>
            <a:chOff x="0" y="1"/>
            <a:chExt cx="12192000" cy="8286859"/>
          </a:xfrm>
        </p:grpSpPr>
        <p:sp>
          <p:nvSpPr>
            <p:cNvPr id="7" name="Freeform 13">
              <a:extLst>
                <a:ext uri="{FF2B5EF4-FFF2-40B4-BE49-F238E27FC236}">
                  <a16:creationId xmlns:a16="http://schemas.microsoft.com/office/drawing/2014/main" id="{45F65CE3-2411-E8E5-B72E-F5CBEC4DDC55}"/>
                </a:ext>
              </a:extLst>
            </p:cNvPr>
            <p:cNvSpPr/>
            <p:nvPr userDrawn="1"/>
          </p:nvSpPr>
          <p:spPr>
            <a:xfrm>
              <a:off x="4000500" y="1087403"/>
              <a:ext cx="8191500" cy="5770597"/>
            </a:xfrm>
            <a:custGeom>
              <a:avLst/>
              <a:gdLst>
                <a:gd name="connsiteX0" fmla="*/ 4929467 w 8191500"/>
                <a:gd name="connsiteY0" fmla="*/ 0 h 5770597"/>
                <a:gd name="connsiteX1" fmla="*/ 8065066 w 8191500"/>
                <a:gd name="connsiteY1" fmla="*/ 1118513 h 5770597"/>
                <a:gd name="connsiteX2" fmla="*/ 8191500 w 8191500"/>
                <a:gd name="connsiteY2" fmla="*/ 1227339 h 5770597"/>
                <a:gd name="connsiteX3" fmla="*/ 8191500 w 8191500"/>
                <a:gd name="connsiteY3" fmla="*/ 5770597 h 5770597"/>
                <a:gd name="connsiteX4" fmla="*/ 79523 w 8191500"/>
                <a:gd name="connsiteY4" fmla="*/ 5770597 h 5770597"/>
                <a:gd name="connsiteX5" fmla="*/ 56799 w 8191500"/>
                <a:gd name="connsiteY5" fmla="*/ 5644158 h 5770597"/>
                <a:gd name="connsiteX6" fmla="*/ 0 w 8191500"/>
                <a:gd name="connsiteY6" fmla="*/ 4898209 h 5770597"/>
                <a:gd name="connsiteX7" fmla="*/ 4929467 w 8191500"/>
                <a:gd name="connsiteY7" fmla="*/ 0 h 5770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191500" h="5770597">
                  <a:moveTo>
                    <a:pt x="4929467" y="0"/>
                  </a:moveTo>
                  <a:cubicBezTo>
                    <a:pt x="6120547" y="0"/>
                    <a:pt x="7212963" y="419755"/>
                    <a:pt x="8065066" y="1118513"/>
                  </a:cubicBezTo>
                  <a:lnTo>
                    <a:pt x="8191500" y="1227339"/>
                  </a:lnTo>
                  <a:lnTo>
                    <a:pt x="8191500" y="5770597"/>
                  </a:lnTo>
                  <a:lnTo>
                    <a:pt x="79523" y="5770597"/>
                  </a:lnTo>
                  <a:lnTo>
                    <a:pt x="56799" y="5644158"/>
                  </a:lnTo>
                  <a:cubicBezTo>
                    <a:pt x="19398" y="5400934"/>
                    <a:pt x="0" y="5151822"/>
                    <a:pt x="0" y="4898209"/>
                  </a:cubicBezTo>
                  <a:cubicBezTo>
                    <a:pt x="0" y="2193003"/>
                    <a:pt x="2206998" y="0"/>
                    <a:pt x="4929467"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cxnSp>
          <p:nvCxnSpPr>
            <p:cNvPr id="8" name="Straight Connector 7">
              <a:extLst>
                <a:ext uri="{FF2B5EF4-FFF2-40B4-BE49-F238E27FC236}">
                  <a16:creationId xmlns:a16="http://schemas.microsoft.com/office/drawing/2014/main" id="{3B6B51B3-AA6C-9C5E-7032-5AEA05D45908}"/>
                </a:ext>
              </a:extLst>
            </p:cNvPr>
            <p:cNvCxnSpPr>
              <a:cxnSpLocks/>
            </p:cNvCxnSpPr>
            <p:nvPr userDrawn="1"/>
          </p:nvCxnSpPr>
          <p:spPr>
            <a:xfrm>
              <a:off x="406241" y="183933"/>
              <a:ext cx="0" cy="1597708"/>
            </a:xfrm>
            <a:prstGeom prst="line">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cxnSp>
        <p:sp>
          <p:nvSpPr>
            <p:cNvPr id="9" name="Freeform: Shape 13">
              <a:extLst>
                <a:ext uri="{FF2B5EF4-FFF2-40B4-BE49-F238E27FC236}">
                  <a16:creationId xmlns:a16="http://schemas.microsoft.com/office/drawing/2014/main" id="{4F28561D-5B3C-F08A-F7B5-48E6B74EAEBD}"/>
                </a:ext>
              </a:extLst>
            </p:cNvPr>
            <p:cNvSpPr/>
            <p:nvPr userDrawn="1"/>
          </p:nvSpPr>
          <p:spPr>
            <a:xfrm>
              <a:off x="5292348" y="1"/>
              <a:ext cx="2279742" cy="1267785"/>
            </a:xfrm>
            <a:custGeom>
              <a:avLst/>
              <a:gdLst>
                <a:gd name="connsiteX0" fmla="*/ 0 w 2279742"/>
                <a:gd name="connsiteY0" fmla="*/ 0 h 1267785"/>
                <a:gd name="connsiteX1" fmla="*/ 138700 w 2279742"/>
                <a:gd name="connsiteY1" fmla="*/ 0 h 1267785"/>
                <a:gd name="connsiteX2" fmla="*/ 138700 w 2279742"/>
                <a:gd name="connsiteY2" fmla="*/ 1078193 h 1267785"/>
                <a:gd name="connsiteX3" fmla="*/ 2002733 w 2279742"/>
                <a:gd name="connsiteY3" fmla="*/ 0 h 1267785"/>
                <a:gd name="connsiteX4" fmla="*/ 2279742 w 2279742"/>
                <a:gd name="connsiteY4" fmla="*/ 0 h 1267785"/>
                <a:gd name="connsiteX5" fmla="*/ 104026 w 2279742"/>
                <a:gd name="connsiteY5" fmla="*/ 1258503 h 1267785"/>
                <a:gd name="connsiteX6" fmla="*/ 69351 w 2279742"/>
                <a:gd name="connsiteY6" fmla="*/ 1267785 h 1267785"/>
                <a:gd name="connsiteX7" fmla="*/ 0 w 2279742"/>
                <a:gd name="connsiteY7" fmla="*/ 1198436 h 1267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79742" h="1267785">
                  <a:moveTo>
                    <a:pt x="0" y="0"/>
                  </a:moveTo>
                  <a:lnTo>
                    <a:pt x="138700" y="0"/>
                  </a:lnTo>
                  <a:lnTo>
                    <a:pt x="138700" y="1078193"/>
                  </a:lnTo>
                  <a:lnTo>
                    <a:pt x="2002733" y="0"/>
                  </a:lnTo>
                  <a:lnTo>
                    <a:pt x="2279742" y="0"/>
                  </a:lnTo>
                  <a:lnTo>
                    <a:pt x="104026" y="1258503"/>
                  </a:lnTo>
                  <a:cubicBezTo>
                    <a:pt x="93484" y="1264595"/>
                    <a:pt x="81523" y="1267796"/>
                    <a:pt x="69351" y="1267785"/>
                  </a:cubicBezTo>
                  <a:cubicBezTo>
                    <a:pt x="31049" y="1267785"/>
                    <a:pt x="0" y="1236737"/>
                    <a:pt x="0" y="1198436"/>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Freeform: Shape 15">
              <a:extLst>
                <a:ext uri="{FF2B5EF4-FFF2-40B4-BE49-F238E27FC236}">
                  <a16:creationId xmlns:a16="http://schemas.microsoft.com/office/drawing/2014/main" id="{7BD7FF70-44B7-E753-26CD-E228B56C2517}"/>
                </a:ext>
              </a:extLst>
            </p:cNvPr>
            <p:cNvSpPr/>
            <p:nvPr userDrawn="1"/>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1" name="Oval 10">
              <a:extLst>
                <a:ext uri="{FF2B5EF4-FFF2-40B4-BE49-F238E27FC236}">
                  <a16:creationId xmlns:a16="http://schemas.microsoft.com/office/drawing/2014/main" id="{DF9EE857-93B9-ACF6-2AB4-2A29C4B94776}"/>
                </a:ext>
              </a:extLst>
            </p:cNvPr>
            <p:cNvSpPr/>
            <p:nvPr userDrawn="1"/>
          </p:nvSpPr>
          <p:spPr>
            <a:xfrm>
              <a:off x="1569044" y="514898"/>
              <a:ext cx="2393351" cy="2328423"/>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12" name="Freeform: Shape 19">
              <a:extLst>
                <a:ext uri="{FF2B5EF4-FFF2-40B4-BE49-F238E27FC236}">
                  <a16:creationId xmlns:a16="http://schemas.microsoft.com/office/drawing/2014/main" id="{75030D84-5EEB-A095-3D43-0ED22BDB8406}"/>
                </a:ext>
              </a:extLst>
            </p:cNvPr>
            <p:cNvSpPr/>
            <p:nvPr userDrawn="1"/>
          </p:nvSpPr>
          <p:spPr>
            <a:xfrm flipH="1">
              <a:off x="0" y="2949740"/>
              <a:ext cx="1186451" cy="1771650"/>
            </a:xfrm>
            <a:custGeom>
              <a:avLst/>
              <a:gdLst>
                <a:gd name="connsiteX0" fmla="*/ 61913 w 1186451"/>
                <a:gd name="connsiteY0" fmla="*/ 0 h 1771650"/>
                <a:gd name="connsiteX1" fmla="*/ 1186451 w 1186451"/>
                <a:gd name="connsiteY1" fmla="*/ 0 h 1771650"/>
                <a:gd name="connsiteX2" fmla="*/ 1186451 w 1186451"/>
                <a:gd name="connsiteY2" fmla="*/ 123825 h 1771650"/>
                <a:gd name="connsiteX3" fmla="*/ 123825 w 1186451"/>
                <a:gd name="connsiteY3" fmla="*/ 123825 h 1771650"/>
                <a:gd name="connsiteX4" fmla="*/ 123825 w 1186451"/>
                <a:gd name="connsiteY4" fmla="*/ 1647825 h 1771650"/>
                <a:gd name="connsiteX5" fmla="*/ 1186451 w 1186451"/>
                <a:gd name="connsiteY5" fmla="*/ 1647825 h 1771650"/>
                <a:gd name="connsiteX6" fmla="*/ 1186451 w 1186451"/>
                <a:gd name="connsiteY6" fmla="*/ 1771650 h 1771650"/>
                <a:gd name="connsiteX7" fmla="*/ 61913 w 1186451"/>
                <a:gd name="connsiteY7" fmla="*/ 1771650 h 1771650"/>
                <a:gd name="connsiteX8" fmla="*/ 0 w 1186451"/>
                <a:gd name="connsiteY8" fmla="*/ 1709738 h 1771650"/>
                <a:gd name="connsiteX9" fmla="*/ 0 w 1186451"/>
                <a:gd name="connsiteY9" fmla="*/ 61913 h 1771650"/>
                <a:gd name="connsiteX10" fmla="*/ 61913 w 1186451"/>
                <a:gd name="connsiteY10" fmla="*/ 0 h 1771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6451" h="1771650">
                  <a:moveTo>
                    <a:pt x="61913" y="0"/>
                  </a:moveTo>
                  <a:lnTo>
                    <a:pt x="1186451" y="0"/>
                  </a:lnTo>
                  <a:lnTo>
                    <a:pt x="1186451" y="123825"/>
                  </a:lnTo>
                  <a:lnTo>
                    <a:pt x="123825" y="123825"/>
                  </a:lnTo>
                  <a:lnTo>
                    <a:pt x="123825" y="1647825"/>
                  </a:lnTo>
                  <a:lnTo>
                    <a:pt x="1186451" y="1647825"/>
                  </a:lnTo>
                  <a:lnTo>
                    <a:pt x="1186451" y="1771650"/>
                  </a:lnTo>
                  <a:lnTo>
                    <a:pt x="61913" y="1771650"/>
                  </a:lnTo>
                  <a:cubicBezTo>
                    <a:pt x="27719" y="1771650"/>
                    <a:pt x="0" y="1743932"/>
                    <a:pt x="0" y="1709738"/>
                  </a:cubicBez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Arc 12">
              <a:extLst>
                <a:ext uri="{FF2B5EF4-FFF2-40B4-BE49-F238E27FC236}">
                  <a16:creationId xmlns:a16="http://schemas.microsoft.com/office/drawing/2014/main" id="{26E6DE3E-6851-19AD-2E60-22F006238173}"/>
                </a:ext>
              </a:extLst>
            </p:cNvPr>
            <p:cNvSpPr/>
            <p:nvPr userDrawn="1"/>
          </p:nvSpPr>
          <p:spPr>
            <a:xfrm rot="16200000">
              <a:off x="1539683" y="4203427"/>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6" name="Title 1">
            <a:extLst>
              <a:ext uri="{FF2B5EF4-FFF2-40B4-BE49-F238E27FC236}">
                <a16:creationId xmlns:a16="http://schemas.microsoft.com/office/drawing/2014/main" id="{2E8C189B-2E00-67DA-E342-3440F5EBB4CE}"/>
              </a:ext>
            </a:extLst>
          </p:cNvPr>
          <p:cNvSpPr>
            <a:spLocks noGrp="1"/>
          </p:cNvSpPr>
          <p:nvPr>
            <p:ph type="ctrTitle" hasCustomPrompt="1"/>
          </p:nvPr>
        </p:nvSpPr>
        <p:spPr>
          <a:xfrm>
            <a:off x="5184474" y="2949739"/>
            <a:ext cx="6261291" cy="2396686"/>
          </a:xfrm>
        </p:spPr>
        <p:txBody>
          <a:bodyPr anchor="b" anchorCtr="0">
            <a:noAutofit/>
          </a:bodyPr>
          <a:lstStyle>
            <a:lvl1pPr algn="r">
              <a:defRPr sz="4400">
                <a:solidFill>
                  <a:schemeClr val="bg1"/>
                </a:solidFill>
              </a:defRPr>
            </a:lvl1pPr>
          </a:lstStyle>
          <a:p>
            <a:r>
              <a:rPr lang="en-US" dirty="0"/>
              <a:t>Click to add title</a:t>
            </a:r>
          </a:p>
        </p:txBody>
      </p:sp>
    </p:spTree>
    <p:extLst>
      <p:ext uri="{BB962C8B-B14F-4D97-AF65-F5344CB8AC3E}">
        <p14:creationId xmlns:p14="http://schemas.microsoft.com/office/powerpoint/2010/main" val="34246750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3E96D25F-53A2-6217-84B4-7EB874F0B372}"/>
              </a:ext>
              <a:ext uri="{C183D7F6-B498-43B3-948B-1728B52AA6E4}">
                <adec:decorative xmlns:adec="http://schemas.microsoft.com/office/drawing/2017/decorative" val="1"/>
              </a:ext>
            </a:extLst>
          </p:cNvPr>
          <p:cNvGrpSpPr/>
          <p:nvPr userDrawn="1"/>
        </p:nvGrpSpPr>
        <p:grpSpPr>
          <a:xfrm>
            <a:off x="489189" y="941148"/>
            <a:ext cx="11182430" cy="4797821"/>
            <a:chOff x="489189" y="941148"/>
            <a:chExt cx="11182430" cy="4797821"/>
          </a:xfrm>
        </p:grpSpPr>
        <p:sp>
          <p:nvSpPr>
            <p:cNvPr id="8" name="Oval 7">
              <a:extLst>
                <a:ext uri="{FF2B5EF4-FFF2-40B4-BE49-F238E27FC236}">
                  <a16:creationId xmlns:a16="http://schemas.microsoft.com/office/drawing/2014/main" id="{A50FA62D-C8AE-52B8-1712-6116756D1A83}"/>
                </a:ext>
              </a:extLst>
            </p:cNvPr>
            <p:cNvSpPr/>
            <p:nvPr userDrawn="1"/>
          </p:nvSpPr>
          <p:spPr>
            <a:xfrm>
              <a:off x="489189" y="1119031"/>
              <a:ext cx="4619938" cy="461993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9" name="Arc 8">
              <a:extLst>
                <a:ext uri="{FF2B5EF4-FFF2-40B4-BE49-F238E27FC236}">
                  <a16:creationId xmlns:a16="http://schemas.microsoft.com/office/drawing/2014/main" id="{1D2D6A01-57CF-3C0B-968C-E5A8FD352320}"/>
                </a:ext>
              </a:extLst>
            </p:cNvPr>
            <p:cNvSpPr/>
            <p:nvPr userDrawn="1"/>
          </p:nvSpPr>
          <p:spPr>
            <a:xfrm rot="19809111">
              <a:off x="8683720" y="941148"/>
              <a:ext cx="2987899" cy="2987899"/>
            </a:xfrm>
            <a:prstGeom prst="arc">
              <a:avLst>
                <a:gd name="adj1" fmla="val 15817365"/>
                <a:gd name="adj2" fmla="val 178138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10" name="Oval 9">
              <a:extLst>
                <a:ext uri="{FF2B5EF4-FFF2-40B4-BE49-F238E27FC236}">
                  <a16:creationId xmlns:a16="http://schemas.microsoft.com/office/drawing/2014/main" id="{410BEFAA-C349-7DB1-1827-0FA48A430AD8}"/>
                </a:ext>
              </a:extLst>
            </p:cNvPr>
            <p:cNvSpPr/>
            <p:nvPr userDrawn="1"/>
          </p:nvSpPr>
          <p:spPr>
            <a:xfrm>
              <a:off x="910048" y="4780992"/>
              <a:ext cx="546100" cy="5461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grpSp>
      <p:sp>
        <p:nvSpPr>
          <p:cNvPr id="2" name="Title 1">
            <a:extLst>
              <a:ext uri="{FF2B5EF4-FFF2-40B4-BE49-F238E27FC236}">
                <a16:creationId xmlns:a16="http://schemas.microsoft.com/office/drawing/2014/main" id="{F657BD59-35CC-9BB3-8621-6FA3356F81AA}"/>
              </a:ext>
            </a:extLst>
          </p:cNvPr>
          <p:cNvSpPr>
            <a:spLocks noGrp="1"/>
          </p:cNvSpPr>
          <p:nvPr>
            <p:ph type="title" hasCustomPrompt="1"/>
          </p:nvPr>
        </p:nvSpPr>
        <p:spPr>
          <a:xfrm>
            <a:off x="609957" y="1119031"/>
            <a:ext cx="4384736" cy="4619938"/>
          </a:xfrm>
        </p:spPr>
        <p:txBody>
          <a:bodyPr>
            <a:noAutofit/>
          </a:bodyPr>
          <a:lstStyle>
            <a:lvl1pPr algn="ctr">
              <a:defRPr>
                <a:solidFill>
                  <a:schemeClr val="bg1"/>
                </a:solidFill>
              </a:defRPr>
            </a:lvl1pPr>
          </a:lstStyle>
          <a:p>
            <a:r>
              <a:rPr lang="en-US" dirty="0"/>
              <a:t>Click to add title</a:t>
            </a:r>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hasCustomPrompt="1"/>
          </p:nvPr>
        </p:nvSpPr>
        <p:spPr>
          <a:xfrm>
            <a:off x="5801708" y="554942"/>
            <a:ext cx="5552091" cy="5768220"/>
          </a:xfrm>
        </p:spPr>
        <p:txBody>
          <a:bodyPr anchor="ctr" anchorCtr="0">
            <a:normAutofit/>
          </a:bodyPr>
          <a:lstStyle>
            <a:lvl1pPr marL="0" indent="0">
              <a:spcBef>
                <a:spcPts val="1000"/>
              </a:spcBef>
              <a:spcAft>
                <a:spcPts val="800"/>
              </a:spcAft>
              <a:buNone/>
              <a:defRPr sz="2400"/>
            </a:lvl1pPr>
            <a:lvl2pPr marL="800100" indent="-342900">
              <a:spcBef>
                <a:spcPts val="1000"/>
              </a:spcBef>
              <a:spcAft>
                <a:spcPts val="800"/>
              </a:spcAft>
              <a:buClr>
                <a:schemeClr val="accent2"/>
              </a:buClr>
              <a:buFont typeface="Arial" panose="020B0604020202020204" pitchFamily="34" charset="0"/>
              <a:buChar char="•"/>
              <a:defRPr sz="2000"/>
            </a:lvl2pPr>
            <a:lvl3pPr marL="1200150" indent="-285750">
              <a:spcBef>
                <a:spcPts val="1000"/>
              </a:spcBef>
              <a:spcAft>
                <a:spcPts val="800"/>
              </a:spcAft>
              <a:buClr>
                <a:schemeClr val="accent2"/>
              </a:buClr>
              <a:buFont typeface="Arial" panose="020B0604020202020204" pitchFamily="34" charset="0"/>
              <a:buChar char="•"/>
              <a:defRPr sz="1800"/>
            </a:lvl3pPr>
            <a:lvl4pPr marL="1657350" indent="-285750">
              <a:spcBef>
                <a:spcPts val="1000"/>
              </a:spcBef>
              <a:spcAft>
                <a:spcPts val="800"/>
              </a:spcAft>
              <a:buClr>
                <a:schemeClr val="accent2"/>
              </a:buClr>
              <a:buFont typeface="Arial" panose="020B0604020202020204" pitchFamily="34" charset="0"/>
              <a:buChar char="•"/>
              <a:defRPr sz="1600"/>
            </a:lvl4pPr>
            <a:lvl5pPr marL="2114550" indent="-285750">
              <a:spcBef>
                <a:spcPts val="1000"/>
              </a:spcBef>
              <a:spcAft>
                <a:spcPts val="800"/>
              </a:spcAft>
              <a:buClr>
                <a:schemeClr val="accent2"/>
              </a:buClr>
              <a:buFont typeface="Arial" panose="020B0604020202020204" pitchFamily="34" charset="0"/>
              <a:buChar char="•"/>
              <a:defRPr sz="16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9143880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Picture">
    <p:bg>
      <p:bgPr>
        <a:solidFill>
          <a:schemeClr val="bg1"/>
        </a:solidFill>
        <a:effectLst/>
      </p:bgPr>
    </p:bg>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9EF93C3C-09E9-6CD0-EF4B-6DE09539EE7A}"/>
              </a:ext>
            </a:extLst>
          </p:cNvPr>
          <p:cNvSpPr>
            <a:spLocks noGrp="1"/>
          </p:cNvSpPr>
          <p:nvPr>
            <p:ph type="pic" sz="quarter" idx="10" hasCustomPrompt="1"/>
          </p:nvPr>
        </p:nvSpPr>
        <p:spPr>
          <a:xfrm>
            <a:off x="0" y="0"/>
            <a:ext cx="12192000" cy="6858000"/>
          </a:xfrm>
          <a:custGeom>
            <a:avLst/>
            <a:gdLst>
              <a:gd name="connsiteX0" fmla="*/ 9011782 w 12192000"/>
              <a:gd name="connsiteY0" fmla="*/ 4817511 h 6858000"/>
              <a:gd name="connsiteX1" fmla="*/ 8937059 w 12192000"/>
              <a:gd name="connsiteY1" fmla="*/ 4972626 h 6858000"/>
              <a:gd name="connsiteX2" fmla="*/ 8588084 w 12192000"/>
              <a:gd name="connsiteY2" fmla="*/ 5489438 h 6858000"/>
              <a:gd name="connsiteX3" fmla="*/ 8565206 w 12192000"/>
              <a:gd name="connsiteY3" fmla="*/ 5514611 h 6858000"/>
              <a:gd name="connsiteX4" fmla="*/ 8569944 w 12192000"/>
              <a:gd name="connsiteY4" fmla="*/ 5520198 h 6858000"/>
              <a:gd name="connsiteX5" fmla="*/ 8878607 w 12192000"/>
              <a:gd name="connsiteY5" fmla="*/ 5644582 h 6858000"/>
              <a:gd name="connsiteX6" fmla="*/ 9315123 w 12192000"/>
              <a:gd name="connsiteY6" fmla="*/ 5219907 h 6858000"/>
              <a:gd name="connsiteX7" fmla="*/ 9048519 w 12192000"/>
              <a:gd name="connsiteY7" fmla="*/ 4828605 h 6858000"/>
              <a:gd name="connsiteX8" fmla="*/ 6096000 w 12192000"/>
              <a:gd name="connsiteY8" fmla="*/ 200625 h 6858000"/>
              <a:gd name="connsiteX9" fmla="*/ 2867625 w 12192000"/>
              <a:gd name="connsiteY9" fmla="*/ 3429000 h 6858000"/>
              <a:gd name="connsiteX10" fmla="*/ 6096000 w 12192000"/>
              <a:gd name="connsiteY10" fmla="*/ 6657375 h 6858000"/>
              <a:gd name="connsiteX11" fmla="*/ 9324375 w 12192000"/>
              <a:gd name="connsiteY11" fmla="*/ 3429000 h 6858000"/>
              <a:gd name="connsiteX12" fmla="*/ 6096000 w 12192000"/>
              <a:gd name="connsiteY12" fmla="*/ 200625 h 6858000"/>
              <a:gd name="connsiteX13" fmla="*/ 0 w 12192000"/>
              <a:gd name="connsiteY13" fmla="*/ 0 h 6858000"/>
              <a:gd name="connsiteX14" fmla="*/ 12192000 w 12192000"/>
              <a:gd name="connsiteY14" fmla="*/ 0 h 6858000"/>
              <a:gd name="connsiteX15" fmla="*/ 12192000 w 12192000"/>
              <a:gd name="connsiteY15" fmla="*/ 6858000 h 6858000"/>
              <a:gd name="connsiteX16" fmla="*/ 0 w 12192000"/>
              <a:gd name="connsiteY1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2192000" h="6858000">
                <a:moveTo>
                  <a:pt x="9011782" y="4817511"/>
                </a:moveTo>
                <a:lnTo>
                  <a:pt x="8937059" y="4972626"/>
                </a:lnTo>
                <a:cubicBezTo>
                  <a:pt x="8837255" y="5156349"/>
                  <a:pt x="8720206" y="5329344"/>
                  <a:pt x="8588084" y="5489438"/>
                </a:cubicBezTo>
                <a:lnTo>
                  <a:pt x="8565206" y="5514611"/>
                </a:lnTo>
                <a:lnTo>
                  <a:pt x="8569944" y="5520198"/>
                </a:lnTo>
                <a:cubicBezTo>
                  <a:pt x="8648938" y="5597049"/>
                  <a:pt x="8758066" y="5644582"/>
                  <a:pt x="8878607" y="5644582"/>
                </a:cubicBezTo>
                <a:cubicBezTo>
                  <a:pt x="9119688" y="5644582"/>
                  <a:pt x="9315123" y="5454449"/>
                  <a:pt x="9315123" y="5219907"/>
                </a:cubicBezTo>
                <a:cubicBezTo>
                  <a:pt x="9315123" y="5044001"/>
                  <a:pt x="9205191" y="4893074"/>
                  <a:pt x="9048519" y="4828605"/>
                </a:cubicBezTo>
                <a:close/>
                <a:moveTo>
                  <a:pt x="6096000" y="200625"/>
                </a:moveTo>
                <a:cubicBezTo>
                  <a:pt x="4313018" y="200625"/>
                  <a:pt x="2867625" y="1646018"/>
                  <a:pt x="2867625" y="3429000"/>
                </a:cubicBezTo>
                <a:cubicBezTo>
                  <a:pt x="2867625" y="5211982"/>
                  <a:pt x="4313018" y="6657375"/>
                  <a:pt x="6096000" y="6657375"/>
                </a:cubicBezTo>
                <a:cubicBezTo>
                  <a:pt x="7878982" y="6657375"/>
                  <a:pt x="9324375" y="5211982"/>
                  <a:pt x="9324375" y="3429000"/>
                </a:cubicBezTo>
                <a:cubicBezTo>
                  <a:pt x="9324375" y="1646018"/>
                  <a:pt x="7878982" y="200625"/>
                  <a:pt x="6096000" y="200625"/>
                </a:cubicBezTo>
                <a:close/>
                <a:moveTo>
                  <a:pt x="0" y="0"/>
                </a:moveTo>
                <a:lnTo>
                  <a:pt x="12192000" y="0"/>
                </a:lnTo>
                <a:lnTo>
                  <a:pt x="12192000" y="6858000"/>
                </a:lnTo>
                <a:lnTo>
                  <a:pt x="0" y="6858000"/>
                </a:lnTo>
                <a:close/>
              </a:path>
            </a:pathLst>
          </a:custGeom>
          <a:solidFill>
            <a:schemeClr val="tx1"/>
          </a:solidFill>
        </p:spPr>
        <p:txBody>
          <a:bodyPr wrap="square">
            <a:noAutofit/>
          </a:bodyPr>
          <a:lstStyle>
            <a:lvl1pPr marL="0" indent="0" algn="l">
              <a:buNone/>
              <a:defRPr sz="2000">
                <a:solidFill>
                  <a:schemeClr val="bg1"/>
                </a:solidFill>
              </a:defRPr>
            </a:lvl1pPr>
          </a:lstStyle>
          <a:p>
            <a:r>
              <a:rPr lang="en-US" dirty="0"/>
              <a:t>Click icon to insert picture</a:t>
            </a:r>
          </a:p>
        </p:txBody>
      </p:sp>
      <p:sp>
        <p:nvSpPr>
          <p:cNvPr id="3" name="Arc 2">
            <a:extLst>
              <a:ext uri="{FF2B5EF4-FFF2-40B4-BE49-F238E27FC236}">
                <a16:creationId xmlns:a16="http://schemas.microsoft.com/office/drawing/2014/main" id="{D5C3C4BD-DFDB-76B4-17CA-7DA4D1729FA1}"/>
              </a:ext>
              <a:ext uri="{C183D7F6-B498-43B3-948B-1728B52AA6E4}">
                <adec:decorative xmlns:adec="http://schemas.microsoft.com/office/drawing/2017/decorative" val="1"/>
              </a:ext>
            </a:extLst>
          </p:cNvPr>
          <p:cNvSpPr/>
          <p:nvPr userDrawn="1"/>
        </p:nvSpPr>
        <p:spPr>
          <a:xfrm rot="9366740" flipV="1">
            <a:off x="2557952" y="-89828"/>
            <a:ext cx="7173200" cy="7173200"/>
          </a:xfrm>
          <a:prstGeom prst="arc">
            <a:avLst>
              <a:gd name="adj1" fmla="val 16200000"/>
              <a:gd name="adj2" fmla="val 20401595"/>
            </a:avLst>
          </a:prstGeom>
          <a:ln w="127000" cap="rnd">
            <a:solidFill>
              <a:schemeClr val="accent4">
                <a:alpha val="95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itle 11">
            <a:extLst>
              <a:ext uri="{FF2B5EF4-FFF2-40B4-BE49-F238E27FC236}">
                <a16:creationId xmlns:a16="http://schemas.microsoft.com/office/drawing/2014/main" id="{2B04B61C-6467-D51D-0AF4-5C7D05F36CB5}"/>
              </a:ext>
            </a:extLst>
          </p:cNvPr>
          <p:cNvSpPr>
            <a:spLocks noGrp="1"/>
          </p:cNvSpPr>
          <p:nvPr>
            <p:ph type="title" hasCustomPrompt="1"/>
          </p:nvPr>
        </p:nvSpPr>
        <p:spPr>
          <a:xfrm>
            <a:off x="2868168" y="923544"/>
            <a:ext cx="6455664" cy="5010912"/>
          </a:xfrm>
          <a:prstGeom prst="rect">
            <a:avLst/>
          </a:prstGeom>
          <a:noFill/>
        </p:spPr>
        <p:txBody>
          <a:bodyPr lIns="0" rIns="0">
            <a:normAutofit/>
          </a:bodyPr>
          <a:lstStyle>
            <a:lvl1pPr algn="ctr">
              <a:defRPr sz="6000"/>
            </a:lvl1pPr>
          </a:lstStyle>
          <a:p>
            <a:r>
              <a:rPr lang="en-US" dirty="0"/>
              <a:t>Click to add title</a:t>
            </a:r>
          </a:p>
        </p:txBody>
      </p:sp>
      <p:sp>
        <p:nvSpPr>
          <p:cNvPr id="4" name="Freeform: Shape 3">
            <a:extLst>
              <a:ext uri="{FF2B5EF4-FFF2-40B4-BE49-F238E27FC236}">
                <a16:creationId xmlns:a16="http://schemas.microsoft.com/office/drawing/2014/main" id="{47A19F4B-D154-3EB2-F86A-9A63283A3EA6}"/>
              </a:ext>
              <a:ext uri="{C183D7F6-B498-43B3-948B-1728B52AA6E4}">
                <adec:decorative xmlns:adec="http://schemas.microsoft.com/office/drawing/2017/decorative" val="1"/>
              </a:ext>
            </a:extLst>
          </p:cNvPr>
          <p:cNvSpPr>
            <a:spLocks/>
          </p:cNvSpPr>
          <p:nvPr userDrawn="1"/>
        </p:nvSpPr>
        <p:spPr>
          <a:xfrm>
            <a:off x="8565206" y="4817511"/>
            <a:ext cx="749917" cy="827071"/>
          </a:xfrm>
          <a:custGeom>
            <a:avLst/>
            <a:gdLst>
              <a:gd name="connsiteX0" fmla="*/ 446576 w 749917"/>
              <a:gd name="connsiteY0" fmla="*/ 0 h 827071"/>
              <a:gd name="connsiteX1" fmla="*/ 483313 w 749917"/>
              <a:gd name="connsiteY1" fmla="*/ 11094 h 827071"/>
              <a:gd name="connsiteX2" fmla="*/ 749917 w 749917"/>
              <a:gd name="connsiteY2" fmla="*/ 402396 h 827071"/>
              <a:gd name="connsiteX3" fmla="*/ 313401 w 749917"/>
              <a:gd name="connsiteY3" fmla="*/ 827071 h 827071"/>
              <a:gd name="connsiteX4" fmla="*/ 4738 w 749917"/>
              <a:gd name="connsiteY4" fmla="*/ 702687 h 827071"/>
              <a:gd name="connsiteX5" fmla="*/ 0 w 749917"/>
              <a:gd name="connsiteY5" fmla="*/ 697100 h 827071"/>
              <a:gd name="connsiteX6" fmla="*/ 22878 w 749917"/>
              <a:gd name="connsiteY6" fmla="*/ 671927 h 827071"/>
              <a:gd name="connsiteX7" fmla="*/ 371853 w 749917"/>
              <a:gd name="connsiteY7" fmla="*/ 155115 h 827071"/>
              <a:gd name="connsiteX8" fmla="*/ 446576 w 749917"/>
              <a:gd name="connsiteY8" fmla="*/ 0 h 8270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49917" h="827071">
                <a:moveTo>
                  <a:pt x="446576" y="0"/>
                </a:moveTo>
                <a:lnTo>
                  <a:pt x="483313" y="11094"/>
                </a:lnTo>
                <a:cubicBezTo>
                  <a:pt x="639985" y="75563"/>
                  <a:pt x="749917" y="226490"/>
                  <a:pt x="749917" y="402396"/>
                </a:cubicBezTo>
                <a:cubicBezTo>
                  <a:pt x="749917" y="636938"/>
                  <a:pt x="554482" y="827071"/>
                  <a:pt x="313401" y="827071"/>
                </a:cubicBezTo>
                <a:cubicBezTo>
                  <a:pt x="192860" y="827071"/>
                  <a:pt x="83732" y="779538"/>
                  <a:pt x="4738" y="702687"/>
                </a:cubicBezTo>
                <a:lnTo>
                  <a:pt x="0" y="697100"/>
                </a:lnTo>
                <a:lnTo>
                  <a:pt x="22878" y="671927"/>
                </a:lnTo>
                <a:cubicBezTo>
                  <a:pt x="155000" y="511833"/>
                  <a:pt x="272049" y="338838"/>
                  <a:pt x="371853" y="155115"/>
                </a:cubicBezTo>
                <a:lnTo>
                  <a:pt x="446576"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984204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Summary">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BCB8A6E1-44B2-54E1-6460-1C9B27EE75FD}"/>
              </a:ext>
              <a:ext uri="{C183D7F6-B498-43B3-948B-1728B52AA6E4}">
                <adec:decorative xmlns:adec="http://schemas.microsoft.com/office/drawing/2017/decorative" val="1"/>
              </a:ext>
            </a:extLst>
          </p:cNvPr>
          <p:cNvGrpSpPr/>
          <p:nvPr userDrawn="1"/>
        </p:nvGrpSpPr>
        <p:grpSpPr>
          <a:xfrm>
            <a:off x="0" y="0"/>
            <a:ext cx="5698912" cy="6858001"/>
            <a:chOff x="0" y="-1"/>
            <a:chExt cx="5698912" cy="6858001"/>
          </a:xfrm>
        </p:grpSpPr>
        <p:sp>
          <p:nvSpPr>
            <p:cNvPr id="12" name="Freeform: Shape 11">
              <a:extLst>
                <a:ext uri="{FF2B5EF4-FFF2-40B4-BE49-F238E27FC236}">
                  <a16:creationId xmlns:a16="http://schemas.microsoft.com/office/drawing/2014/main" id="{D22D7888-22FA-4AA1-9BA4-CC61D6643D47}"/>
                </a:ext>
              </a:extLst>
            </p:cNvPr>
            <p:cNvSpPr/>
            <p:nvPr userDrawn="1"/>
          </p:nvSpPr>
          <p:spPr>
            <a:xfrm flipH="1">
              <a:off x="530529" y="0"/>
              <a:ext cx="1155142" cy="591009"/>
            </a:xfrm>
            <a:custGeom>
              <a:avLst/>
              <a:gdLst>
                <a:gd name="connsiteX0" fmla="*/ 1355 w 1155142"/>
                <a:gd name="connsiteY0" fmla="*/ 0 h 591009"/>
                <a:gd name="connsiteX1" fmla="*/ 1153787 w 1155142"/>
                <a:gd name="connsiteY1" fmla="*/ 0 h 591009"/>
                <a:gd name="connsiteX2" fmla="*/ 1155142 w 1155142"/>
                <a:gd name="connsiteY2" fmla="*/ 13438 h 591009"/>
                <a:gd name="connsiteX3" fmla="*/ 577571 w 1155142"/>
                <a:gd name="connsiteY3" fmla="*/ 591009 h 591009"/>
                <a:gd name="connsiteX4" fmla="*/ 0 w 1155142"/>
                <a:gd name="connsiteY4" fmla="*/ 13438 h 591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5142" h="591009">
                  <a:moveTo>
                    <a:pt x="1355" y="0"/>
                  </a:moveTo>
                  <a:lnTo>
                    <a:pt x="1153787" y="0"/>
                  </a:lnTo>
                  <a:lnTo>
                    <a:pt x="1155142" y="13438"/>
                  </a:lnTo>
                  <a:cubicBezTo>
                    <a:pt x="1155142" y="332422"/>
                    <a:pt x="896555" y="591009"/>
                    <a:pt x="577571" y="591009"/>
                  </a:cubicBezTo>
                  <a:cubicBezTo>
                    <a:pt x="258587" y="591009"/>
                    <a:pt x="0" y="332422"/>
                    <a:pt x="0" y="13438"/>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4" name="Freeform: Shape 13">
              <a:extLst>
                <a:ext uri="{FF2B5EF4-FFF2-40B4-BE49-F238E27FC236}">
                  <a16:creationId xmlns:a16="http://schemas.microsoft.com/office/drawing/2014/main" id="{EBB6E464-8999-4773-A1F2-E6CAA990E572}"/>
                </a:ext>
              </a:extLst>
            </p:cNvPr>
            <p:cNvSpPr/>
            <p:nvPr userDrawn="1"/>
          </p:nvSpPr>
          <p:spPr>
            <a:xfrm flipH="1">
              <a:off x="3961511" y="-1"/>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Freeform: Shape 17">
              <a:extLst>
                <a:ext uri="{FF2B5EF4-FFF2-40B4-BE49-F238E27FC236}">
                  <a16:creationId xmlns:a16="http://schemas.microsoft.com/office/drawing/2014/main" id="{1EA14BE8-FDD0-4434-9C3E-BFF78C22D9E3}"/>
                </a:ext>
              </a:extLst>
            </p:cNvPr>
            <p:cNvSpPr/>
            <p:nvPr userDrawn="1"/>
          </p:nvSpPr>
          <p:spPr>
            <a:xfrm flipH="1">
              <a:off x="0" y="5835649"/>
              <a:ext cx="1548180" cy="1022351"/>
            </a:xfrm>
            <a:custGeom>
              <a:avLst/>
              <a:gdLst>
                <a:gd name="connsiteX0" fmla="*/ 61913 w 1548180"/>
                <a:gd name="connsiteY0" fmla="*/ 0 h 1022351"/>
                <a:gd name="connsiteX1" fmla="*/ 1548180 w 1548180"/>
                <a:gd name="connsiteY1" fmla="*/ 0 h 1022351"/>
                <a:gd name="connsiteX2" fmla="*/ 1548180 w 1548180"/>
                <a:gd name="connsiteY2" fmla="*/ 123825 h 1022351"/>
                <a:gd name="connsiteX3" fmla="*/ 123825 w 1548180"/>
                <a:gd name="connsiteY3" fmla="*/ 123825 h 1022351"/>
                <a:gd name="connsiteX4" fmla="*/ 123825 w 1548180"/>
                <a:gd name="connsiteY4" fmla="*/ 1022351 h 1022351"/>
                <a:gd name="connsiteX5" fmla="*/ 0 w 1548180"/>
                <a:gd name="connsiteY5" fmla="*/ 1022351 h 1022351"/>
                <a:gd name="connsiteX6" fmla="*/ 0 w 1548180"/>
                <a:gd name="connsiteY6" fmla="*/ 61913 h 1022351"/>
                <a:gd name="connsiteX7" fmla="*/ 61913 w 1548180"/>
                <a:gd name="connsiteY7" fmla="*/ 0 h 1022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48180" h="1022351">
                  <a:moveTo>
                    <a:pt x="61913" y="0"/>
                  </a:moveTo>
                  <a:lnTo>
                    <a:pt x="1548180" y="0"/>
                  </a:lnTo>
                  <a:lnTo>
                    <a:pt x="1548180" y="123825"/>
                  </a:lnTo>
                  <a:lnTo>
                    <a:pt x="123825" y="123825"/>
                  </a:lnTo>
                  <a:lnTo>
                    <a:pt x="123825" y="1022351"/>
                  </a:lnTo>
                  <a:lnTo>
                    <a:pt x="0" y="1022351"/>
                  </a:ln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Freeform: Shape 21">
              <a:extLst>
                <a:ext uri="{FF2B5EF4-FFF2-40B4-BE49-F238E27FC236}">
                  <a16:creationId xmlns:a16="http://schemas.microsoft.com/office/drawing/2014/main" id="{E494E364-7EA8-4D92-915D-75D1A3A67C07}"/>
                </a:ext>
              </a:extLst>
            </p:cNvPr>
            <p:cNvSpPr/>
            <p:nvPr userDrawn="1"/>
          </p:nvSpPr>
          <p:spPr>
            <a:xfrm flipH="1">
              <a:off x="4132972" y="6258755"/>
              <a:ext cx="1565940" cy="599245"/>
            </a:xfrm>
            <a:custGeom>
              <a:avLst/>
              <a:gdLst>
                <a:gd name="connsiteX0" fmla="*/ 782970 w 1565940"/>
                <a:gd name="connsiteY0" fmla="*/ 0 h 599245"/>
                <a:gd name="connsiteX1" fmla="*/ 1528042 w 1565940"/>
                <a:gd name="connsiteY1" fmla="*/ 480469 h 599245"/>
                <a:gd name="connsiteX2" fmla="*/ 1565940 w 1565940"/>
                <a:gd name="connsiteY2" fmla="*/ 599245 h 599245"/>
                <a:gd name="connsiteX3" fmla="*/ 0 w 1565940"/>
                <a:gd name="connsiteY3" fmla="*/ 599245 h 599245"/>
                <a:gd name="connsiteX4" fmla="*/ 37898 w 1565940"/>
                <a:gd name="connsiteY4" fmla="*/ 480469 h 599245"/>
                <a:gd name="connsiteX5" fmla="*/ 782970 w 1565940"/>
                <a:gd name="connsiteY5" fmla="*/ 0 h 599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65940" h="599245">
                  <a:moveTo>
                    <a:pt x="782970" y="0"/>
                  </a:moveTo>
                  <a:cubicBezTo>
                    <a:pt x="1117910" y="0"/>
                    <a:pt x="1405287" y="198118"/>
                    <a:pt x="1528042" y="480469"/>
                  </a:cubicBezTo>
                  <a:lnTo>
                    <a:pt x="1565940" y="599245"/>
                  </a:lnTo>
                  <a:lnTo>
                    <a:pt x="0" y="599245"/>
                  </a:lnTo>
                  <a:lnTo>
                    <a:pt x="37898" y="480469"/>
                  </a:lnTo>
                  <a:cubicBezTo>
                    <a:pt x="160653" y="198118"/>
                    <a:pt x="448030" y="0"/>
                    <a:pt x="782970"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sp>
        <p:nvSpPr>
          <p:cNvPr id="7" name="Title 1">
            <a:extLst>
              <a:ext uri="{FF2B5EF4-FFF2-40B4-BE49-F238E27FC236}">
                <a16:creationId xmlns:a16="http://schemas.microsoft.com/office/drawing/2014/main" id="{4F9EBE3B-A856-C23C-4698-B764DF4BC70D}"/>
              </a:ext>
            </a:extLst>
          </p:cNvPr>
          <p:cNvSpPr>
            <a:spLocks noGrp="1"/>
          </p:cNvSpPr>
          <p:nvPr>
            <p:ph type="title" hasCustomPrompt="1"/>
          </p:nvPr>
        </p:nvSpPr>
        <p:spPr>
          <a:xfrm>
            <a:off x="6222118" y="262762"/>
            <a:ext cx="5507421" cy="3649718"/>
          </a:xfrm>
        </p:spPr>
        <p:txBody>
          <a:bodyPr anchor="b">
            <a:normAutofit/>
          </a:bodyPr>
          <a:lstStyle>
            <a:lvl1pPr>
              <a:defRPr sz="6000"/>
            </a:lvl1pPr>
          </a:lstStyle>
          <a:p>
            <a:r>
              <a:rPr lang="en-US" dirty="0"/>
              <a:t>Click to add title</a:t>
            </a:r>
          </a:p>
        </p:txBody>
      </p:sp>
      <p:sp>
        <p:nvSpPr>
          <p:cNvPr id="8" name="Picture Placeholder 7">
            <a:extLst>
              <a:ext uri="{FF2B5EF4-FFF2-40B4-BE49-F238E27FC236}">
                <a16:creationId xmlns:a16="http://schemas.microsoft.com/office/drawing/2014/main" id="{74C9CB37-5251-201C-ACE3-FD69A00C772E}"/>
              </a:ext>
            </a:extLst>
          </p:cNvPr>
          <p:cNvSpPr>
            <a:spLocks noGrp="1"/>
          </p:cNvSpPr>
          <p:nvPr>
            <p:ph type="pic" sz="quarter" idx="14"/>
          </p:nvPr>
        </p:nvSpPr>
        <p:spPr>
          <a:xfrm>
            <a:off x="707393" y="847600"/>
            <a:ext cx="4619625" cy="4617720"/>
          </a:xfrm>
          <a:prstGeom prst="ellipse">
            <a:avLst/>
          </a:prstGeom>
          <a:noFill/>
        </p:spPr>
        <p:txBody>
          <a:bodyPr tIns="548640">
            <a:normAutofit/>
          </a:bodyPr>
          <a:lstStyle>
            <a:lvl1pPr marL="0" indent="0" algn="ctr">
              <a:buNone/>
              <a:defRPr sz="2000"/>
            </a:lvl1pPr>
          </a:lstStyle>
          <a:p>
            <a:r>
              <a:rPr lang="en-US"/>
              <a:t>Click icon to add picture</a:t>
            </a:r>
            <a:endParaRPr lang="en-US" dirty="0"/>
          </a:p>
        </p:txBody>
      </p:sp>
      <p:sp>
        <p:nvSpPr>
          <p:cNvPr id="9" name="Content Placeholder 2">
            <a:extLst>
              <a:ext uri="{FF2B5EF4-FFF2-40B4-BE49-F238E27FC236}">
                <a16:creationId xmlns:a16="http://schemas.microsoft.com/office/drawing/2014/main" id="{EBF08299-9068-827D-783B-BFF5B95E9574}"/>
              </a:ext>
            </a:extLst>
          </p:cNvPr>
          <p:cNvSpPr>
            <a:spLocks noGrp="1"/>
          </p:cNvSpPr>
          <p:nvPr>
            <p:ph idx="1" hasCustomPrompt="1"/>
          </p:nvPr>
        </p:nvSpPr>
        <p:spPr>
          <a:xfrm>
            <a:off x="6222118" y="4058263"/>
            <a:ext cx="5507421" cy="2141482"/>
          </a:xfrm>
        </p:spPr>
        <p:txBody>
          <a:bodyPr>
            <a:normAutofit/>
          </a:bodyPr>
          <a:lstStyle>
            <a:lvl1pPr marL="0" indent="0">
              <a:lnSpc>
                <a:spcPct val="90000"/>
              </a:lnSpc>
              <a:buFont typeface="Arial" panose="020B0604020202020204" pitchFamily="34" charset="0"/>
              <a:buNone/>
              <a:defRPr sz="2400"/>
            </a:lvl1pPr>
            <a:lvl2pPr marL="228600">
              <a:lnSpc>
                <a:spcPct val="90000"/>
              </a:lnSpc>
              <a:buClr>
                <a:schemeClr val="accent2"/>
              </a:buClr>
              <a:defRPr sz="2000"/>
            </a:lvl2pPr>
            <a:lvl3pPr marL="457200">
              <a:lnSpc>
                <a:spcPct val="90000"/>
              </a:lnSpc>
              <a:buClr>
                <a:schemeClr val="accent2"/>
              </a:buClr>
              <a:defRPr sz="1800"/>
            </a:lvl3pPr>
            <a:lvl4pPr marL="685800">
              <a:lnSpc>
                <a:spcPct val="90000"/>
              </a:lnSpc>
              <a:buClr>
                <a:schemeClr val="accent2"/>
              </a:buClr>
              <a:defRPr sz="1600"/>
            </a:lvl4pPr>
            <a:lvl5pPr>
              <a:lnSpc>
                <a:spcPct val="110000"/>
              </a:lnSpc>
              <a:defRPr/>
            </a:lvl5pPr>
          </a:lstStyle>
          <a:p>
            <a:pPr lvl="0"/>
            <a:r>
              <a:rPr lang="en-US" dirty="0"/>
              <a:t>Click to add content</a:t>
            </a:r>
          </a:p>
          <a:p>
            <a:pPr lvl="1"/>
            <a:r>
              <a:rPr lang="en-US" dirty="0"/>
              <a:t>Second level</a:t>
            </a:r>
          </a:p>
          <a:p>
            <a:pPr lvl="2"/>
            <a:r>
              <a:rPr lang="en-US" dirty="0"/>
              <a:t>Third level</a:t>
            </a:r>
          </a:p>
          <a:p>
            <a:pPr lvl="3"/>
            <a:r>
              <a:rPr lang="en-US" dirty="0"/>
              <a:t>Fourth level</a:t>
            </a:r>
          </a:p>
        </p:txBody>
      </p:sp>
      <p:sp>
        <p:nvSpPr>
          <p:cNvPr id="3" name="Date Placeholder 2">
            <a:extLst>
              <a:ext uri="{FF2B5EF4-FFF2-40B4-BE49-F238E27FC236}">
                <a16:creationId xmlns:a16="http://schemas.microsoft.com/office/drawing/2014/main" id="{254D3190-B78C-42F1-9D62-F523886BBE51}"/>
              </a:ext>
            </a:extLst>
          </p:cNvPr>
          <p:cNvSpPr>
            <a:spLocks noGrp="1"/>
          </p:cNvSpPr>
          <p:nvPr>
            <p:ph type="dt" sz="half" idx="10"/>
          </p:nvPr>
        </p:nvSpPr>
        <p:spPr>
          <a:xfrm>
            <a:off x="1682496" y="6356350"/>
            <a:ext cx="1545336" cy="365125"/>
          </a:xfrm>
        </p:spPr>
        <p:txBody>
          <a:bodyPr/>
          <a:lstStyle>
            <a:lvl1pPr>
              <a:defRPr>
                <a:latin typeface="+mn-lt"/>
              </a:defRPr>
            </a:lvl1pPr>
          </a:lstStyle>
          <a:p>
            <a:pPr>
              <a:defRPr/>
            </a:pPr>
            <a:r>
              <a:rPr lang="en-US" dirty="0">
                <a:solidFill>
                  <a:prstClr val="black">
                    <a:tint val="75000"/>
                  </a:prstClr>
                </a:solidFill>
              </a:rPr>
              <a:t>9/3/20XX</a:t>
            </a:r>
          </a:p>
        </p:txBody>
      </p:sp>
      <p:sp>
        <p:nvSpPr>
          <p:cNvPr id="4" name="Footer Placeholder 3">
            <a:extLst>
              <a:ext uri="{FF2B5EF4-FFF2-40B4-BE49-F238E27FC236}">
                <a16:creationId xmlns:a16="http://schemas.microsoft.com/office/drawing/2014/main" id="{EA381C40-F9FC-4D58-8508-F0632DF5A018}"/>
              </a:ext>
            </a:extLst>
          </p:cNvPr>
          <p:cNvSpPr>
            <a:spLocks noGrp="1"/>
          </p:cNvSpPr>
          <p:nvPr>
            <p:ph type="ftr" sz="quarter" idx="11"/>
          </p:nvPr>
        </p:nvSpPr>
        <p:spPr>
          <a:xfrm>
            <a:off x="6099048" y="6356350"/>
            <a:ext cx="4114800" cy="365125"/>
          </a:xfrm>
        </p:spPr>
        <p:txBody>
          <a:bodyPr/>
          <a:lstStyle>
            <a:lvl1pPr algn="l">
              <a:defRPr>
                <a:latin typeface="+mn-lt"/>
              </a:defRPr>
            </a:lvl1pPr>
          </a:lstStyle>
          <a:p>
            <a:pPr algn="l">
              <a:defRPr/>
            </a:pPr>
            <a:r>
              <a:rPr lang="en-US" dirty="0">
                <a:solidFill>
                  <a:prstClr val="black">
                    <a:tint val="75000"/>
                  </a:prstClr>
                </a:solidFill>
              </a:rPr>
              <a:t>Pitch deck</a:t>
            </a:r>
          </a:p>
        </p:txBody>
      </p:sp>
      <p:sp>
        <p:nvSpPr>
          <p:cNvPr id="5" name="Slide Number Placeholder 4">
            <a:extLst>
              <a:ext uri="{FF2B5EF4-FFF2-40B4-BE49-F238E27FC236}">
                <a16:creationId xmlns:a16="http://schemas.microsoft.com/office/drawing/2014/main" id="{2101CBCC-4CC2-49BD-B155-01E0F4D798BE}"/>
              </a:ext>
            </a:extLst>
          </p:cNvPr>
          <p:cNvSpPr>
            <a:spLocks noGrp="1"/>
          </p:cNvSpPr>
          <p:nvPr>
            <p:ph type="sldNum" sz="quarter" idx="12"/>
          </p:nvPr>
        </p:nvSpPr>
        <p:spPr>
          <a:xfrm>
            <a:off x="10506456" y="6356350"/>
            <a:ext cx="850392" cy="365125"/>
          </a:xfrm>
        </p:spPr>
        <p:txBody>
          <a:bodyPr/>
          <a:lstStyle>
            <a:lvl1pPr>
              <a:defRPr>
                <a:latin typeface="+mn-lt"/>
              </a:defRPr>
            </a:lvl1pPr>
          </a:lstStyle>
          <a:p>
            <a:pPr>
              <a:defRPr/>
            </a:pPr>
            <a:fld id="{D76B855D-E9CC-4FF8-AD85-6CDC7B89A0DE}" type="slidenum">
              <a:rPr lang="en-US" smtClean="0">
                <a:solidFill>
                  <a:prstClr val="black">
                    <a:tint val="75000"/>
                  </a:prstClr>
                </a:solidFill>
              </a:rPr>
              <a:pPr>
                <a:defRPr/>
              </a:pPr>
              <a:t>‹#›</a:t>
            </a:fld>
            <a:endParaRPr lang="en-US" dirty="0">
              <a:solidFill>
                <a:prstClr val="black">
                  <a:tint val="75000"/>
                </a:prstClr>
              </a:solidFill>
            </a:endParaRPr>
          </a:p>
        </p:txBody>
      </p:sp>
    </p:spTree>
    <p:extLst>
      <p:ext uri="{BB962C8B-B14F-4D97-AF65-F5344CB8AC3E}">
        <p14:creationId xmlns:p14="http://schemas.microsoft.com/office/powerpoint/2010/main" val="15174680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7BD59-35CC-9BB3-8621-6FA3356F81AA}"/>
              </a:ext>
            </a:extLst>
          </p:cNvPr>
          <p:cNvSpPr>
            <a:spLocks noGrp="1"/>
          </p:cNvSpPr>
          <p:nvPr>
            <p:ph type="title" hasCustomPrompt="1"/>
          </p:nvPr>
        </p:nvSpPr>
        <p:spPr>
          <a:xfrm>
            <a:off x="838200" y="304803"/>
            <a:ext cx="10515600" cy="1472974"/>
          </a:xfrm>
        </p:spPr>
        <p:txBody>
          <a:bodyPr anchor="ctr" anchorCtr="0">
            <a:noAutofit/>
          </a:bodyPr>
          <a:lstStyle/>
          <a:p>
            <a:r>
              <a:rPr lang="en-US" dirty="0"/>
              <a:t>Click to add title</a:t>
            </a:r>
          </a:p>
        </p:txBody>
      </p:sp>
      <p:sp>
        <p:nvSpPr>
          <p:cNvPr id="13" name="Content Placeholder 12">
            <a:extLst>
              <a:ext uri="{FF2B5EF4-FFF2-40B4-BE49-F238E27FC236}">
                <a16:creationId xmlns:a16="http://schemas.microsoft.com/office/drawing/2014/main" id="{E3FB7D8D-37C3-E089-EC02-FB49A13CBE1D}"/>
              </a:ext>
            </a:extLst>
          </p:cNvPr>
          <p:cNvSpPr>
            <a:spLocks noGrp="1"/>
          </p:cNvSpPr>
          <p:nvPr>
            <p:ph sz="quarter" idx="13" hasCustomPrompt="1"/>
          </p:nvPr>
        </p:nvSpPr>
        <p:spPr>
          <a:xfrm>
            <a:off x="838200" y="1838099"/>
            <a:ext cx="8012113" cy="4284889"/>
          </a:xfrm>
        </p:spPr>
        <p:txBody>
          <a:bodyPr>
            <a:normAutofit/>
          </a:bodyPr>
          <a:lstStyle>
            <a:lvl1pPr>
              <a:lnSpc>
                <a:spcPct val="90000"/>
              </a:lnSpc>
              <a:spcBef>
                <a:spcPts val="1000"/>
              </a:spcBef>
              <a:spcAft>
                <a:spcPts val="800"/>
              </a:spcAft>
              <a:buClr>
                <a:schemeClr val="accent2"/>
              </a:buClr>
              <a:defRPr sz="1800"/>
            </a:lvl1pPr>
            <a:lvl2pPr>
              <a:lnSpc>
                <a:spcPct val="90000"/>
              </a:lnSpc>
              <a:spcBef>
                <a:spcPts val="1000"/>
              </a:spcBef>
              <a:spcAft>
                <a:spcPts val="800"/>
              </a:spcAft>
              <a:buClr>
                <a:schemeClr val="accent2"/>
              </a:buClr>
              <a:defRPr sz="1600"/>
            </a:lvl2pPr>
            <a:lvl3pPr>
              <a:lnSpc>
                <a:spcPct val="90000"/>
              </a:lnSpc>
              <a:spcBef>
                <a:spcPts val="1000"/>
              </a:spcBef>
              <a:spcAft>
                <a:spcPts val="800"/>
              </a:spcAft>
              <a:buClr>
                <a:schemeClr val="accent2"/>
              </a:buClr>
              <a:defRPr sz="1400"/>
            </a:lvl3pPr>
            <a:lvl4pPr>
              <a:lnSpc>
                <a:spcPct val="90000"/>
              </a:lnSpc>
              <a:spcBef>
                <a:spcPts val="1000"/>
              </a:spcBef>
              <a:spcAft>
                <a:spcPts val="800"/>
              </a:spcAft>
              <a:buClr>
                <a:schemeClr val="accent2"/>
              </a:buClr>
              <a:defRPr sz="1200"/>
            </a:lvl4pPr>
            <a:lvl5pPr>
              <a:lnSpc>
                <a:spcPct val="90000"/>
              </a:lnSpc>
              <a:spcBef>
                <a:spcPts val="1000"/>
              </a:spcBef>
              <a:spcAft>
                <a:spcPts val="800"/>
              </a:spcAft>
              <a:buClr>
                <a:schemeClr val="accent2"/>
              </a:buClr>
              <a:defRPr sz="12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fld id="{D6D8061D-18C3-4F4F-85EF-561633F58754}" type="datetimeFigureOut">
              <a:rPr lang="en-US" smtClean="0"/>
              <a:t>11/25/2024</a:t>
            </a:fld>
            <a:endParaRPr lang="en-US" dirty="0"/>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dirty="0"/>
          </a:p>
        </p:txBody>
      </p:sp>
      <p:sp>
        <p:nvSpPr>
          <p:cNvPr id="7" name="Freeform: Shape 14">
            <a:extLst>
              <a:ext uri="{FF2B5EF4-FFF2-40B4-BE49-F238E27FC236}">
                <a16:creationId xmlns:a16="http://schemas.microsoft.com/office/drawing/2014/main" id="{438B6FA2-AF11-618E-2B1A-38BF083DF340}"/>
              </a:ext>
              <a:ext uri="{C183D7F6-B498-43B3-948B-1728B52AA6E4}">
                <adec:decorative xmlns:adec="http://schemas.microsoft.com/office/drawing/2017/decorative" val="1"/>
              </a:ext>
            </a:extLst>
          </p:cNvPr>
          <p:cNvSpPr/>
          <p:nvPr userDrawn="1"/>
        </p:nvSpPr>
        <p:spPr>
          <a:xfrm rot="16200000">
            <a:off x="-381048" y="5144407"/>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Freeform: Shape 13">
            <a:extLst>
              <a:ext uri="{FF2B5EF4-FFF2-40B4-BE49-F238E27FC236}">
                <a16:creationId xmlns:a16="http://schemas.microsoft.com/office/drawing/2014/main" id="{A269A8D8-A4AE-CEFF-E928-7DB1CFB3E401}"/>
              </a:ext>
              <a:ext uri="{C183D7F6-B498-43B3-948B-1728B52AA6E4}">
                <adec:decorative xmlns:adec="http://schemas.microsoft.com/office/drawing/2017/decorative" val="1"/>
              </a:ext>
            </a:extLst>
          </p:cNvPr>
          <p:cNvSpPr/>
          <p:nvPr userDrawn="1"/>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1" name="Freeform: Shape 19">
            <a:extLst>
              <a:ext uri="{FF2B5EF4-FFF2-40B4-BE49-F238E27FC236}">
                <a16:creationId xmlns:a16="http://schemas.microsoft.com/office/drawing/2014/main" id="{15418837-E689-97BE-9FAD-FEDBD599EBAD}"/>
              </a:ext>
              <a:ext uri="{C183D7F6-B498-43B3-948B-1728B52AA6E4}">
                <adec:decorative xmlns:adec="http://schemas.microsoft.com/office/drawing/2017/decorative" val="1"/>
              </a:ext>
            </a:extLst>
          </p:cNvPr>
          <p:cNvSpPr/>
          <p:nvPr userDrawn="1"/>
        </p:nvSpPr>
        <p:spPr>
          <a:xfrm rot="10800000" flipH="1">
            <a:off x="11109434" y="3527042"/>
            <a:ext cx="1082566" cy="1616525"/>
          </a:xfrm>
          <a:custGeom>
            <a:avLst/>
            <a:gdLst>
              <a:gd name="connsiteX0" fmla="*/ 61913 w 1186451"/>
              <a:gd name="connsiteY0" fmla="*/ 0 h 1771650"/>
              <a:gd name="connsiteX1" fmla="*/ 1186451 w 1186451"/>
              <a:gd name="connsiteY1" fmla="*/ 0 h 1771650"/>
              <a:gd name="connsiteX2" fmla="*/ 1186451 w 1186451"/>
              <a:gd name="connsiteY2" fmla="*/ 123825 h 1771650"/>
              <a:gd name="connsiteX3" fmla="*/ 123825 w 1186451"/>
              <a:gd name="connsiteY3" fmla="*/ 123825 h 1771650"/>
              <a:gd name="connsiteX4" fmla="*/ 123825 w 1186451"/>
              <a:gd name="connsiteY4" fmla="*/ 1647825 h 1771650"/>
              <a:gd name="connsiteX5" fmla="*/ 1186451 w 1186451"/>
              <a:gd name="connsiteY5" fmla="*/ 1647825 h 1771650"/>
              <a:gd name="connsiteX6" fmla="*/ 1186451 w 1186451"/>
              <a:gd name="connsiteY6" fmla="*/ 1771650 h 1771650"/>
              <a:gd name="connsiteX7" fmla="*/ 61913 w 1186451"/>
              <a:gd name="connsiteY7" fmla="*/ 1771650 h 1771650"/>
              <a:gd name="connsiteX8" fmla="*/ 0 w 1186451"/>
              <a:gd name="connsiteY8" fmla="*/ 1709738 h 1771650"/>
              <a:gd name="connsiteX9" fmla="*/ 0 w 1186451"/>
              <a:gd name="connsiteY9" fmla="*/ 61913 h 1771650"/>
              <a:gd name="connsiteX10" fmla="*/ 61913 w 1186451"/>
              <a:gd name="connsiteY10" fmla="*/ 0 h 1771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6451" h="1771650">
                <a:moveTo>
                  <a:pt x="61913" y="0"/>
                </a:moveTo>
                <a:lnTo>
                  <a:pt x="1186451" y="0"/>
                </a:lnTo>
                <a:lnTo>
                  <a:pt x="1186451" y="123825"/>
                </a:lnTo>
                <a:lnTo>
                  <a:pt x="123825" y="123825"/>
                </a:lnTo>
                <a:lnTo>
                  <a:pt x="123825" y="1647825"/>
                </a:lnTo>
                <a:lnTo>
                  <a:pt x="1186451" y="1647825"/>
                </a:lnTo>
                <a:lnTo>
                  <a:pt x="1186451" y="1771650"/>
                </a:lnTo>
                <a:lnTo>
                  <a:pt x="61913" y="1771650"/>
                </a:lnTo>
                <a:cubicBezTo>
                  <a:pt x="27719" y="1771650"/>
                  <a:pt x="0" y="1743932"/>
                  <a:pt x="0" y="1709738"/>
                </a:cubicBezTo>
                <a:lnTo>
                  <a:pt x="0" y="61913"/>
                </a:lnTo>
                <a:cubicBezTo>
                  <a:pt x="0" y="27719"/>
                  <a:pt x="27719" y="0"/>
                  <a:pt x="61913" y="0"/>
                </a:cubicBezTo>
                <a:close/>
              </a:path>
            </a:pathLst>
          </a:custGeom>
          <a:solidFill>
            <a:schemeClr val="accent5"/>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878947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Title">
    <p:spTree>
      <p:nvGrpSpPr>
        <p:cNvPr id="1" name=""/>
        <p:cNvGrpSpPr/>
        <p:nvPr/>
      </p:nvGrpSpPr>
      <p:grpSpPr>
        <a:xfrm>
          <a:off x="0" y="0"/>
          <a:ext cx="0" cy="0"/>
          <a:chOff x="0" y="0"/>
          <a:chExt cx="0" cy="0"/>
        </a:xfrm>
      </p:grpSpPr>
      <p:sp>
        <p:nvSpPr>
          <p:cNvPr id="7" name="Oval 6">
            <a:extLst>
              <a:ext uri="{FF2B5EF4-FFF2-40B4-BE49-F238E27FC236}">
                <a16:creationId xmlns:a16="http://schemas.microsoft.com/office/drawing/2014/main" id="{7DF76A42-387B-8D66-1214-D40462070066}"/>
              </a:ext>
              <a:ext uri="{C183D7F6-B498-43B3-948B-1728B52AA6E4}">
                <adec:decorative xmlns:adec="http://schemas.microsoft.com/office/drawing/2017/decorative" val="1"/>
              </a:ext>
            </a:extLst>
          </p:cNvPr>
          <p:cNvSpPr/>
          <p:nvPr userDrawn="1"/>
        </p:nvSpPr>
        <p:spPr>
          <a:xfrm>
            <a:off x="7940621" y="704193"/>
            <a:ext cx="2296455" cy="2296455"/>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grpSp>
        <p:nvGrpSpPr>
          <p:cNvPr id="8" name="Group 7">
            <a:extLst>
              <a:ext uri="{FF2B5EF4-FFF2-40B4-BE49-F238E27FC236}">
                <a16:creationId xmlns:a16="http://schemas.microsoft.com/office/drawing/2014/main" id="{D2ACE818-46EF-547E-9315-A849483036BF}"/>
              </a:ext>
              <a:ext uri="{C183D7F6-B498-43B3-948B-1728B52AA6E4}">
                <adec:decorative xmlns:adec="http://schemas.microsoft.com/office/drawing/2017/decorative" val="1"/>
              </a:ext>
            </a:extLst>
          </p:cNvPr>
          <p:cNvGrpSpPr/>
          <p:nvPr userDrawn="1"/>
        </p:nvGrpSpPr>
        <p:grpSpPr>
          <a:xfrm>
            <a:off x="577652" y="0"/>
            <a:ext cx="8798419" cy="6816262"/>
            <a:chOff x="577652" y="-28502"/>
            <a:chExt cx="8798419" cy="6816262"/>
          </a:xfrm>
        </p:grpSpPr>
        <p:sp>
          <p:nvSpPr>
            <p:cNvPr id="9" name="Oval 8">
              <a:extLst>
                <a:ext uri="{FF2B5EF4-FFF2-40B4-BE49-F238E27FC236}">
                  <a16:creationId xmlns:a16="http://schemas.microsoft.com/office/drawing/2014/main" id="{E9644D21-8793-9A96-F305-5D20EE342B26}"/>
                </a:ext>
              </a:extLst>
            </p:cNvPr>
            <p:cNvSpPr/>
            <p:nvPr userDrawn="1"/>
          </p:nvSpPr>
          <p:spPr>
            <a:xfrm>
              <a:off x="2815929" y="148929"/>
              <a:ext cx="6560142" cy="656014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0" name="Arc 9">
              <a:extLst>
                <a:ext uri="{FF2B5EF4-FFF2-40B4-BE49-F238E27FC236}">
                  <a16:creationId xmlns:a16="http://schemas.microsoft.com/office/drawing/2014/main" id="{DF8D7AEF-C845-09F0-F31C-20B32BBA1EBA}"/>
                </a:ext>
              </a:extLst>
            </p:cNvPr>
            <p:cNvSpPr/>
            <p:nvPr userDrawn="1"/>
          </p:nvSpPr>
          <p:spPr>
            <a:xfrm rot="9222429" flipV="1">
              <a:off x="2494119" y="-28502"/>
              <a:ext cx="6816262" cy="6816262"/>
            </a:xfrm>
            <a:prstGeom prst="arc">
              <a:avLst>
                <a:gd name="adj1" fmla="val 16200000"/>
                <a:gd name="adj2" fmla="val 20093138"/>
              </a:avLst>
            </a:prstGeom>
            <a:ln w="127000" cap="rnd">
              <a:solidFill>
                <a:schemeClr val="accent4">
                  <a:alpha val="95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Oval 10">
              <a:extLst>
                <a:ext uri="{FF2B5EF4-FFF2-40B4-BE49-F238E27FC236}">
                  <a16:creationId xmlns:a16="http://schemas.microsoft.com/office/drawing/2014/main" id="{5F9D44CB-887B-C74D-3E96-5607E84DAEFF}"/>
                </a:ext>
              </a:extLst>
            </p:cNvPr>
            <p:cNvSpPr/>
            <p:nvPr userDrawn="1"/>
          </p:nvSpPr>
          <p:spPr>
            <a:xfrm>
              <a:off x="577652" y="1085116"/>
              <a:ext cx="759403" cy="738802"/>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sp>
        <p:nvSpPr>
          <p:cNvPr id="14" name="Freeform: Shape 19">
            <a:extLst>
              <a:ext uri="{FF2B5EF4-FFF2-40B4-BE49-F238E27FC236}">
                <a16:creationId xmlns:a16="http://schemas.microsoft.com/office/drawing/2014/main" id="{87D193F4-2337-0048-1BE7-C9A8154191F9}"/>
              </a:ext>
              <a:ext uri="{C183D7F6-B498-43B3-948B-1728B52AA6E4}">
                <adec:decorative xmlns:adec="http://schemas.microsoft.com/office/drawing/2017/decorative" val="1"/>
              </a:ext>
            </a:extLst>
          </p:cNvPr>
          <p:cNvSpPr/>
          <p:nvPr userDrawn="1"/>
        </p:nvSpPr>
        <p:spPr>
          <a:xfrm rot="16200000" flipH="1">
            <a:off x="936118" y="5508455"/>
            <a:ext cx="1082566" cy="1616525"/>
          </a:xfrm>
          <a:custGeom>
            <a:avLst/>
            <a:gdLst>
              <a:gd name="connsiteX0" fmla="*/ 61913 w 1186451"/>
              <a:gd name="connsiteY0" fmla="*/ 0 h 1771650"/>
              <a:gd name="connsiteX1" fmla="*/ 1186451 w 1186451"/>
              <a:gd name="connsiteY1" fmla="*/ 0 h 1771650"/>
              <a:gd name="connsiteX2" fmla="*/ 1186451 w 1186451"/>
              <a:gd name="connsiteY2" fmla="*/ 123825 h 1771650"/>
              <a:gd name="connsiteX3" fmla="*/ 123825 w 1186451"/>
              <a:gd name="connsiteY3" fmla="*/ 123825 h 1771650"/>
              <a:gd name="connsiteX4" fmla="*/ 123825 w 1186451"/>
              <a:gd name="connsiteY4" fmla="*/ 1647825 h 1771650"/>
              <a:gd name="connsiteX5" fmla="*/ 1186451 w 1186451"/>
              <a:gd name="connsiteY5" fmla="*/ 1647825 h 1771650"/>
              <a:gd name="connsiteX6" fmla="*/ 1186451 w 1186451"/>
              <a:gd name="connsiteY6" fmla="*/ 1771650 h 1771650"/>
              <a:gd name="connsiteX7" fmla="*/ 61913 w 1186451"/>
              <a:gd name="connsiteY7" fmla="*/ 1771650 h 1771650"/>
              <a:gd name="connsiteX8" fmla="*/ 0 w 1186451"/>
              <a:gd name="connsiteY8" fmla="*/ 1709738 h 1771650"/>
              <a:gd name="connsiteX9" fmla="*/ 0 w 1186451"/>
              <a:gd name="connsiteY9" fmla="*/ 61913 h 1771650"/>
              <a:gd name="connsiteX10" fmla="*/ 61913 w 1186451"/>
              <a:gd name="connsiteY10" fmla="*/ 0 h 1771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6451" h="1771650">
                <a:moveTo>
                  <a:pt x="61913" y="0"/>
                </a:moveTo>
                <a:lnTo>
                  <a:pt x="1186451" y="0"/>
                </a:lnTo>
                <a:lnTo>
                  <a:pt x="1186451" y="123825"/>
                </a:lnTo>
                <a:lnTo>
                  <a:pt x="123825" y="123825"/>
                </a:lnTo>
                <a:lnTo>
                  <a:pt x="123825" y="1647825"/>
                </a:lnTo>
                <a:lnTo>
                  <a:pt x="1186451" y="1647825"/>
                </a:lnTo>
                <a:lnTo>
                  <a:pt x="1186451" y="1771650"/>
                </a:lnTo>
                <a:lnTo>
                  <a:pt x="61913" y="1771650"/>
                </a:lnTo>
                <a:cubicBezTo>
                  <a:pt x="27719" y="1771650"/>
                  <a:pt x="0" y="1743932"/>
                  <a:pt x="0" y="1709738"/>
                </a:cubicBez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15" name="Straight Connector 14">
            <a:extLst>
              <a:ext uri="{FF2B5EF4-FFF2-40B4-BE49-F238E27FC236}">
                <a16:creationId xmlns:a16="http://schemas.microsoft.com/office/drawing/2014/main" id="{45EE4510-BCBA-C39A-BEF1-A391A3304F88}"/>
              </a:ext>
              <a:ext uri="{C183D7F6-B498-43B3-948B-1728B52AA6E4}">
                <adec:decorative xmlns:adec="http://schemas.microsoft.com/office/drawing/2017/decorative" val="1"/>
              </a:ext>
            </a:extLst>
          </p:cNvPr>
          <p:cNvCxnSpPr>
            <a:cxnSpLocks/>
          </p:cNvCxnSpPr>
          <p:nvPr userDrawn="1"/>
        </p:nvCxnSpPr>
        <p:spPr>
          <a:xfrm>
            <a:off x="11494655" y="5270490"/>
            <a:ext cx="0" cy="1597708"/>
          </a:xfrm>
          <a:prstGeom prst="line">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32772C41-A024-2F33-1F04-21E003FA7291}"/>
              </a:ext>
            </a:extLst>
          </p:cNvPr>
          <p:cNvSpPr>
            <a:spLocks noGrp="1"/>
          </p:cNvSpPr>
          <p:nvPr>
            <p:ph type="ctrTitle"/>
          </p:nvPr>
        </p:nvSpPr>
        <p:spPr>
          <a:xfrm>
            <a:off x="2815929" y="1349825"/>
            <a:ext cx="6560142" cy="3063149"/>
          </a:xfrm>
        </p:spPr>
        <p:txBody>
          <a:bodyPr anchor="ctr">
            <a:noAutofit/>
          </a:bodyPr>
          <a:lstStyle>
            <a:lvl1pPr algn="ctr">
              <a:defRPr sz="6000">
                <a:solidFill>
                  <a:schemeClr val="bg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473BC2DF-9C2A-052C-AD2C-0A8ABAA50374}"/>
              </a:ext>
            </a:extLst>
          </p:cNvPr>
          <p:cNvSpPr>
            <a:spLocks noGrp="1"/>
          </p:cNvSpPr>
          <p:nvPr>
            <p:ph type="subTitle" idx="1" hasCustomPrompt="1"/>
          </p:nvPr>
        </p:nvSpPr>
        <p:spPr>
          <a:xfrm>
            <a:off x="2815929" y="4412973"/>
            <a:ext cx="6560142" cy="1935571"/>
          </a:xfrm>
        </p:spPr>
        <p:txBody>
          <a:bodyPr>
            <a:noAutofit/>
          </a:bodyPr>
          <a:lstStyle>
            <a:lvl1pPr marL="0" indent="0" algn="ct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4" name="Date Placeholder 3">
            <a:extLst>
              <a:ext uri="{FF2B5EF4-FFF2-40B4-BE49-F238E27FC236}">
                <a16:creationId xmlns:a16="http://schemas.microsoft.com/office/drawing/2014/main" id="{C0070940-5919-2C95-2278-32E50BF14DD1}"/>
              </a:ext>
            </a:extLst>
          </p:cNvPr>
          <p:cNvSpPr>
            <a:spLocks noGrp="1"/>
          </p:cNvSpPr>
          <p:nvPr>
            <p:ph type="dt" sz="half" idx="10"/>
          </p:nvPr>
        </p:nvSpPr>
        <p:spPr/>
        <p:txBody>
          <a:bodyPr/>
          <a:lstStyle/>
          <a:p>
            <a:fld id="{D6D8061D-18C3-4F4F-85EF-561633F58754}" type="datetimeFigureOut">
              <a:rPr lang="en-US" smtClean="0"/>
              <a:t>11/25/2024</a:t>
            </a:fld>
            <a:endParaRPr lang="en-US" dirty="0"/>
          </a:p>
        </p:txBody>
      </p:sp>
      <p:sp>
        <p:nvSpPr>
          <p:cNvPr id="5" name="Footer Placeholder 4">
            <a:extLst>
              <a:ext uri="{FF2B5EF4-FFF2-40B4-BE49-F238E27FC236}">
                <a16:creationId xmlns:a16="http://schemas.microsoft.com/office/drawing/2014/main" id="{1957D599-49CF-19FE-6D86-C5EDB765F41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28931DF1-1C8D-86B9-BFDD-098FFC00FDC2}"/>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15637277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ntent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0C44A-93E6-6C58-5E88-AFDC594EC27A}"/>
              </a:ext>
            </a:extLst>
          </p:cNvPr>
          <p:cNvSpPr>
            <a:spLocks noGrp="1"/>
          </p:cNvSpPr>
          <p:nvPr>
            <p:ph type="title" hasCustomPrompt="1"/>
          </p:nvPr>
        </p:nvSpPr>
        <p:spPr/>
        <p:txBody>
          <a:bodyPr anchor="ctr" anchorCtr="0">
            <a:noAutofit/>
          </a:bodyPr>
          <a:lstStyle>
            <a:lvl1pPr>
              <a:defRPr/>
            </a:lvl1pPr>
          </a:lstStyle>
          <a:p>
            <a:r>
              <a:rPr lang="en-US" dirty="0"/>
              <a:t>Click to add title</a:t>
            </a:r>
          </a:p>
        </p:txBody>
      </p:sp>
      <p:sp>
        <p:nvSpPr>
          <p:cNvPr id="3" name="Content Placeholder 2">
            <a:extLst>
              <a:ext uri="{FF2B5EF4-FFF2-40B4-BE49-F238E27FC236}">
                <a16:creationId xmlns:a16="http://schemas.microsoft.com/office/drawing/2014/main" id="{0C813049-5F46-053E-6279-8183259649A6}"/>
              </a:ext>
            </a:extLst>
          </p:cNvPr>
          <p:cNvSpPr>
            <a:spLocks noGrp="1"/>
          </p:cNvSpPr>
          <p:nvPr>
            <p:ph sz="half" idx="1" hasCustomPrompt="1"/>
          </p:nvPr>
        </p:nvSpPr>
        <p:spPr>
          <a:xfrm>
            <a:off x="838200" y="1825625"/>
            <a:ext cx="4915163" cy="4297680"/>
          </a:xfrm>
        </p:spPr>
        <p:txBody>
          <a:bodyPr>
            <a:normAutofit/>
          </a:bodyPr>
          <a:lstStyle>
            <a:lvl1pPr marL="0" indent="0">
              <a:spcBef>
                <a:spcPts val="1000"/>
              </a:spcBef>
              <a:spcAft>
                <a:spcPts val="800"/>
              </a:spcAft>
              <a:buNone/>
              <a:defRPr sz="2000"/>
            </a:lvl1pPr>
            <a:lvl2pPr marL="228600" indent="-228600">
              <a:spcBef>
                <a:spcPts val="1000"/>
              </a:spcBef>
              <a:spcAft>
                <a:spcPts val="800"/>
              </a:spcAft>
              <a:buClr>
                <a:schemeClr val="accent2"/>
              </a:buClr>
              <a:buFont typeface="Arial" panose="020B0604020202020204" pitchFamily="34" charset="0"/>
              <a:buChar char="•"/>
              <a:defRPr sz="2000"/>
            </a:lvl2pPr>
            <a:lvl3pPr marL="594360" indent="-228600">
              <a:spcBef>
                <a:spcPts val="1000"/>
              </a:spcBef>
              <a:spcAft>
                <a:spcPts val="800"/>
              </a:spcAft>
              <a:buClr>
                <a:schemeClr val="accent2"/>
              </a:buClr>
              <a:buFont typeface="Arial" panose="020B0604020202020204" pitchFamily="34" charset="0"/>
              <a:buChar char="•"/>
              <a:defRPr sz="2000"/>
            </a:lvl3pPr>
            <a:lvl4pPr marL="868680" indent="-228600">
              <a:spcBef>
                <a:spcPts val="1000"/>
              </a:spcBef>
              <a:spcAft>
                <a:spcPts val="800"/>
              </a:spcAft>
              <a:buClr>
                <a:schemeClr val="accent2"/>
              </a:buClr>
              <a:buFont typeface="Arial" panose="020B0604020202020204" pitchFamily="34" charset="0"/>
              <a:buChar char="•"/>
              <a:defRPr sz="2000"/>
            </a:lvl4pPr>
            <a:lvl5pPr marL="1143000" indent="-228600">
              <a:spcBef>
                <a:spcPts val="1000"/>
              </a:spcBef>
              <a:spcAft>
                <a:spcPts val="800"/>
              </a:spcAft>
              <a:buClr>
                <a:schemeClr val="accent2"/>
              </a:buClr>
              <a:buFont typeface="Arial" panose="020B0604020202020204" pitchFamily="34" charset="0"/>
              <a:buChar char="•"/>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2">
            <a:extLst>
              <a:ext uri="{FF2B5EF4-FFF2-40B4-BE49-F238E27FC236}">
                <a16:creationId xmlns:a16="http://schemas.microsoft.com/office/drawing/2014/main" id="{5FB01ADF-164A-96FB-0129-C2A0F0ED0A85}"/>
              </a:ext>
            </a:extLst>
          </p:cNvPr>
          <p:cNvSpPr>
            <a:spLocks noGrp="1"/>
          </p:cNvSpPr>
          <p:nvPr>
            <p:ph sz="half" idx="15" hasCustomPrompt="1"/>
          </p:nvPr>
        </p:nvSpPr>
        <p:spPr>
          <a:xfrm>
            <a:off x="6147896" y="1816916"/>
            <a:ext cx="5212080" cy="4297680"/>
          </a:xfrm>
        </p:spPr>
        <p:txBody>
          <a:bodyPr>
            <a:normAutofit/>
          </a:bodyPr>
          <a:lstStyle>
            <a:lvl1pPr marL="0" indent="0">
              <a:spcBef>
                <a:spcPts val="1000"/>
              </a:spcBef>
              <a:spcAft>
                <a:spcPts val="800"/>
              </a:spcAft>
              <a:buNone/>
              <a:defRPr sz="2000"/>
            </a:lvl1pPr>
            <a:lvl2pPr marL="228600" indent="-228600">
              <a:spcBef>
                <a:spcPts val="1000"/>
              </a:spcBef>
              <a:spcAft>
                <a:spcPts val="800"/>
              </a:spcAft>
              <a:buClr>
                <a:schemeClr val="accent2"/>
              </a:buClr>
              <a:buFont typeface="Arial" panose="020B0604020202020204" pitchFamily="34" charset="0"/>
              <a:buChar char="•"/>
              <a:defRPr sz="2000"/>
            </a:lvl2pPr>
            <a:lvl3pPr marL="594360" indent="-228600">
              <a:spcBef>
                <a:spcPts val="1000"/>
              </a:spcBef>
              <a:spcAft>
                <a:spcPts val="800"/>
              </a:spcAft>
              <a:buClr>
                <a:schemeClr val="accent2"/>
              </a:buClr>
              <a:buFont typeface="Arial" panose="020B0604020202020204" pitchFamily="34" charset="0"/>
              <a:buChar char="•"/>
              <a:defRPr sz="2000"/>
            </a:lvl3pPr>
            <a:lvl4pPr marL="868680" indent="-228600">
              <a:spcBef>
                <a:spcPts val="1000"/>
              </a:spcBef>
              <a:spcAft>
                <a:spcPts val="800"/>
              </a:spcAft>
              <a:buClr>
                <a:schemeClr val="accent2"/>
              </a:buClr>
              <a:buFont typeface="Arial" panose="020B0604020202020204" pitchFamily="34" charset="0"/>
              <a:buChar char="•"/>
              <a:defRPr sz="2000"/>
            </a:lvl4pPr>
            <a:lvl5pPr marL="1143000" indent="-228600">
              <a:spcBef>
                <a:spcPts val="1000"/>
              </a:spcBef>
              <a:spcAft>
                <a:spcPts val="800"/>
              </a:spcAft>
              <a:buClr>
                <a:schemeClr val="accent2"/>
              </a:buClr>
              <a:buFont typeface="Arial" panose="020B0604020202020204" pitchFamily="34" charset="0"/>
              <a:buChar char="•"/>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grpSp>
        <p:nvGrpSpPr>
          <p:cNvPr id="11" name="Group 10">
            <a:extLst>
              <a:ext uri="{FF2B5EF4-FFF2-40B4-BE49-F238E27FC236}">
                <a16:creationId xmlns:a16="http://schemas.microsoft.com/office/drawing/2014/main" id="{C263F0DD-A38B-64B8-7412-087B487E6D47}"/>
              </a:ext>
              <a:ext uri="{C183D7F6-B498-43B3-948B-1728B52AA6E4}">
                <adec:decorative xmlns:adec="http://schemas.microsoft.com/office/drawing/2017/decorative" val="1"/>
              </a:ext>
            </a:extLst>
          </p:cNvPr>
          <p:cNvGrpSpPr/>
          <p:nvPr userDrawn="1"/>
        </p:nvGrpSpPr>
        <p:grpSpPr>
          <a:xfrm>
            <a:off x="123536" y="2"/>
            <a:ext cx="12068464" cy="6857998"/>
            <a:chOff x="123536" y="2"/>
            <a:chExt cx="12068464" cy="6857998"/>
          </a:xfrm>
        </p:grpSpPr>
        <p:sp>
          <p:nvSpPr>
            <p:cNvPr id="12" name="Freeform: Shape 9">
              <a:extLst>
                <a:ext uri="{FF2B5EF4-FFF2-40B4-BE49-F238E27FC236}">
                  <a16:creationId xmlns:a16="http://schemas.microsoft.com/office/drawing/2014/main" id="{44CE2FB7-A856-E3C3-9798-73AAFB7901B8}"/>
                </a:ext>
              </a:extLst>
            </p:cNvPr>
            <p:cNvSpPr/>
            <p:nvPr userDrawn="1"/>
          </p:nvSpPr>
          <p:spPr>
            <a:xfrm>
              <a:off x="5671336"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3" name="Freeform: Shape 10">
              <a:extLst>
                <a:ext uri="{FF2B5EF4-FFF2-40B4-BE49-F238E27FC236}">
                  <a16:creationId xmlns:a16="http://schemas.microsoft.com/office/drawing/2014/main" id="{47ED62E5-894A-A8F9-A6DC-4A5C147CDE78}"/>
                </a:ext>
              </a:extLst>
            </p:cNvPr>
            <p:cNvSpPr/>
            <p:nvPr userDrawn="1"/>
          </p:nvSpPr>
          <p:spPr>
            <a:xfrm flipH="1">
              <a:off x="123536" y="5717905"/>
              <a:ext cx="1771609" cy="1140095"/>
            </a:xfrm>
            <a:custGeom>
              <a:avLst/>
              <a:gdLst>
                <a:gd name="connsiteX0" fmla="*/ 1561721 w 1771609"/>
                <a:gd name="connsiteY0" fmla="*/ 763041 h 1140095"/>
                <a:gd name="connsiteX1" fmla="*/ 1623024 w 1771609"/>
                <a:gd name="connsiteY1" fmla="*/ 792810 h 1140095"/>
                <a:gd name="connsiteX2" fmla="*/ 1711735 w 1771609"/>
                <a:gd name="connsiteY2" fmla="*/ 970132 h 1140095"/>
                <a:gd name="connsiteX3" fmla="*/ 1771609 w 1771609"/>
                <a:gd name="connsiteY3" fmla="*/ 1140095 h 1140095"/>
                <a:gd name="connsiteX4" fmla="*/ 1637225 w 1771609"/>
                <a:gd name="connsiteY4" fmla="*/ 1140095 h 1140095"/>
                <a:gd name="connsiteX5" fmla="*/ 1594820 w 1771609"/>
                <a:gd name="connsiteY5" fmla="*/ 1019711 h 1140095"/>
                <a:gd name="connsiteX6" fmla="*/ 1513200 w 1771609"/>
                <a:gd name="connsiteY6" fmla="*/ 856627 h 1140095"/>
                <a:gd name="connsiteX7" fmla="*/ 1538499 w 1771609"/>
                <a:gd name="connsiteY7" fmla="*/ 770415 h 1140095"/>
                <a:gd name="connsiteX8" fmla="*/ 1561721 w 1771609"/>
                <a:gd name="connsiteY8" fmla="*/ 763041 h 1140095"/>
                <a:gd name="connsiteX9" fmla="*/ 933455 w 1771609"/>
                <a:gd name="connsiteY9" fmla="*/ 161309 h 1140095"/>
                <a:gd name="connsiteX10" fmla="*/ 957797 w 1771609"/>
                <a:gd name="connsiteY10" fmla="*/ 167970 h 1140095"/>
                <a:gd name="connsiteX11" fmla="*/ 1286982 w 1771609"/>
                <a:gd name="connsiteY11" fmla="*/ 387616 h 1140095"/>
                <a:gd name="connsiteX12" fmla="*/ 1293725 w 1771609"/>
                <a:gd name="connsiteY12" fmla="*/ 477075 h 1140095"/>
                <a:gd name="connsiteX13" fmla="*/ 1245453 w 1771609"/>
                <a:gd name="connsiteY13" fmla="*/ 499154 h 1140095"/>
                <a:gd name="connsiteX14" fmla="*/ 1245167 w 1771609"/>
                <a:gd name="connsiteY14" fmla="*/ 499154 h 1140095"/>
                <a:gd name="connsiteX15" fmla="*/ 1203638 w 1771609"/>
                <a:gd name="connsiteY15" fmla="*/ 484104 h 1140095"/>
                <a:gd name="connsiteX16" fmla="*/ 900647 w 1771609"/>
                <a:gd name="connsiteY16" fmla="*/ 281508 h 1140095"/>
                <a:gd name="connsiteX17" fmla="*/ 872454 w 1771609"/>
                <a:gd name="connsiteY17" fmla="*/ 196164 h 1140095"/>
                <a:gd name="connsiteX18" fmla="*/ 933455 w 1771609"/>
                <a:gd name="connsiteY18" fmla="*/ 161309 h 1140095"/>
                <a:gd name="connsiteX19" fmla="*/ 256260 w 1771609"/>
                <a:gd name="connsiteY19" fmla="*/ 29 h 1140095"/>
                <a:gd name="connsiteX20" fmla="*/ 454020 w 1771609"/>
                <a:gd name="connsiteY20" fmla="*/ 13474 h 1140095"/>
                <a:gd name="connsiteX21" fmla="*/ 509236 w 1771609"/>
                <a:gd name="connsiteY21" fmla="*/ 84182 h 1140095"/>
                <a:gd name="connsiteX22" fmla="*/ 445829 w 1771609"/>
                <a:gd name="connsiteY22" fmla="*/ 139871 h 1140095"/>
                <a:gd name="connsiteX23" fmla="*/ 437447 w 1771609"/>
                <a:gd name="connsiteY23" fmla="*/ 139395 h 1140095"/>
                <a:gd name="connsiteX24" fmla="*/ 73211 w 1771609"/>
                <a:gd name="connsiteY24" fmla="*/ 137204 h 1140095"/>
                <a:gd name="connsiteX25" fmla="*/ 749 w 1771609"/>
                <a:gd name="connsiteY25" fmla="*/ 84082 h 1140095"/>
                <a:gd name="connsiteX26" fmla="*/ 53871 w 1771609"/>
                <a:gd name="connsiteY26" fmla="*/ 11621 h 1140095"/>
                <a:gd name="connsiteX27" fmla="*/ 58352 w 1771609"/>
                <a:gd name="connsiteY27" fmla="*/ 11093 h 1140095"/>
                <a:gd name="connsiteX28" fmla="*/ 256260 w 1771609"/>
                <a:gd name="connsiteY28" fmla="*/ 29 h 114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771609" h="1140095">
                  <a:moveTo>
                    <a:pt x="1561721" y="763041"/>
                  </a:moveTo>
                  <a:cubicBezTo>
                    <a:pt x="1585506" y="760324"/>
                    <a:pt x="1609722" y="771249"/>
                    <a:pt x="1623024" y="792810"/>
                  </a:cubicBezTo>
                  <a:cubicBezTo>
                    <a:pt x="1656300" y="850065"/>
                    <a:pt x="1685920" y="909291"/>
                    <a:pt x="1711735" y="970132"/>
                  </a:cubicBezTo>
                  <a:lnTo>
                    <a:pt x="1771609" y="1140095"/>
                  </a:lnTo>
                  <a:lnTo>
                    <a:pt x="1637225" y="1140095"/>
                  </a:lnTo>
                  <a:lnTo>
                    <a:pt x="1594820" y="1019711"/>
                  </a:lnTo>
                  <a:cubicBezTo>
                    <a:pt x="1571072" y="963753"/>
                    <a:pt x="1543818" y="909282"/>
                    <a:pt x="1513200" y="856627"/>
                  </a:cubicBezTo>
                  <a:cubicBezTo>
                    <a:pt x="1496379" y="825834"/>
                    <a:pt x="1507704" y="787236"/>
                    <a:pt x="1538499" y="770415"/>
                  </a:cubicBezTo>
                  <a:cubicBezTo>
                    <a:pt x="1545912" y="766367"/>
                    <a:pt x="1553792" y="763946"/>
                    <a:pt x="1561721" y="763041"/>
                  </a:cubicBezTo>
                  <a:close/>
                  <a:moveTo>
                    <a:pt x="933455" y="161309"/>
                  </a:moveTo>
                  <a:cubicBezTo>
                    <a:pt x="941693" y="161855"/>
                    <a:pt x="949959" y="164025"/>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50"/>
                    <a:pt x="908742" y="159670"/>
                    <a:pt x="933455" y="161309"/>
                  </a:cubicBezTo>
                  <a:close/>
                  <a:moveTo>
                    <a:pt x="256260" y="29"/>
                  </a:moveTo>
                  <a:cubicBezTo>
                    <a:pt x="322331" y="427"/>
                    <a:pt x="388378" y="4909"/>
                    <a:pt x="454020" y="13474"/>
                  </a:cubicBezTo>
                  <a:cubicBezTo>
                    <a:pt x="488793" y="17752"/>
                    <a:pt x="513514" y="49409"/>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24093" y="3319"/>
                    <a:pt x="190189" y="-369"/>
                    <a:pt x="256260" y="29"/>
                  </a:cubicBezTo>
                  <a:close/>
                </a:path>
              </a:pathLst>
            </a:custGeom>
            <a:solidFill>
              <a:schemeClr val="accent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Freeform: Shape 11">
              <a:extLst>
                <a:ext uri="{FF2B5EF4-FFF2-40B4-BE49-F238E27FC236}">
                  <a16:creationId xmlns:a16="http://schemas.microsoft.com/office/drawing/2014/main" id="{5C181CD4-C69B-2826-AF23-060D677248A9}"/>
                </a:ext>
              </a:extLst>
            </p:cNvPr>
            <p:cNvSpPr/>
            <p:nvPr userDrawn="1"/>
          </p:nvSpPr>
          <p:spPr>
            <a:xfrm rot="5400000">
              <a:off x="11328915" y="3872201"/>
              <a:ext cx="1214656" cy="511514"/>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fld id="{D6D8061D-18C3-4F4F-85EF-561633F58754}" type="datetimeFigureOut">
              <a:rPr lang="en-US" smtClean="0"/>
              <a:t>11/25/2024</a:t>
            </a:fld>
            <a:endParaRPr lang="en-US" dirty="0"/>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5052907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0C44A-93E6-6C58-5E88-AFDC594EC27A}"/>
              </a:ext>
            </a:extLst>
          </p:cNvPr>
          <p:cNvSpPr>
            <a:spLocks noGrp="1"/>
          </p:cNvSpPr>
          <p:nvPr>
            <p:ph type="title" hasCustomPrompt="1"/>
          </p:nvPr>
        </p:nvSpPr>
        <p:spPr/>
        <p:txBody>
          <a:bodyPr anchor="ctr" anchorCtr="0">
            <a:noAutofit/>
          </a:bodyPr>
          <a:lstStyle/>
          <a:p>
            <a:r>
              <a:rPr lang="en-US" dirty="0"/>
              <a:t>Click to add title</a:t>
            </a:r>
          </a:p>
        </p:txBody>
      </p:sp>
      <p:sp>
        <p:nvSpPr>
          <p:cNvPr id="11" name="Content Placeholder 2">
            <a:extLst>
              <a:ext uri="{FF2B5EF4-FFF2-40B4-BE49-F238E27FC236}">
                <a16:creationId xmlns:a16="http://schemas.microsoft.com/office/drawing/2014/main" id="{60538251-2B75-FA20-0F29-FB58583E6125}"/>
              </a:ext>
            </a:extLst>
          </p:cNvPr>
          <p:cNvSpPr>
            <a:spLocks noGrp="1"/>
          </p:cNvSpPr>
          <p:nvPr>
            <p:ph sz="half" idx="1" hasCustomPrompt="1"/>
          </p:nvPr>
        </p:nvSpPr>
        <p:spPr>
          <a:xfrm>
            <a:off x="838201" y="1825625"/>
            <a:ext cx="3108958" cy="4297680"/>
          </a:xfrm>
        </p:spPr>
        <p:txBody>
          <a:bodyPr>
            <a:normAutofit/>
          </a:bodyPr>
          <a:lstStyle>
            <a:lvl1pPr marL="228600" indent="-228600">
              <a:spcBef>
                <a:spcPts val="1000"/>
              </a:spcBef>
              <a:spcAft>
                <a:spcPts val="800"/>
              </a:spcAft>
              <a:buClr>
                <a:schemeClr val="accent2"/>
              </a:buClr>
              <a:buFont typeface="Arial" panose="020B0604020202020204" pitchFamily="34" charset="0"/>
              <a:buChar char="•"/>
              <a:defRPr sz="1800"/>
            </a:lvl1pPr>
            <a:lvl2pPr marL="285750" indent="-285750">
              <a:spcBef>
                <a:spcPts val="1000"/>
              </a:spcBef>
              <a:spcAft>
                <a:spcPts val="800"/>
              </a:spcAft>
              <a:buClr>
                <a:schemeClr val="accent2"/>
              </a:buClr>
              <a:buFont typeface="Arial" panose="020B0604020202020204" pitchFamily="34" charset="0"/>
              <a:buChar char="•"/>
              <a:defRPr sz="1800"/>
            </a:lvl2pPr>
            <a:lvl3pPr marL="651510" indent="-285750">
              <a:spcBef>
                <a:spcPts val="1000"/>
              </a:spcBef>
              <a:spcAft>
                <a:spcPts val="800"/>
              </a:spcAft>
              <a:buClr>
                <a:schemeClr val="accent2"/>
              </a:buClr>
              <a:buFont typeface="Arial" panose="020B0604020202020204" pitchFamily="34" charset="0"/>
              <a:buChar char="•"/>
              <a:defRPr sz="1800"/>
            </a:lvl3pPr>
            <a:lvl4pPr marL="925830" indent="-285750">
              <a:spcBef>
                <a:spcPts val="1000"/>
              </a:spcBef>
              <a:spcAft>
                <a:spcPts val="800"/>
              </a:spcAft>
              <a:buClr>
                <a:schemeClr val="accent2"/>
              </a:buClr>
              <a:buFont typeface="Arial" panose="020B0604020202020204" pitchFamily="34" charset="0"/>
              <a:buChar char="•"/>
              <a:defRPr sz="1800"/>
            </a:lvl4pPr>
            <a:lvl5pPr marL="1200150" indent="-285750">
              <a:spcBef>
                <a:spcPts val="1000"/>
              </a:spcBef>
              <a:spcAft>
                <a:spcPts val="800"/>
              </a:spcAft>
              <a:buClr>
                <a:schemeClr val="accent2"/>
              </a:buClr>
              <a:buFont typeface="Arial" panose="020B0604020202020204" pitchFamily="34" charset="0"/>
              <a:buChar char="•"/>
              <a:defRPr sz="18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2">
            <a:extLst>
              <a:ext uri="{FF2B5EF4-FFF2-40B4-BE49-F238E27FC236}">
                <a16:creationId xmlns:a16="http://schemas.microsoft.com/office/drawing/2014/main" id="{A06C49DD-8C29-93EA-04F4-22F84080DF5C}"/>
              </a:ext>
            </a:extLst>
          </p:cNvPr>
          <p:cNvSpPr>
            <a:spLocks noGrp="1"/>
          </p:cNvSpPr>
          <p:nvPr>
            <p:ph sz="half" idx="15" hasCustomPrompt="1"/>
          </p:nvPr>
        </p:nvSpPr>
        <p:spPr>
          <a:xfrm>
            <a:off x="4661820" y="1816916"/>
            <a:ext cx="6698156" cy="4297680"/>
          </a:xfrm>
        </p:spPr>
        <p:txBody>
          <a:bodyPr>
            <a:normAutofit/>
          </a:bodyPr>
          <a:lstStyle>
            <a:lvl1pPr marL="0" indent="0">
              <a:spcBef>
                <a:spcPts val="1000"/>
              </a:spcBef>
              <a:spcAft>
                <a:spcPts val="800"/>
              </a:spcAft>
              <a:buNone/>
              <a:defRPr sz="1800"/>
            </a:lvl1pPr>
            <a:lvl2pPr marL="228600" indent="-228600">
              <a:spcBef>
                <a:spcPts val="1000"/>
              </a:spcBef>
              <a:spcAft>
                <a:spcPts val="800"/>
              </a:spcAft>
              <a:buClr>
                <a:schemeClr val="accent2"/>
              </a:buClr>
              <a:buFont typeface="Arial" panose="020B0604020202020204" pitchFamily="34" charset="0"/>
              <a:buChar char="•"/>
              <a:defRPr sz="1800"/>
            </a:lvl2pPr>
            <a:lvl3pPr marL="594360" indent="-228600">
              <a:spcBef>
                <a:spcPts val="1000"/>
              </a:spcBef>
              <a:spcAft>
                <a:spcPts val="800"/>
              </a:spcAft>
              <a:buClr>
                <a:schemeClr val="accent2"/>
              </a:buClr>
              <a:buFont typeface="Arial" panose="020B0604020202020204" pitchFamily="34" charset="0"/>
              <a:buChar char="•"/>
              <a:defRPr sz="1800"/>
            </a:lvl3pPr>
            <a:lvl4pPr marL="868680" indent="-228600">
              <a:spcBef>
                <a:spcPts val="1000"/>
              </a:spcBef>
              <a:spcAft>
                <a:spcPts val="800"/>
              </a:spcAft>
              <a:buClr>
                <a:schemeClr val="accent2"/>
              </a:buClr>
              <a:buFont typeface="Arial" panose="020B0604020202020204" pitchFamily="34" charset="0"/>
              <a:buChar char="•"/>
              <a:defRPr sz="1800"/>
            </a:lvl4pPr>
            <a:lvl5pPr marL="1143000" indent="-228600">
              <a:spcBef>
                <a:spcPts val="1000"/>
              </a:spcBef>
              <a:spcAft>
                <a:spcPts val="800"/>
              </a:spcAft>
              <a:buClr>
                <a:schemeClr val="accent2"/>
              </a:buClr>
              <a:buFont typeface="Arial" panose="020B0604020202020204" pitchFamily="34" charset="0"/>
              <a:buChar char="•"/>
              <a:defRPr sz="18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fld id="{D6D8061D-18C3-4F4F-85EF-561633F58754}" type="datetimeFigureOut">
              <a:rPr lang="en-US" smtClean="0"/>
              <a:t>11/25/2024</a:t>
            </a:fld>
            <a:endParaRPr lang="en-US" dirty="0"/>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dirty="0"/>
          </a:p>
        </p:txBody>
      </p:sp>
      <p:sp>
        <p:nvSpPr>
          <p:cNvPr id="8" name="Freeform: Shape 11">
            <a:extLst>
              <a:ext uri="{FF2B5EF4-FFF2-40B4-BE49-F238E27FC236}">
                <a16:creationId xmlns:a16="http://schemas.microsoft.com/office/drawing/2014/main" id="{1E75594D-82D2-74F6-56EC-46FCD28CBE68}"/>
              </a:ext>
              <a:ext uri="{C183D7F6-B498-43B3-948B-1728B52AA6E4}">
                <adec:decorative xmlns:adec="http://schemas.microsoft.com/office/drawing/2017/decorative" val="1"/>
              </a:ext>
            </a:extLst>
          </p:cNvPr>
          <p:cNvSpPr/>
          <p:nvPr userDrawn="1"/>
        </p:nvSpPr>
        <p:spPr>
          <a:xfrm>
            <a:off x="9994966" y="0"/>
            <a:ext cx="1214656" cy="511514"/>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9" name="Freeform: Shape 13">
            <a:extLst>
              <a:ext uri="{FF2B5EF4-FFF2-40B4-BE49-F238E27FC236}">
                <a16:creationId xmlns:a16="http://schemas.microsoft.com/office/drawing/2014/main" id="{FF4E0F5B-0892-2688-EFD3-284369DA50CD}"/>
              </a:ext>
              <a:ext uri="{C183D7F6-B498-43B3-948B-1728B52AA6E4}">
                <adec:decorative xmlns:adec="http://schemas.microsoft.com/office/drawing/2017/decorative" val="1"/>
              </a:ext>
            </a:extLst>
          </p:cNvPr>
          <p:cNvSpPr/>
          <p:nvPr userDrawn="1"/>
        </p:nvSpPr>
        <p:spPr>
          <a:xfrm rot="10800000">
            <a:off x="8097530" y="5590215"/>
            <a:ext cx="2279742" cy="1267785"/>
          </a:xfrm>
          <a:custGeom>
            <a:avLst/>
            <a:gdLst>
              <a:gd name="connsiteX0" fmla="*/ 0 w 2279742"/>
              <a:gd name="connsiteY0" fmla="*/ 0 h 1267785"/>
              <a:gd name="connsiteX1" fmla="*/ 138700 w 2279742"/>
              <a:gd name="connsiteY1" fmla="*/ 0 h 1267785"/>
              <a:gd name="connsiteX2" fmla="*/ 138700 w 2279742"/>
              <a:gd name="connsiteY2" fmla="*/ 1078193 h 1267785"/>
              <a:gd name="connsiteX3" fmla="*/ 2002733 w 2279742"/>
              <a:gd name="connsiteY3" fmla="*/ 0 h 1267785"/>
              <a:gd name="connsiteX4" fmla="*/ 2279742 w 2279742"/>
              <a:gd name="connsiteY4" fmla="*/ 0 h 1267785"/>
              <a:gd name="connsiteX5" fmla="*/ 104026 w 2279742"/>
              <a:gd name="connsiteY5" fmla="*/ 1258503 h 1267785"/>
              <a:gd name="connsiteX6" fmla="*/ 69351 w 2279742"/>
              <a:gd name="connsiteY6" fmla="*/ 1267785 h 1267785"/>
              <a:gd name="connsiteX7" fmla="*/ 0 w 2279742"/>
              <a:gd name="connsiteY7" fmla="*/ 1198436 h 1267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79742" h="1267785">
                <a:moveTo>
                  <a:pt x="0" y="0"/>
                </a:moveTo>
                <a:lnTo>
                  <a:pt x="138700" y="0"/>
                </a:lnTo>
                <a:lnTo>
                  <a:pt x="138700" y="1078193"/>
                </a:lnTo>
                <a:lnTo>
                  <a:pt x="2002733" y="0"/>
                </a:lnTo>
                <a:lnTo>
                  <a:pt x="2279742" y="0"/>
                </a:lnTo>
                <a:lnTo>
                  <a:pt x="104026" y="1258503"/>
                </a:lnTo>
                <a:cubicBezTo>
                  <a:pt x="93484" y="1264595"/>
                  <a:pt x="81523" y="1267796"/>
                  <a:pt x="69351" y="1267785"/>
                </a:cubicBezTo>
                <a:cubicBezTo>
                  <a:pt x="31049" y="1267785"/>
                  <a:pt x="0" y="1236737"/>
                  <a:pt x="0" y="1198436"/>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10" name="Straight Connector 9">
            <a:extLst>
              <a:ext uri="{FF2B5EF4-FFF2-40B4-BE49-F238E27FC236}">
                <a16:creationId xmlns:a16="http://schemas.microsoft.com/office/drawing/2014/main" id="{71D8715A-3067-732D-C410-868C7CCCF750}"/>
              </a:ext>
              <a:ext uri="{C183D7F6-B498-43B3-948B-1728B52AA6E4}">
                <adec:decorative xmlns:adec="http://schemas.microsoft.com/office/drawing/2017/decorative" val="1"/>
              </a:ext>
            </a:extLst>
          </p:cNvPr>
          <p:cNvCxnSpPr>
            <a:cxnSpLocks/>
          </p:cNvCxnSpPr>
          <p:nvPr userDrawn="1"/>
        </p:nvCxnSpPr>
        <p:spPr>
          <a:xfrm rot="16200000">
            <a:off x="982378" y="5512123"/>
            <a:ext cx="0" cy="1597708"/>
          </a:xfrm>
          <a:prstGeom prst="line">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578526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and Picture">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5807BCF9-2F5B-200E-2E6C-E177DB56ECB0}"/>
              </a:ext>
              <a:ext uri="{C183D7F6-B498-43B3-948B-1728B52AA6E4}">
                <adec:decorative xmlns:adec="http://schemas.microsoft.com/office/drawing/2017/decorative" val="1"/>
              </a:ext>
            </a:extLst>
          </p:cNvPr>
          <p:cNvGrpSpPr/>
          <p:nvPr userDrawn="1"/>
        </p:nvGrpSpPr>
        <p:grpSpPr>
          <a:xfrm>
            <a:off x="0" y="7458"/>
            <a:ext cx="7083733" cy="6182202"/>
            <a:chOff x="0" y="7460"/>
            <a:chExt cx="7083733" cy="6182202"/>
          </a:xfrm>
        </p:grpSpPr>
        <p:sp>
          <p:nvSpPr>
            <p:cNvPr id="9" name="Freeform: Shape 14">
              <a:extLst>
                <a:ext uri="{FF2B5EF4-FFF2-40B4-BE49-F238E27FC236}">
                  <a16:creationId xmlns:a16="http://schemas.microsoft.com/office/drawing/2014/main" id="{7A624B2B-50FD-9351-987F-2E5A5472CAB6}"/>
                </a:ext>
              </a:extLst>
            </p:cNvPr>
            <p:cNvSpPr/>
            <p:nvPr userDrawn="1"/>
          </p:nvSpPr>
          <p:spPr>
            <a:xfrm rot="16200000">
              <a:off x="-388933" y="4841194"/>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Freeform: Shape 13">
              <a:extLst>
                <a:ext uri="{FF2B5EF4-FFF2-40B4-BE49-F238E27FC236}">
                  <a16:creationId xmlns:a16="http://schemas.microsoft.com/office/drawing/2014/main" id="{51E534EE-E0F1-2BD9-9A82-7656B90A2D9D}"/>
                </a:ext>
              </a:extLst>
            </p:cNvPr>
            <p:cNvSpPr/>
            <p:nvPr userDrawn="1"/>
          </p:nvSpPr>
          <p:spPr>
            <a:xfrm>
              <a:off x="6234405" y="7460"/>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sp>
        <p:nvSpPr>
          <p:cNvPr id="2" name="Title 1">
            <a:extLst>
              <a:ext uri="{FF2B5EF4-FFF2-40B4-BE49-F238E27FC236}">
                <a16:creationId xmlns:a16="http://schemas.microsoft.com/office/drawing/2014/main" id="{0C40C44A-93E6-6C58-5E88-AFDC594EC27A}"/>
              </a:ext>
            </a:extLst>
          </p:cNvPr>
          <p:cNvSpPr>
            <a:spLocks noGrp="1"/>
          </p:cNvSpPr>
          <p:nvPr>
            <p:ph type="title"/>
          </p:nvPr>
        </p:nvSpPr>
        <p:spPr>
          <a:xfrm>
            <a:off x="838200" y="198437"/>
            <a:ext cx="5257800" cy="2324046"/>
          </a:xfrm>
        </p:spPr>
        <p:txBody>
          <a:bodyPr anchor="b" anchorCtr="0">
            <a:noAutofit/>
          </a:bodyPr>
          <a:lstStyle>
            <a:lvl1pPr>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C813049-5F46-053E-6279-8183259649A6}"/>
              </a:ext>
            </a:extLst>
          </p:cNvPr>
          <p:cNvSpPr>
            <a:spLocks noGrp="1"/>
          </p:cNvSpPr>
          <p:nvPr>
            <p:ph sz="half" idx="1" hasCustomPrompt="1"/>
          </p:nvPr>
        </p:nvSpPr>
        <p:spPr>
          <a:xfrm>
            <a:off x="838200" y="2657316"/>
            <a:ext cx="5257800" cy="3369858"/>
          </a:xfrm>
        </p:spPr>
        <p:txBody>
          <a:bodyPr>
            <a:normAutofit/>
          </a:bodyPr>
          <a:lstStyle>
            <a:lvl1pPr marL="0" indent="0">
              <a:spcBef>
                <a:spcPts val="1000"/>
              </a:spcBef>
              <a:spcAft>
                <a:spcPts val="800"/>
              </a:spcAft>
              <a:buNone/>
              <a:defRPr sz="1800"/>
            </a:lvl1pPr>
            <a:lvl2pPr marL="742950" indent="-285750">
              <a:spcBef>
                <a:spcPts val="1000"/>
              </a:spcBef>
              <a:spcAft>
                <a:spcPts val="800"/>
              </a:spcAft>
              <a:buClr>
                <a:schemeClr val="accent2"/>
              </a:buClr>
              <a:buFont typeface="Arial" panose="020B0604020202020204" pitchFamily="34" charset="0"/>
              <a:buChar char="•"/>
              <a:defRPr sz="1600"/>
            </a:lvl2pPr>
            <a:lvl3pPr marL="1200150" indent="-285750">
              <a:spcBef>
                <a:spcPts val="1000"/>
              </a:spcBef>
              <a:spcAft>
                <a:spcPts val="800"/>
              </a:spcAft>
              <a:buClr>
                <a:schemeClr val="accent2"/>
              </a:buClr>
              <a:buFont typeface="Arial" panose="020B0604020202020204" pitchFamily="34" charset="0"/>
              <a:buChar char="•"/>
              <a:defRPr sz="1400"/>
            </a:lvl3pPr>
            <a:lvl4pPr marL="1543050" indent="-171450">
              <a:spcBef>
                <a:spcPts val="1000"/>
              </a:spcBef>
              <a:spcAft>
                <a:spcPts val="800"/>
              </a:spcAft>
              <a:buClr>
                <a:schemeClr val="accent2"/>
              </a:buClr>
              <a:buFont typeface="Arial" panose="020B0604020202020204" pitchFamily="34" charset="0"/>
              <a:buChar char="•"/>
              <a:defRPr sz="1200"/>
            </a:lvl4pPr>
            <a:lvl5pPr marL="2000250" indent="-171450">
              <a:spcBef>
                <a:spcPts val="1000"/>
              </a:spcBef>
              <a:spcAft>
                <a:spcPts val="800"/>
              </a:spcAft>
              <a:buClr>
                <a:schemeClr val="accent2"/>
              </a:buClr>
              <a:buFont typeface="Arial" panose="020B0604020202020204" pitchFamily="34" charset="0"/>
              <a:buChar char="•"/>
              <a:defRPr sz="12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Picture Placeholder 7">
            <a:extLst>
              <a:ext uri="{FF2B5EF4-FFF2-40B4-BE49-F238E27FC236}">
                <a16:creationId xmlns:a16="http://schemas.microsoft.com/office/drawing/2014/main" id="{BC013AD6-0EF3-2B25-DDBD-2DF706123AEE}"/>
              </a:ext>
            </a:extLst>
          </p:cNvPr>
          <p:cNvSpPr>
            <a:spLocks noGrp="1"/>
          </p:cNvSpPr>
          <p:nvPr>
            <p:ph type="pic" sz="quarter" idx="13"/>
          </p:nvPr>
        </p:nvSpPr>
        <p:spPr>
          <a:xfrm>
            <a:off x="6413114" y="845068"/>
            <a:ext cx="5193792" cy="5193792"/>
          </a:xfrm>
          <a:prstGeom prst="ellipse">
            <a:avLst/>
          </a:prstGeom>
        </p:spPr>
        <p:txBody>
          <a:bodyPr/>
          <a:lstStyle>
            <a:lvl1pPr marL="0" indent="0" algn="ctr">
              <a:buNone/>
              <a:defRPr/>
            </a:lvl1pPr>
          </a:lstStyle>
          <a:p>
            <a:r>
              <a:rPr lang="en-US"/>
              <a:t>Click icon to add picture</a:t>
            </a:r>
            <a:endParaRPr lang="en-US" dirty="0"/>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fld id="{D6D8061D-18C3-4F4F-85EF-561633F58754}" type="datetimeFigureOut">
              <a:rPr lang="en-US" smtClean="0"/>
              <a:t>11/25/2024</a:t>
            </a:fld>
            <a:endParaRPr lang="en-US" dirty="0"/>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28454381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and Table">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521BD3DB-6F51-C1AE-FF0E-D0BDCB55F30B}"/>
              </a:ext>
              <a:ext uri="{C183D7F6-B498-43B3-948B-1728B52AA6E4}">
                <adec:decorative xmlns:adec="http://schemas.microsoft.com/office/drawing/2017/decorative" val="1"/>
              </a:ext>
            </a:extLst>
          </p:cNvPr>
          <p:cNvGrpSpPr/>
          <p:nvPr userDrawn="1"/>
        </p:nvGrpSpPr>
        <p:grpSpPr>
          <a:xfrm>
            <a:off x="123536" y="2"/>
            <a:ext cx="11220225" cy="6857998"/>
            <a:chOff x="123536" y="2"/>
            <a:chExt cx="11220225" cy="6857998"/>
          </a:xfrm>
        </p:grpSpPr>
        <p:sp>
          <p:nvSpPr>
            <p:cNvPr id="12" name="Freeform: Shape 7">
              <a:extLst>
                <a:ext uri="{FF2B5EF4-FFF2-40B4-BE49-F238E27FC236}">
                  <a16:creationId xmlns:a16="http://schemas.microsoft.com/office/drawing/2014/main" id="{59903C17-0733-BE0C-7392-283FEC2E98B0}"/>
                </a:ext>
              </a:extLst>
            </p:cNvPr>
            <p:cNvSpPr/>
            <p:nvPr/>
          </p:nvSpPr>
          <p:spPr>
            <a:xfrm flipH="1">
              <a:off x="123536" y="5717905"/>
              <a:ext cx="1771609" cy="1140095"/>
            </a:xfrm>
            <a:custGeom>
              <a:avLst/>
              <a:gdLst>
                <a:gd name="connsiteX0" fmla="*/ 1561721 w 1771609"/>
                <a:gd name="connsiteY0" fmla="*/ 763041 h 1140095"/>
                <a:gd name="connsiteX1" fmla="*/ 1623024 w 1771609"/>
                <a:gd name="connsiteY1" fmla="*/ 792810 h 1140095"/>
                <a:gd name="connsiteX2" fmla="*/ 1711735 w 1771609"/>
                <a:gd name="connsiteY2" fmla="*/ 970132 h 1140095"/>
                <a:gd name="connsiteX3" fmla="*/ 1771609 w 1771609"/>
                <a:gd name="connsiteY3" fmla="*/ 1140095 h 1140095"/>
                <a:gd name="connsiteX4" fmla="*/ 1637225 w 1771609"/>
                <a:gd name="connsiteY4" fmla="*/ 1140095 h 1140095"/>
                <a:gd name="connsiteX5" fmla="*/ 1594820 w 1771609"/>
                <a:gd name="connsiteY5" fmla="*/ 1019711 h 1140095"/>
                <a:gd name="connsiteX6" fmla="*/ 1513200 w 1771609"/>
                <a:gd name="connsiteY6" fmla="*/ 856627 h 1140095"/>
                <a:gd name="connsiteX7" fmla="*/ 1538499 w 1771609"/>
                <a:gd name="connsiteY7" fmla="*/ 770415 h 1140095"/>
                <a:gd name="connsiteX8" fmla="*/ 1561721 w 1771609"/>
                <a:gd name="connsiteY8" fmla="*/ 763041 h 1140095"/>
                <a:gd name="connsiteX9" fmla="*/ 933455 w 1771609"/>
                <a:gd name="connsiteY9" fmla="*/ 161309 h 1140095"/>
                <a:gd name="connsiteX10" fmla="*/ 957797 w 1771609"/>
                <a:gd name="connsiteY10" fmla="*/ 167970 h 1140095"/>
                <a:gd name="connsiteX11" fmla="*/ 1286982 w 1771609"/>
                <a:gd name="connsiteY11" fmla="*/ 387616 h 1140095"/>
                <a:gd name="connsiteX12" fmla="*/ 1293725 w 1771609"/>
                <a:gd name="connsiteY12" fmla="*/ 477075 h 1140095"/>
                <a:gd name="connsiteX13" fmla="*/ 1245453 w 1771609"/>
                <a:gd name="connsiteY13" fmla="*/ 499154 h 1140095"/>
                <a:gd name="connsiteX14" fmla="*/ 1245167 w 1771609"/>
                <a:gd name="connsiteY14" fmla="*/ 499154 h 1140095"/>
                <a:gd name="connsiteX15" fmla="*/ 1203638 w 1771609"/>
                <a:gd name="connsiteY15" fmla="*/ 484104 h 1140095"/>
                <a:gd name="connsiteX16" fmla="*/ 900647 w 1771609"/>
                <a:gd name="connsiteY16" fmla="*/ 281508 h 1140095"/>
                <a:gd name="connsiteX17" fmla="*/ 872454 w 1771609"/>
                <a:gd name="connsiteY17" fmla="*/ 196164 h 1140095"/>
                <a:gd name="connsiteX18" fmla="*/ 933455 w 1771609"/>
                <a:gd name="connsiteY18" fmla="*/ 161309 h 1140095"/>
                <a:gd name="connsiteX19" fmla="*/ 256260 w 1771609"/>
                <a:gd name="connsiteY19" fmla="*/ 29 h 1140095"/>
                <a:gd name="connsiteX20" fmla="*/ 454020 w 1771609"/>
                <a:gd name="connsiteY20" fmla="*/ 13474 h 1140095"/>
                <a:gd name="connsiteX21" fmla="*/ 509236 w 1771609"/>
                <a:gd name="connsiteY21" fmla="*/ 84182 h 1140095"/>
                <a:gd name="connsiteX22" fmla="*/ 445829 w 1771609"/>
                <a:gd name="connsiteY22" fmla="*/ 139871 h 1140095"/>
                <a:gd name="connsiteX23" fmla="*/ 437447 w 1771609"/>
                <a:gd name="connsiteY23" fmla="*/ 139395 h 1140095"/>
                <a:gd name="connsiteX24" fmla="*/ 73211 w 1771609"/>
                <a:gd name="connsiteY24" fmla="*/ 137204 h 1140095"/>
                <a:gd name="connsiteX25" fmla="*/ 749 w 1771609"/>
                <a:gd name="connsiteY25" fmla="*/ 84082 h 1140095"/>
                <a:gd name="connsiteX26" fmla="*/ 53871 w 1771609"/>
                <a:gd name="connsiteY26" fmla="*/ 11621 h 1140095"/>
                <a:gd name="connsiteX27" fmla="*/ 58352 w 1771609"/>
                <a:gd name="connsiteY27" fmla="*/ 11093 h 1140095"/>
                <a:gd name="connsiteX28" fmla="*/ 256260 w 1771609"/>
                <a:gd name="connsiteY28" fmla="*/ 29 h 114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771609" h="1140095">
                  <a:moveTo>
                    <a:pt x="1561721" y="763041"/>
                  </a:moveTo>
                  <a:cubicBezTo>
                    <a:pt x="1585506" y="760324"/>
                    <a:pt x="1609722" y="771249"/>
                    <a:pt x="1623024" y="792810"/>
                  </a:cubicBezTo>
                  <a:cubicBezTo>
                    <a:pt x="1656300" y="850065"/>
                    <a:pt x="1685920" y="909291"/>
                    <a:pt x="1711735" y="970132"/>
                  </a:cubicBezTo>
                  <a:lnTo>
                    <a:pt x="1771609" y="1140095"/>
                  </a:lnTo>
                  <a:lnTo>
                    <a:pt x="1637225" y="1140095"/>
                  </a:lnTo>
                  <a:lnTo>
                    <a:pt x="1594820" y="1019711"/>
                  </a:lnTo>
                  <a:cubicBezTo>
                    <a:pt x="1571072" y="963753"/>
                    <a:pt x="1543818" y="909282"/>
                    <a:pt x="1513200" y="856627"/>
                  </a:cubicBezTo>
                  <a:cubicBezTo>
                    <a:pt x="1496379" y="825834"/>
                    <a:pt x="1507704" y="787236"/>
                    <a:pt x="1538499" y="770415"/>
                  </a:cubicBezTo>
                  <a:cubicBezTo>
                    <a:pt x="1545912" y="766367"/>
                    <a:pt x="1553792" y="763946"/>
                    <a:pt x="1561721" y="763041"/>
                  </a:cubicBezTo>
                  <a:close/>
                  <a:moveTo>
                    <a:pt x="933455" y="161309"/>
                  </a:moveTo>
                  <a:cubicBezTo>
                    <a:pt x="941693" y="161855"/>
                    <a:pt x="949959" y="164025"/>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50"/>
                    <a:pt x="908742" y="159670"/>
                    <a:pt x="933455" y="161309"/>
                  </a:cubicBezTo>
                  <a:close/>
                  <a:moveTo>
                    <a:pt x="256260" y="29"/>
                  </a:moveTo>
                  <a:cubicBezTo>
                    <a:pt x="322331" y="427"/>
                    <a:pt x="388378" y="4909"/>
                    <a:pt x="454020" y="13474"/>
                  </a:cubicBezTo>
                  <a:cubicBezTo>
                    <a:pt x="488793" y="17752"/>
                    <a:pt x="513514" y="49409"/>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24093" y="3319"/>
                    <a:pt x="190189" y="-369"/>
                    <a:pt x="256260" y="29"/>
                  </a:cubicBezTo>
                  <a:close/>
                </a:path>
              </a:pathLst>
            </a:custGeom>
            <a:solidFill>
              <a:schemeClr val="accent5"/>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Freeform: Shape 1">
              <a:extLst>
                <a:ext uri="{FF2B5EF4-FFF2-40B4-BE49-F238E27FC236}">
                  <a16:creationId xmlns:a16="http://schemas.microsoft.com/office/drawing/2014/main" id="{898A3450-9C87-13ED-79CC-F4F65D14FF72}"/>
                </a:ext>
              </a:extLst>
            </p:cNvPr>
            <p:cNvSpPr/>
            <p:nvPr userDrawn="1"/>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sp>
        <p:nvSpPr>
          <p:cNvPr id="2" name="Title 1">
            <a:extLst>
              <a:ext uri="{FF2B5EF4-FFF2-40B4-BE49-F238E27FC236}">
                <a16:creationId xmlns:a16="http://schemas.microsoft.com/office/drawing/2014/main" id="{0C40C44A-93E6-6C58-5E88-AFDC594EC27A}"/>
              </a:ext>
            </a:extLst>
          </p:cNvPr>
          <p:cNvSpPr>
            <a:spLocks noGrp="1"/>
          </p:cNvSpPr>
          <p:nvPr>
            <p:ph type="title" hasCustomPrompt="1"/>
          </p:nvPr>
        </p:nvSpPr>
        <p:spPr/>
        <p:txBody>
          <a:bodyPr anchor="ctr" anchorCtr="0">
            <a:noAutofit/>
          </a:bodyPr>
          <a:lstStyle>
            <a:lvl1pPr>
              <a:defRPr/>
            </a:lvl1pPr>
          </a:lstStyle>
          <a:p>
            <a:r>
              <a:rPr lang="en-US" dirty="0"/>
              <a:t>Click to add title</a:t>
            </a:r>
          </a:p>
        </p:txBody>
      </p:sp>
      <p:sp>
        <p:nvSpPr>
          <p:cNvPr id="3" name="Content Placeholder 2">
            <a:extLst>
              <a:ext uri="{FF2B5EF4-FFF2-40B4-BE49-F238E27FC236}">
                <a16:creationId xmlns:a16="http://schemas.microsoft.com/office/drawing/2014/main" id="{0C813049-5F46-053E-6279-8183259649A6}"/>
              </a:ext>
            </a:extLst>
          </p:cNvPr>
          <p:cNvSpPr>
            <a:spLocks noGrp="1"/>
          </p:cNvSpPr>
          <p:nvPr>
            <p:ph sz="half" idx="1" hasCustomPrompt="1"/>
          </p:nvPr>
        </p:nvSpPr>
        <p:spPr>
          <a:xfrm>
            <a:off x="838200" y="1825625"/>
            <a:ext cx="2882462" cy="4297678"/>
          </a:xfrm>
        </p:spPr>
        <p:txBody>
          <a:bodyPr>
            <a:normAutofit/>
          </a:bodyPr>
          <a:lstStyle>
            <a:lvl1pPr marL="0" indent="0">
              <a:spcBef>
                <a:spcPts val="1000"/>
              </a:spcBef>
              <a:spcAft>
                <a:spcPts val="800"/>
              </a:spcAft>
              <a:buNone/>
              <a:defRPr sz="1800"/>
            </a:lvl1pPr>
            <a:lvl2pPr marL="742950" indent="-285750">
              <a:spcBef>
                <a:spcPts val="1000"/>
              </a:spcBef>
              <a:spcAft>
                <a:spcPts val="800"/>
              </a:spcAft>
              <a:buClr>
                <a:schemeClr val="accent2"/>
              </a:buClr>
              <a:buFont typeface="Arial" panose="020B0604020202020204" pitchFamily="34" charset="0"/>
              <a:buChar char="•"/>
              <a:defRPr sz="1600"/>
            </a:lvl2pPr>
            <a:lvl3pPr marL="1200150" indent="-285750">
              <a:spcBef>
                <a:spcPts val="1000"/>
              </a:spcBef>
              <a:spcAft>
                <a:spcPts val="800"/>
              </a:spcAft>
              <a:buClr>
                <a:schemeClr val="accent2"/>
              </a:buClr>
              <a:buFont typeface="Arial" panose="020B0604020202020204" pitchFamily="34" charset="0"/>
              <a:buChar char="•"/>
              <a:defRPr sz="1400"/>
            </a:lvl3pPr>
            <a:lvl4pPr marL="1543050" indent="-171450">
              <a:spcBef>
                <a:spcPts val="1000"/>
              </a:spcBef>
              <a:spcAft>
                <a:spcPts val="800"/>
              </a:spcAft>
              <a:buClr>
                <a:schemeClr val="accent2"/>
              </a:buClr>
              <a:buFont typeface="Arial" panose="020B0604020202020204" pitchFamily="34" charset="0"/>
              <a:buChar char="•"/>
              <a:defRPr sz="1200"/>
            </a:lvl4pPr>
            <a:lvl5pPr marL="2000250" indent="-171450">
              <a:spcBef>
                <a:spcPts val="1000"/>
              </a:spcBef>
              <a:spcAft>
                <a:spcPts val="800"/>
              </a:spcAft>
              <a:buClr>
                <a:schemeClr val="accent2"/>
              </a:buClr>
              <a:buFont typeface="Arial" panose="020B0604020202020204" pitchFamily="34" charset="0"/>
              <a:buChar char="•"/>
              <a:defRPr sz="12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able Placeholder 7">
            <a:extLst>
              <a:ext uri="{FF2B5EF4-FFF2-40B4-BE49-F238E27FC236}">
                <a16:creationId xmlns:a16="http://schemas.microsoft.com/office/drawing/2014/main" id="{423FEB60-8FB5-7F10-EDD7-8AB4B3139EF6}"/>
              </a:ext>
            </a:extLst>
          </p:cNvPr>
          <p:cNvSpPr>
            <a:spLocks noGrp="1"/>
          </p:cNvSpPr>
          <p:nvPr>
            <p:ph type="tbl" sz="quarter" idx="13"/>
          </p:nvPr>
        </p:nvSpPr>
        <p:spPr>
          <a:xfrm>
            <a:off x="4038599" y="1825625"/>
            <a:ext cx="7315199" cy="4297680"/>
          </a:xfrm>
        </p:spPr>
        <p:txBody>
          <a:bodyPr>
            <a:normAutofit/>
          </a:bodyPr>
          <a:lstStyle>
            <a:lvl1pPr marL="0" indent="0">
              <a:buNone/>
              <a:defRPr sz="2400"/>
            </a:lvl1pPr>
          </a:lstStyle>
          <a:p>
            <a:r>
              <a:rPr lang="en-US"/>
              <a:t>Click icon to add table</a:t>
            </a:r>
            <a:endParaRPr lang="en-US" dirty="0"/>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fld id="{D6D8061D-18C3-4F4F-85EF-561633F58754}" type="datetimeFigureOut">
              <a:rPr lang="en-US" smtClean="0"/>
              <a:t>11/25/2024</a:t>
            </a:fld>
            <a:endParaRPr lang="en-US" dirty="0"/>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2808150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ntent 3">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D9FE4C84-13A1-72EA-6541-7C8FDDEA71C0}"/>
              </a:ext>
              <a:ext uri="{C183D7F6-B498-43B3-948B-1728B52AA6E4}">
                <adec:decorative xmlns:adec="http://schemas.microsoft.com/office/drawing/2017/decorative" val="1"/>
              </a:ext>
            </a:extLst>
          </p:cNvPr>
          <p:cNvSpPr/>
          <p:nvPr userDrawn="1"/>
        </p:nvSpPr>
        <p:spPr>
          <a:xfrm>
            <a:off x="361563" y="5800859"/>
            <a:ext cx="692016" cy="692016"/>
          </a:xfrm>
          <a:prstGeom prst="rect">
            <a:avLst/>
          </a:prstGeom>
          <a:noFill/>
          <a:ln w="127000">
            <a:solidFill>
              <a:schemeClr val="accent6"/>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12" name="Arc 11">
            <a:extLst>
              <a:ext uri="{FF2B5EF4-FFF2-40B4-BE49-F238E27FC236}">
                <a16:creationId xmlns:a16="http://schemas.microsoft.com/office/drawing/2014/main" id="{30468883-4E51-D3BD-E1C6-601ED9B6EF0E}"/>
              </a:ext>
              <a:ext uri="{C183D7F6-B498-43B3-948B-1728B52AA6E4}">
                <adec:decorative xmlns:adec="http://schemas.microsoft.com/office/drawing/2017/decorative" val="1"/>
              </a:ext>
            </a:extLst>
          </p:cNvPr>
          <p:cNvSpPr/>
          <p:nvPr userDrawn="1"/>
        </p:nvSpPr>
        <p:spPr>
          <a:xfrm rot="21438747" flipV="1">
            <a:off x="7967025" y="2530995"/>
            <a:ext cx="4021193" cy="4021193"/>
          </a:xfrm>
          <a:prstGeom prst="arc">
            <a:avLst>
              <a:gd name="adj1" fmla="val 16200000"/>
              <a:gd name="adj2" fmla="val 20093138"/>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Freeform 9">
            <a:extLst>
              <a:ext uri="{FF2B5EF4-FFF2-40B4-BE49-F238E27FC236}">
                <a16:creationId xmlns:a16="http://schemas.microsoft.com/office/drawing/2014/main" id="{111AEF3F-9A86-45CE-4817-E3E6863DC09A}"/>
              </a:ext>
              <a:ext uri="{C183D7F6-B498-43B3-948B-1728B52AA6E4}">
                <adec:decorative xmlns:adec="http://schemas.microsoft.com/office/drawing/2017/decorative" val="1"/>
              </a:ext>
            </a:extLst>
          </p:cNvPr>
          <p:cNvSpPr/>
          <p:nvPr userDrawn="1"/>
        </p:nvSpPr>
        <p:spPr>
          <a:xfrm flipH="1">
            <a:off x="11764789" y="390570"/>
            <a:ext cx="437721" cy="797078"/>
          </a:xfrm>
          <a:custGeom>
            <a:avLst/>
            <a:gdLst>
              <a:gd name="connsiteX0" fmla="*/ 28069 w 437721"/>
              <a:gd name="connsiteY0" fmla="*/ 0 h 797078"/>
              <a:gd name="connsiteX1" fmla="*/ 437721 w 437721"/>
              <a:gd name="connsiteY1" fmla="*/ 398539 h 797078"/>
              <a:gd name="connsiteX2" fmla="*/ 28069 w 437721"/>
              <a:gd name="connsiteY2" fmla="*/ 797078 h 797078"/>
              <a:gd name="connsiteX3" fmla="*/ 0 w 437721"/>
              <a:gd name="connsiteY3" fmla="*/ 794325 h 797078"/>
              <a:gd name="connsiteX4" fmla="*/ 0 w 437721"/>
              <a:gd name="connsiteY4" fmla="*/ 2753 h 797078"/>
              <a:gd name="connsiteX5" fmla="*/ 28069 w 437721"/>
              <a:gd name="connsiteY5" fmla="*/ 0 h 797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7721" h="797078">
                <a:moveTo>
                  <a:pt x="28069" y="0"/>
                </a:moveTo>
                <a:cubicBezTo>
                  <a:pt x="254314" y="0"/>
                  <a:pt x="437721" y="178432"/>
                  <a:pt x="437721" y="398539"/>
                </a:cubicBezTo>
                <a:cubicBezTo>
                  <a:pt x="437721" y="618646"/>
                  <a:pt x="254314" y="797078"/>
                  <a:pt x="28069" y="797078"/>
                </a:cubicBezTo>
                <a:lnTo>
                  <a:pt x="0" y="794325"/>
                </a:lnTo>
                <a:lnTo>
                  <a:pt x="0" y="2753"/>
                </a:lnTo>
                <a:lnTo>
                  <a:pt x="28069" y="0"/>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0C40C44A-93E6-6C58-5E88-AFDC594EC27A}"/>
              </a:ext>
            </a:extLst>
          </p:cNvPr>
          <p:cNvSpPr>
            <a:spLocks noGrp="1"/>
          </p:cNvSpPr>
          <p:nvPr>
            <p:ph type="title" hasCustomPrompt="1"/>
          </p:nvPr>
        </p:nvSpPr>
        <p:spPr/>
        <p:txBody>
          <a:bodyPr anchor="ctr" anchorCtr="0">
            <a:noAutofit/>
          </a:bodyPr>
          <a:lstStyle>
            <a:lvl1pPr>
              <a:defRPr/>
            </a:lvl1pPr>
          </a:lstStyle>
          <a:p>
            <a:r>
              <a:rPr lang="en-US" dirty="0"/>
              <a:t>Click to add title</a:t>
            </a:r>
          </a:p>
        </p:txBody>
      </p:sp>
      <p:sp>
        <p:nvSpPr>
          <p:cNvPr id="9" name="Content Placeholder 2">
            <a:extLst>
              <a:ext uri="{FF2B5EF4-FFF2-40B4-BE49-F238E27FC236}">
                <a16:creationId xmlns:a16="http://schemas.microsoft.com/office/drawing/2014/main" id="{F5A792C8-BB21-CDAF-668C-C1EFF45540C6}"/>
              </a:ext>
            </a:extLst>
          </p:cNvPr>
          <p:cNvSpPr>
            <a:spLocks noGrp="1"/>
          </p:cNvSpPr>
          <p:nvPr>
            <p:ph sz="half" idx="13" hasCustomPrompt="1"/>
          </p:nvPr>
        </p:nvSpPr>
        <p:spPr>
          <a:xfrm>
            <a:off x="838200" y="1825625"/>
            <a:ext cx="6934200" cy="4297680"/>
          </a:xfrm>
          <a:noFill/>
        </p:spPr>
        <p:txBody>
          <a:bodyPr vert="horz" lIns="91440" tIns="45720" rIns="91440" bIns="45720" rtlCol="0" anchor="t">
            <a:normAutofit/>
          </a:bodyPr>
          <a:lstStyle>
            <a:lvl1pPr marL="0" indent="0">
              <a:spcBef>
                <a:spcPts val="1000"/>
              </a:spcBef>
              <a:spcAft>
                <a:spcPts val="800"/>
              </a:spcAft>
              <a:buNone/>
              <a:defRPr sz="1800"/>
            </a:lvl1pPr>
            <a:lvl2pPr>
              <a:spcBef>
                <a:spcPts val="500"/>
              </a:spcBef>
              <a:spcAft>
                <a:spcPts val="800"/>
              </a:spcAft>
              <a:buClr>
                <a:schemeClr val="accent2"/>
              </a:buClr>
              <a:defRPr sz="1800"/>
            </a:lvl2pPr>
            <a:lvl3pPr>
              <a:spcBef>
                <a:spcPts val="1000"/>
              </a:spcBef>
              <a:buClr>
                <a:schemeClr val="accent2"/>
              </a:buClr>
              <a:defRPr sz="1800"/>
            </a:lvl3pPr>
            <a:lvl4pPr>
              <a:spcBef>
                <a:spcPts val="1000"/>
              </a:spcBef>
              <a:buClr>
                <a:schemeClr val="accent2"/>
              </a:buClr>
              <a:defRPr sz="1800"/>
            </a:lvl4pPr>
            <a:lvl5pPr>
              <a:spcBef>
                <a:spcPts val="1000"/>
              </a:spcBef>
              <a:buClr>
                <a:schemeClr val="accent2"/>
              </a:buClr>
              <a:defRPr sz="18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endParaRPr lang="en-US" sz="1800" dirty="0">
              <a:latin typeface="Avenir Next LT Pro" panose="020B0504020202020204" pitchFamily="34" charset="77"/>
            </a:endParaRPr>
          </a:p>
        </p:txBody>
      </p:sp>
      <p:sp>
        <p:nvSpPr>
          <p:cNvPr id="4" name="Content Placeholder 3">
            <a:extLst>
              <a:ext uri="{FF2B5EF4-FFF2-40B4-BE49-F238E27FC236}">
                <a16:creationId xmlns:a16="http://schemas.microsoft.com/office/drawing/2014/main" id="{72DFB03A-367B-9ADA-8071-E22871EC115F}"/>
              </a:ext>
            </a:extLst>
          </p:cNvPr>
          <p:cNvSpPr>
            <a:spLocks noGrp="1"/>
          </p:cNvSpPr>
          <p:nvPr>
            <p:ph sz="half" idx="2" hasCustomPrompt="1"/>
          </p:nvPr>
        </p:nvSpPr>
        <p:spPr>
          <a:xfrm>
            <a:off x="7903029" y="1825625"/>
            <a:ext cx="3450771" cy="4297680"/>
          </a:xfrm>
        </p:spPr>
        <p:txBody>
          <a:bodyPr>
            <a:normAutofit/>
          </a:bodyPr>
          <a:lstStyle>
            <a:lvl1pPr marL="0" indent="0">
              <a:spcBef>
                <a:spcPts val="1000"/>
              </a:spcBef>
              <a:spcAft>
                <a:spcPts val="800"/>
              </a:spcAft>
              <a:buNone/>
              <a:defRPr sz="1800"/>
            </a:lvl1pPr>
            <a:lvl2pPr marL="742950" indent="-285750">
              <a:spcBef>
                <a:spcPts val="1000"/>
              </a:spcBef>
              <a:spcAft>
                <a:spcPts val="800"/>
              </a:spcAft>
              <a:buClr>
                <a:schemeClr val="accent2"/>
              </a:buClr>
              <a:buFont typeface="Arial" panose="020B0604020202020204" pitchFamily="34" charset="0"/>
              <a:buChar char="•"/>
              <a:defRPr sz="1600"/>
            </a:lvl2pPr>
            <a:lvl3pPr marL="1200150" indent="-285750">
              <a:spcBef>
                <a:spcPts val="1000"/>
              </a:spcBef>
              <a:spcAft>
                <a:spcPts val="800"/>
              </a:spcAft>
              <a:buClr>
                <a:schemeClr val="accent2"/>
              </a:buClr>
              <a:buFont typeface="Arial" panose="020B0604020202020204" pitchFamily="34" charset="0"/>
              <a:buChar char="•"/>
              <a:defRPr sz="1400"/>
            </a:lvl3pPr>
            <a:lvl4pPr marL="1543050" indent="-171450">
              <a:spcBef>
                <a:spcPts val="1000"/>
              </a:spcBef>
              <a:spcAft>
                <a:spcPts val="800"/>
              </a:spcAft>
              <a:buClr>
                <a:schemeClr val="accent2"/>
              </a:buClr>
              <a:buFont typeface="Arial" panose="020B0604020202020204" pitchFamily="34" charset="0"/>
              <a:buChar char="•"/>
              <a:defRPr sz="1200"/>
            </a:lvl4pPr>
            <a:lvl5pPr marL="2000250" indent="-171450">
              <a:spcBef>
                <a:spcPts val="1000"/>
              </a:spcBef>
              <a:spcAft>
                <a:spcPts val="800"/>
              </a:spcAft>
              <a:buClr>
                <a:schemeClr val="accent2"/>
              </a:buClr>
              <a:buFont typeface="Arial" panose="020B0604020202020204" pitchFamily="34" charset="0"/>
              <a:buChar char="•"/>
              <a:defRPr sz="12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fld id="{D6D8061D-18C3-4F4F-85EF-561633F58754}" type="datetimeFigureOut">
              <a:rPr lang="en-US" smtClean="0"/>
              <a:t>11/25/2024</a:t>
            </a:fld>
            <a:endParaRPr lang="en-US" dirty="0"/>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1377039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7BD59-35CC-9BB3-8621-6FA3356F81AA}"/>
              </a:ext>
            </a:extLst>
          </p:cNvPr>
          <p:cNvSpPr>
            <a:spLocks noGrp="1"/>
          </p:cNvSpPr>
          <p:nvPr>
            <p:ph type="title" hasCustomPrompt="1"/>
          </p:nvPr>
        </p:nvSpPr>
        <p:spPr/>
        <p:txBody>
          <a:bodyPr anchor="ctr" anchorCtr="0">
            <a:noAutofit/>
          </a:bodyPr>
          <a:lstStyle/>
          <a:p>
            <a:r>
              <a:rPr lang="en-US" dirty="0"/>
              <a:t>Click to add title</a:t>
            </a:r>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fld id="{D6D8061D-18C3-4F4F-85EF-561633F58754}" type="datetimeFigureOut">
              <a:rPr lang="en-US" smtClean="0"/>
              <a:t>11/25/2024</a:t>
            </a:fld>
            <a:endParaRPr lang="en-US" dirty="0"/>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dirty="0"/>
          </a:p>
        </p:txBody>
      </p:sp>
      <p:sp>
        <p:nvSpPr>
          <p:cNvPr id="8" name="Table Placeholder 7">
            <a:extLst>
              <a:ext uri="{FF2B5EF4-FFF2-40B4-BE49-F238E27FC236}">
                <a16:creationId xmlns:a16="http://schemas.microsoft.com/office/drawing/2014/main" id="{0CEAFE70-86D3-8690-31CA-F9A1FBA494D0}"/>
              </a:ext>
            </a:extLst>
          </p:cNvPr>
          <p:cNvSpPr>
            <a:spLocks noGrp="1"/>
          </p:cNvSpPr>
          <p:nvPr>
            <p:ph type="tbl" sz="quarter" idx="13"/>
          </p:nvPr>
        </p:nvSpPr>
        <p:spPr>
          <a:xfrm>
            <a:off x="838199" y="1825625"/>
            <a:ext cx="10515600" cy="4297680"/>
          </a:xfrm>
        </p:spPr>
        <p:txBody>
          <a:bodyPr>
            <a:normAutofit/>
          </a:bodyPr>
          <a:lstStyle>
            <a:lvl1pPr>
              <a:defRPr sz="2400"/>
            </a:lvl1pPr>
          </a:lstStyle>
          <a:p>
            <a:r>
              <a:rPr lang="en-US"/>
              <a:t>Click icon to add table</a:t>
            </a:r>
            <a:endParaRPr lang="en-US" dirty="0"/>
          </a:p>
        </p:txBody>
      </p:sp>
    </p:spTree>
    <p:extLst>
      <p:ext uri="{BB962C8B-B14F-4D97-AF65-F5344CB8AC3E}">
        <p14:creationId xmlns:p14="http://schemas.microsoft.com/office/powerpoint/2010/main" val="262609929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3">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D7B7232D-F1A6-B6C3-3BBF-E834CC7CDC8E}"/>
              </a:ext>
              <a:ext uri="{C183D7F6-B498-43B3-948B-1728B52AA6E4}">
                <adec:decorative xmlns:adec="http://schemas.microsoft.com/office/drawing/2017/decorative" val="1"/>
              </a:ext>
            </a:extLst>
          </p:cNvPr>
          <p:cNvGrpSpPr/>
          <p:nvPr userDrawn="1"/>
        </p:nvGrpSpPr>
        <p:grpSpPr>
          <a:xfrm>
            <a:off x="0" y="0"/>
            <a:ext cx="5930138" cy="6858001"/>
            <a:chOff x="0" y="-1"/>
            <a:chExt cx="5930138" cy="6858001"/>
          </a:xfrm>
        </p:grpSpPr>
        <p:sp>
          <p:nvSpPr>
            <p:cNvPr id="8" name="Oval 7">
              <a:extLst>
                <a:ext uri="{FF2B5EF4-FFF2-40B4-BE49-F238E27FC236}">
                  <a16:creationId xmlns:a16="http://schemas.microsoft.com/office/drawing/2014/main" id="{0D306340-6BFD-FE3D-535B-B59C1C44EDDA}"/>
                </a:ext>
              </a:extLst>
            </p:cNvPr>
            <p:cNvSpPr/>
            <p:nvPr userDrawn="1"/>
          </p:nvSpPr>
          <p:spPr>
            <a:xfrm>
              <a:off x="383877" y="778462"/>
              <a:ext cx="5315035" cy="531503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9" name="Freeform: Shape 11">
              <a:extLst>
                <a:ext uri="{FF2B5EF4-FFF2-40B4-BE49-F238E27FC236}">
                  <a16:creationId xmlns:a16="http://schemas.microsoft.com/office/drawing/2014/main" id="{338E6C4B-ABF3-8B7E-8DCF-A93F69C712B1}"/>
                </a:ext>
              </a:extLst>
            </p:cNvPr>
            <p:cNvSpPr/>
            <p:nvPr userDrawn="1"/>
          </p:nvSpPr>
          <p:spPr>
            <a:xfrm flipH="1">
              <a:off x="530529" y="0"/>
              <a:ext cx="1155142" cy="591009"/>
            </a:xfrm>
            <a:custGeom>
              <a:avLst/>
              <a:gdLst>
                <a:gd name="connsiteX0" fmla="*/ 1355 w 1155142"/>
                <a:gd name="connsiteY0" fmla="*/ 0 h 591009"/>
                <a:gd name="connsiteX1" fmla="*/ 1153787 w 1155142"/>
                <a:gd name="connsiteY1" fmla="*/ 0 h 591009"/>
                <a:gd name="connsiteX2" fmla="*/ 1155142 w 1155142"/>
                <a:gd name="connsiteY2" fmla="*/ 13438 h 591009"/>
                <a:gd name="connsiteX3" fmla="*/ 577571 w 1155142"/>
                <a:gd name="connsiteY3" fmla="*/ 591009 h 591009"/>
                <a:gd name="connsiteX4" fmla="*/ 0 w 1155142"/>
                <a:gd name="connsiteY4" fmla="*/ 13438 h 591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5142" h="591009">
                  <a:moveTo>
                    <a:pt x="1355" y="0"/>
                  </a:moveTo>
                  <a:lnTo>
                    <a:pt x="1153787" y="0"/>
                  </a:lnTo>
                  <a:lnTo>
                    <a:pt x="1155142" y="13438"/>
                  </a:lnTo>
                  <a:cubicBezTo>
                    <a:pt x="1155142" y="332422"/>
                    <a:pt x="896555" y="591009"/>
                    <a:pt x="577571" y="591009"/>
                  </a:cubicBezTo>
                  <a:cubicBezTo>
                    <a:pt x="258587" y="591009"/>
                    <a:pt x="0" y="332422"/>
                    <a:pt x="0" y="13438"/>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0" name="Freeform: Shape 13">
              <a:extLst>
                <a:ext uri="{FF2B5EF4-FFF2-40B4-BE49-F238E27FC236}">
                  <a16:creationId xmlns:a16="http://schemas.microsoft.com/office/drawing/2014/main" id="{6F90F99F-B12A-E8F9-5A86-D76B201D6308}"/>
                </a:ext>
              </a:extLst>
            </p:cNvPr>
            <p:cNvSpPr/>
            <p:nvPr userDrawn="1"/>
          </p:nvSpPr>
          <p:spPr>
            <a:xfrm flipH="1">
              <a:off x="3961511" y="-1"/>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Freeform: Shape 15">
              <a:extLst>
                <a:ext uri="{FF2B5EF4-FFF2-40B4-BE49-F238E27FC236}">
                  <a16:creationId xmlns:a16="http://schemas.microsoft.com/office/drawing/2014/main" id="{BFA99EFE-81BC-95EA-FA61-B7199AD98A74}"/>
                </a:ext>
              </a:extLst>
            </p:cNvPr>
            <p:cNvSpPr/>
            <p:nvPr userDrawn="1"/>
          </p:nvSpPr>
          <p:spPr>
            <a:xfrm flipH="1">
              <a:off x="0" y="2936831"/>
              <a:ext cx="159741" cy="552996"/>
            </a:xfrm>
            <a:custGeom>
              <a:avLst/>
              <a:gdLst>
                <a:gd name="connsiteX0" fmla="*/ 159741 w 159741"/>
                <a:gd name="connsiteY0" fmla="*/ 0 h 552996"/>
                <a:gd name="connsiteX1" fmla="*/ 159741 w 159741"/>
                <a:gd name="connsiteY1" fmla="*/ 552996 h 552996"/>
                <a:gd name="connsiteX2" fmla="*/ 141849 w 159741"/>
                <a:gd name="connsiteY2" fmla="*/ 543285 h 552996"/>
                <a:gd name="connsiteX3" fmla="*/ 0 w 159741"/>
                <a:gd name="connsiteY3" fmla="*/ 276498 h 552996"/>
                <a:gd name="connsiteX4" fmla="*/ 141849 w 159741"/>
                <a:gd name="connsiteY4" fmla="*/ 9711 h 5529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741" h="552996">
                  <a:moveTo>
                    <a:pt x="159741" y="0"/>
                  </a:moveTo>
                  <a:lnTo>
                    <a:pt x="159741" y="552996"/>
                  </a:lnTo>
                  <a:lnTo>
                    <a:pt x="141849" y="543285"/>
                  </a:lnTo>
                  <a:cubicBezTo>
                    <a:pt x="56268" y="485467"/>
                    <a:pt x="0" y="387554"/>
                    <a:pt x="0" y="276498"/>
                  </a:cubicBezTo>
                  <a:cubicBezTo>
                    <a:pt x="0" y="165443"/>
                    <a:pt x="56268" y="67529"/>
                    <a:pt x="141849" y="9711"/>
                  </a:cubicBezTo>
                  <a:close/>
                </a:path>
              </a:pathLst>
            </a:custGeom>
            <a:solidFill>
              <a:schemeClr val="accent4"/>
            </a:solidFill>
            <a:ln w="1270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2" name="Freeform: Shape 17">
              <a:extLst>
                <a:ext uri="{FF2B5EF4-FFF2-40B4-BE49-F238E27FC236}">
                  <a16:creationId xmlns:a16="http://schemas.microsoft.com/office/drawing/2014/main" id="{DD9FC028-D877-28FE-C646-DBD85D932641}"/>
                </a:ext>
              </a:extLst>
            </p:cNvPr>
            <p:cNvSpPr/>
            <p:nvPr userDrawn="1"/>
          </p:nvSpPr>
          <p:spPr>
            <a:xfrm flipH="1">
              <a:off x="0" y="5835649"/>
              <a:ext cx="1548180" cy="1022351"/>
            </a:xfrm>
            <a:custGeom>
              <a:avLst/>
              <a:gdLst>
                <a:gd name="connsiteX0" fmla="*/ 61913 w 1548180"/>
                <a:gd name="connsiteY0" fmla="*/ 0 h 1022351"/>
                <a:gd name="connsiteX1" fmla="*/ 1548180 w 1548180"/>
                <a:gd name="connsiteY1" fmla="*/ 0 h 1022351"/>
                <a:gd name="connsiteX2" fmla="*/ 1548180 w 1548180"/>
                <a:gd name="connsiteY2" fmla="*/ 123825 h 1022351"/>
                <a:gd name="connsiteX3" fmla="*/ 123825 w 1548180"/>
                <a:gd name="connsiteY3" fmla="*/ 123825 h 1022351"/>
                <a:gd name="connsiteX4" fmla="*/ 123825 w 1548180"/>
                <a:gd name="connsiteY4" fmla="*/ 1022351 h 1022351"/>
                <a:gd name="connsiteX5" fmla="*/ 0 w 1548180"/>
                <a:gd name="connsiteY5" fmla="*/ 1022351 h 1022351"/>
                <a:gd name="connsiteX6" fmla="*/ 0 w 1548180"/>
                <a:gd name="connsiteY6" fmla="*/ 61913 h 1022351"/>
                <a:gd name="connsiteX7" fmla="*/ 61913 w 1548180"/>
                <a:gd name="connsiteY7" fmla="*/ 0 h 1022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48180" h="1022351">
                  <a:moveTo>
                    <a:pt x="61913" y="0"/>
                  </a:moveTo>
                  <a:lnTo>
                    <a:pt x="1548180" y="0"/>
                  </a:lnTo>
                  <a:lnTo>
                    <a:pt x="1548180" y="123825"/>
                  </a:lnTo>
                  <a:lnTo>
                    <a:pt x="123825" y="123825"/>
                  </a:lnTo>
                  <a:lnTo>
                    <a:pt x="123825" y="1022351"/>
                  </a:lnTo>
                  <a:lnTo>
                    <a:pt x="0" y="1022351"/>
                  </a:ln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Freeform: Shape 21">
              <a:extLst>
                <a:ext uri="{FF2B5EF4-FFF2-40B4-BE49-F238E27FC236}">
                  <a16:creationId xmlns:a16="http://schemas.microsoft.com/office/drawing/2014/main" id="{AA0AFFE9-F0C2-BDA0-BF87-9977706AB6A8}"/>
                </a:ext>
              </a:extLst>
            </p:cNvPr>
            <p:cNvSpPr/>
            <p:nvPr userDrawn="1"/>
          </p:nvSpPr>
          <p:spPr>
            <a:xfrm flipH="1">
              <a:off x="4364198" y="6258755"/>
              <a:ext cx="1565940" cy="599245"/>
            </a:xfrm>
            <a:custGeom>
              <a:avLst/>
              <a:gdLst>
                <a:gd name="connsiteX0" fmla="*/ 782970 w 1565940"/>
                <a:gd name="connsiteY0" fmla="*/ 0 h 599245"/>
                <a:gd name="connsiteX1" fmla="*/ 1528042 w 1565940"/>
                <a:gd name="connsiteY1" fmla="*/ 480469 h 599245"/>
                <a:gd name="connsiteX2" fmla="*/ 1565940 w 1565940"/>
                <a:gd name="connsiteY2" fmla="*/ 599245 h 599245"/>
                <a:gd name="connsiteX3" fmla="*/ 0 w 1565940"/>
                <a:gd name="connsiteY3" fmla="*/ 599245 h 599245"/>
                <a:gd name="connsiteX4" fmla="*/ 37898 w 1565940"/>
                <a:gd name="connsiteY4" fmla="*/ 480469 h 599245"/>
                <a:gd name="connsiteX5" fmla="*/ 782970 w 1565940"/>
                <a:gd name="connsiteY5" fmla="*/ 0 h 599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65940" h="599245">
                  <a:moveTo>
                    <a:pt x="782970" y="0"/>
                  </a:moveTo>
                  <a:cubicBezTo>
                    <a:pt x="1117910" y="0"/>
                    <a:pt x="1405287" y="198118"/>
                    <a:pt x="1528042" y="480469"/>
                  </a:cubicBezTo>
                  <a:lnTo>
                    <a:pt x="1565940" y="599245"/>
                  </a:lnTo>
                  <a:lnTo>
                    <a:pt x="0" y="599245"/>
                  </a:lnTo>
                  <a:lnTo>
                    <a:pt x="37898" y="480469"/>
                  </a:lnTo>
                  <a:cubicBezTo>
                    <a:pt x="160653" y="198118"/>
                    <a:pt x="448030" y="0"/>
                    <a:pt x="782970"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sp>
        <p:nvSpPr>
          <p:cNvPr id="2" name="Title 1">
            <a:extLst>
              <a:ext uri="{FF2B5EF4-FFF2-40B4-BE49-F238E27FC236}">
                <a16:creationId xmlns:a16="http://schemas.microsoft.com/office/drawing/2014/main" id="{F657BD59-35CC-9BB3-8621-6FA3356F81AA}"/>
              </a:ext>
            </a:extLst>
          </p:cNvPr>
          <p:cNvSpPr>
            <a:spLocks noGrp="1"/>
          </p:cNvSpPr>
          <p:nvPr>
            <p:ph type="title"/>
          </p:nvPr>
        </p:nvSpPr>
        <p:spPr>
          <a:xfrm>
            <a:off x="383876" y="764502"/>
            <a:ext cx="5315035" cy="5328996"/>
          </a:xfrm>
        </p:spPr>
        <p:txBody>
          <a:bodyPr>
            <a:noAutofit/>
          </a:bodyPr>
          <a:lstStyle>
            <a:lvl1pPr algn="ctr">
              <a:defRPr sz="4400">
                <a:solidFill>
                  <a:schemeClr val="bg1"/>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hasCustomPrompt="1"/>
          </p:nvPr>
        </p:nvSpPr>
        <p:spPr>
          <a:xfrm>
            <a:off x="6605455" y="755171"/>
            <a:ext cx="4619937" cy="5315035"/>
          </a:xfrm>
        </p:spPr>
        <p:txBody>
          <a:bodyPr anchor="ctr" anchorCtr="0">
            <a:normAutofit/>
          </a:bodyPr>
          <a:lstStyle>
            <a:lvl1pPr marL="0" indent="0">
              <a:spcBef>
                <a:spcPts val="1000"/>
              </a:spcBef>
              <a:spcAft>
                <a:spcPts val="800"/>
              </a:spcAft>
              <a:buNone/>
              <a:defRPr sz="2400"/>
            </a:lvl1pPr>
            <a:lvl2pPr marL="800100" indent="-342900">
              <a:spcBef>
                <a:spcPts val="1000"/>
              </a:spcBef>
              <a:spcAft>
                <a:spcPts val="800"/>
              </a:spcAft>
              <a:buClr>
                <a:schemeClr val="accent2"/>
              </a:buClr>
              <a:buFont typeface="Arial" panose="020B0604020202020204" pitchFamily="34" charset="0"/>
              <a:buChar char="•"/>
              <a:defRPr sz="2000"/>
            </a:lvl2pPr>
            <a:lvl3pPr marL="1200150" indent="-285750">
              <a:spcBef>
                <a:spcPts val="1000"/>
              </a:spcBef>
              <a:spcAft>
                <a:spcPts val="800"/>
              </a:spcAft>
              <a:buClr>
                <a:schemeClr val="accent2"/>
              </a:buClr>
              <a:buFont typeface="Arial" panose="020B0604020202020204" pitchFamily="34" charset="0"/>
              <a:buChar char="•"/>
              <a:defRPr sz="1800"/>
            </a:lvl3pPr>
            <a:lvl4pPr marL="1657350" indent="-285750">
              <a:spcBef>
                <a:spcPts val="1000"/>
              </a:spcBef>
              <a:spcAft>
                <a:spcPts val="800"/>
              </a:spcAft>
              <a:buClr>
                <a:schemeClr val="accent2"/>
              </a:buClr>
              <a:buFont typeface="Arial" panose="020B0604020202020204" pitchFamily="34" charset="0"/>
              <a:buChar char="•"/>
              <a:defRPr sz="1600"/>
            </a:lvl4pPr>
            <a:lvl5pPr marL="2114550" indent="-285750">
              <a:spcBef>
                <a:spcPts val="1000"/>
              </a:spcBef>
              <a:spcAft>
                <a:spcPts val="800"/>
              </a:spcAft>
              <a:buClr>
                <a:schemeClr val="accent2"/>
              </a:buClr>
              <a:buFont typeface="Arial" panose="020B0604020202020204" pitchFamily="34" charset="0"/>
              <a:buChar char="•"/>
              <a:defRPr sz="16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fld id="{D6D8061D-18C3-4F4F-85EF-561633F58754}" type="datetimeFigureOut">
              <a:rPr lang="en-US" smtClean="0"/>
              <a:t>11/25/2024</a:t>
            </a:fld>
            <a:endParaRPr lang="en-US" dirty="0"/>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21629670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FD97564-C310-6E8C-8689-CE18881B4A1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FAD99FA-26D9-873B-BE7F-26FEC5C233A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319819E-0266-97DD-DFD1-BAAA06AE323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6D8061D-18C3-4F4F-85EF-561633F58754}" type="datetimeFigureOut">
              <a:rPr lang="en-US" smtClean="0"/>
              <a:t>11/25/2024</a:t>
            </a:fld>
            <a:endParaRPr lang="en-US" dirty="0"/>
          </a:p>
        </p:txBody>
      </p:sp>
      <p:sp>
        <p:nvSpPr>
          <p:cNvPr id="5" name="Footer Placeholder 4">
            <a:extLst>
              <a:ext uri="{FF2B5EF4-FFF2-40B4-BE49-F238E27FC236}">
                <a16:creationId xmlns:a16="http://schemas.microsoft.com/office/drawing/2014/main" id="{2BFD19C9-01CE-9E2A-CDA5-C15940F055F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dirty="0"/>
          </a:p>
        </p:txBody>
      </p:sp>
      <p:sp>
        <p:nvSpPr>
          <p:cNvPr id="6" name="Slide Number Placeholder 5">
            <a:extLst>
              <a:ext uri="{FF2B5EF4-FFF2-40B4-BE49-F238E27FC236}">
                <a16:creationId xmlns:a16="http://schemas.microsoft.com/office/drawing/2014/main" id="{A1801085-7B28-048D-E3D3-9C3614268DA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BD12358-51D2-46B3-9BDE-DF29528B9454}" type="slidenum">
              <a:rPr lang="en-US" smtClean="0"/>
              <a:t>‹#›</a:t>
            </a:fld>
            <a:endParaRPr lang="en-US" dirty="0"/>
          </a:p>
        </p:txBody>
      </p:sp>
    </p:spTree>
    <p:extLst>
      <p:ext uri="{BB962C8B-B14F-4D97-AF65-F5344CB8AC3E}">
        <p14:creationId xmlns:p14="http://schemas.microsoft.com/office/powerpoint/2010/main" val="1965934658"/>
      </p:ext>
    </p:extLst>
  </p:cSld>
  <p:clrMap bg1="lt1" tx1="dk1" bg2="lt2" tx2="dk2" accent1="accent1" accent2="accent2" accent3="accent3" accent4="accent4" accent5="accent5" accent6="accent6" hlink="hlink" folHlink="folHlink"/>
  <p:sldLayoutIdLst>
    <p:sldLayoutId id="2147483654" r:id="rId1"/>
    <p:sldLayoutId id="2147483660" r:id="rId2"/>
    <p:sldLayoutId id="2147483658" r:id="rId3"/>
    <p:sldLayoutId id="2147483667" r:id="rId4"/>
    <p:sldLayoutId id="2147483650" r:id="rId5"/>
    <p:sldLayoutId id="2147483649" r:id="rId6"/>
    <p:sldLayoutId id="2147483662" r:id="rId7"/>
    <p:sldLayoutId id="2147483663" r:id="rId8"/>
    <p:sldLayoutId id="2147483652" r:id="rId9"/>
    <p:sldLayoutId id="2147483666" r:id="rId10"/>
    <p:sldLayoutId id="2147483664" r:id="rId11"/>
    <p:sldLayoutId id="2147483665"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8.xml"/><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9.xml"/><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0.xml"/><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21.xml"/><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2.xml"/><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23.xml"/><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24.xml"/><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25.xml"/><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hyperlink" Target="https://www.fiverr.com/" TargetMode="External"/><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openxmlformats.org/officeDocument/2006/relationships/hyperlink" Target="https://www.linkedin.com/" TargetMode="External"/><Relationship Id="rId2" Type="http://schemas.openxmlformats.org/officeDocument/2006/relationships/notesSlide" Target="../notesSlides/notesSlide36.xml"/><Relationship Id="rId1" Type="http://schemas.openxmlformats.org/officeDocument/2006/relationships/slideLayout" Target="../slideLayouts/slideLayout5.xml"/><Relationship Id="rId4" Type="http://schemas.openxmlformats.org/officeDocument/2006/relationships/image" Target="../media/image11.png"/></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0047101-8D42-6100-9CEA-AEC0FAEAB606}"/>
              </a:ext>
            </a:extLst>
          </p:cNvPr>
          <p:cNvSpPr>
            <a:spLocks noGrp="1"/>
          </p:cNvSpPr>
          <p:nvPr>
            <p:ph type="ctrTitle"/>
          </p:nvPr>
        </p:nvSpPr>
        <p:spPr>
          <a:xfrm>
            <a:off x="5184474" y="2949739"/>
            <a:ext cx="6261291" cy="2396686"/>
          </a:xfrm>
          <a:noFill/>
        </p:spPr>
        <p:txBody>
          <a:bodyPr anchor="b">
            <a:noAutofit/>
          </a:bodyPr>
          <a:lstStyle/>
          <a:p>
            <a:r>
              <a:rPr lang="en-US" sz="6600" dirty="0"/>
              <a:t>Introduction to </a:t>
            </a:r>
            <a:br>
              <a:rPr lang="en-US" sz="6600" dirty="0"/>
            </a:br>
            <a:r>
              <a:rPr lang="en-US" sz="6600" dirty="0"/>
              <a:t>Freelancing </a:t>
            </a:r>
            <a:br>
              <a:rPr lang="en-US" sz="6600" dirty="0"/>
            </a:br>
            <a:r>
              <a:rPr lang="en-US" dirty="0"/>
              <a:t> </a:t>
            </a:r>
          </a:p>
        </p:txBody>
      </p:sp>
    </p:spTree>
    <p:extLst>
      <p:ext uri="{BB962C8B-B14F-4D97-AF65-F5344CB8AC3E}">
        <p14:creationId xmlns:p14="http://schemas.microsoft.com/office/powerpoint/2010/main" val="5174260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C2181D-911C-1343-7267-E35AC86CCA0E}"/>
              </a:ext>
            </a:extLst>
          </p:cNvPr>
          <p:cNvSpPr>
            <a:spLocks noGrp="1"/>
          </p:cNvSpPr>
          <p:nvPr>
            <p:ph type="title"/>
          </p:nvPr>
        </p:nvSpPr>
        <p:spPr>
          <a:xfrm>
            <a:off x="609957" y="1119031"/>
            <a:ext cx="4384736" cy="4619938"/>
          </a:xfrm>
          <a:noFill/>
        </p:spPr>
        <p:txBody>
          <a:bodyPr>
            <a:noAutofit/>
          </a:bodyPr>
          <a:lstStyle/>
          <a:p>
            <a:r>
              <a:rPr lang="en-US" dirty="0"/>
              <a:t>Agenda</a:t>
            </a:r>
          </a:p>
        </p:txBody>
      </p:sp>
      <p:sp>
        <p:nvSpPr>
          <p:cNvPr id="3" name="Content Placeholder 2">
            <a:extLst>
              <a:ext uri="{FF2B5EF4-FFF2-40B4-BE49-F238E27FC236}">
                <a16:creationId xmlns:a16="http://schemas.microsoft.com/office/drawing/2014/main" id="{9BEA8735-F1DC-1DE6-0A38-429B2F660F8A}"/>
              </a:ext>
            </a:extLst>
          </p:cNvPr>
          <p:cNvSpPr>
            <a:spLocks noGrp="1"/>
          </p:cNvSpPr>
          <p:nvPr>
            <p:ph idx="1"/>
          </p:nvPr>
        </p:nvSpPr>
        <p:spPr>
          <a:xfrm>
            <a:off x="5801708" y="554942"/>
            <a:ext cx="5552091" cy="5768220"/>
          </a:xfrm>
          <a:noFill/>
        </p:spPr>
        <p:txBody>
          <a:bodyPr>
            <a:normAutofit/>
          </a:bodyPr>
          <a:lstStyle/>
          <a:p>
            <a:r>
              <a:rPr lang="en-US" b="1" dirty="0"/>
              <a:t>What is a freelancer?</a:t>
            </a:r>
          </a:p>
          <a:p>
            <a:r>
              <a:rPr lang="en-US" b="1" dirty="0"/>
              <a:t>How to Become a Freelancer</a:t>
            </a:r>
          </a:p>
          <a:p>
            <a:r>
              <a:rPr lang="en-US" b="1" dirty="0"/>
              <a:t>Available Platforms</a:t>
            </a:r>
          </a:p>
          <a:p>
            <a:r>
              <a:rPr lang="en-US" b="1" dirty="0"/>
              <a:t>Create a Profile</a:t>
            </a:r>
            <a:r>
              <a:rPr lang="en-US" dirty="0"/>
              <a:t> </a:t>
            </a:r>
          </a:p>
        </p:txBody>
      </p:sp>
    </p:spTree>
    <p:extLst>
      <p:ext uri="{BB962C8B-B14F-4D97-AF65-F5344CB8AC3E}">
        <p14:creationId xmlns:p14="http://schemas.microsoft.com/office/powerpoint/2010/main" val="39207244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2513E45-4F5C-9394-1D42-7FB6C0170D83}"/>
              </a:ext>
            </a:extLst>
          </p:cNvPr>
          <p:cNvSpPr>
            <a:spLocks noGrp="1"/>
          </p:cNvSpPr>
          <p:nvPr>
            <p:ph type="title"/>
          </p:nvPr>
        </p:nvSpPr>
        <p:spPr>
          <a:xfrm>
            <a:off x="6222118" y="262762"/>
            <a:ext cx="5507421" cy="3649718"/>
          </a:xfrm>
        </p:spPr>
        <p:txBody>
          <a:bodyPr anchor="b">
            <a:normAutofit/>
          </a:bodyPr>
          <a:lstStyle/>
          <a:p>
            <a:pPr algn="l"/>
            <a:r>
              <a:rPr lang="en-US" b="1" i="0" dirty="0">
                <a:solidFill>
                  <a:srgbClr val="1D1C22"/>
                </a:solidFill>
                <a:effectLst/>
                <a:latin typeface="__sofiaProRegular_765997"/>
              </a:rPr>
              <a:t>What is a freelancer?</a:t>
            </a:r>
          </a:p>
        </p:txBody>
      </p:sp>
      <p:pic>
        <p:nvPicPr>
          <p:cNvPr id="10" name="Content Placeholder 10" descr="Child looking at a world map">
            <a:extLst>
              <a:ext uri="{FF2B5EF4-FFF2-40B4-BE49-F238E27FC236}">
                <a16:creationId xmlns:a16="http://schemas.microsoft.com/office/drawing/2014/main" id="{BDDFC830-574D-79C7-544E-026A2E301E99}"/>
              </a:ext>
            </a:extLst>
          </p:cNvPr>
          <p:cNvPicPr>
            <a:picLocks noGrp="1" noChangeAspect="1"/>
          </p:cNvPicPr>
          <p:nvPr>
            <p:ph type="pic" sz="quarter" idx="14"/>
          </p:nvPr>
        </p:nvPicPr>
        <p:blipFill rotWithShape="1">
          <a:blip r:embed="rId3" cstate="email">
            <a:extLst>
              <a:ext uri="{28A0092B-C50C-407E-A947-70E740481C1C}">
                <a14:useLocalDpi xmlns:a14="http://schemas.microsoft.com/office/drawing/2010/main"/>
              </a:ext>
            </a:extLst>
          </a:blip>
          <a:srcRect t="120" b="120"/>
          <a:stretch/>
        </p:blipFill>
        <p:spPr>
          <a:xfrm>
            <a:off x="707393" y="847600"/>
            <a:ext cx="4619625" cy="4617720"/>
          </a:xfrm>
        </p:spPr>
      </p:pic>
      <p:sp>
        <p:nvSpPr>
          <p:cNvPr id="5" name="Content Placeholder 4">
            <a:extLst>
              <a:ext uri="{FF2B5EF4-FFF2-40B4-BE49-F238E27FC236}">
                <a16:creationId xmlns:a16="http://schemas.microsoft.com/office/drawing/2014/main" id="{55C37F52-5C08-7C02-C9CA-E2AD930A95FB}"/>
              </a:ext>
            </a:extLst>
          </p:cNvPr>
          <p:cNvSpPr>
            <a:spLocks noGrp="1"/>
          </p:cNvSpPr>
          <p:nvPr>
            <p:ph idx="1"/>
          </p:nvPr>
        </p:nvSpPr>
        <p:spPr>
          <a:xfrm>
            <a:off x="6222118" y="4058263"/>
            <a:ext cx="5507421" cy="2141482"/>
          </a:xfrm>
        </p:spPr>
        <p:txBody>
          <a:bodyPr>
            <a:normAutofit/>
          </a:bodyPr>
          <a:lstStyle/>
          <a:p>
            <a:endParaRPr lang="en-US" dirty="0"/>
          </a:p>
        </p:txBody>
      </p:sp>
    </p:spTree>
    <p:extLst>
      <p:ext uri="{BB962C8B-B14F-4D97-AF65-F5344CB8AC3E}">
        <p14:creationId xmlns:p14="http://schemas.microsoft.com/office/powerpoint/2010/main" val="32939243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A9874B-BCA9-8420-1595-EDD1865A099A}"/>
              </a:ext>
            </a:extLst>
          </p:cNvPr>
          <p:cNvSpPr>
            <a:spLocks noGrp="1"/>
          </p:cNvSpPr>
          <p:nvPr>
            <p:ph type="title"/>
          </p:nvPr>
        </p:nvSpPr>
        <p:spPr>
          <a:xfrm>
            <a:off x="838200" y="365125"/>
            <a:ext cx="10515600" cy="1325563"/>
          </a:xfrm>
          <a:noFill/>
        </p:spPr>
        <p:txBody>
          <a:bodyPr anchor="ctr"/>
          <a:lstStyle/>
          <a:p>
            <a:r>
              <a:rPr lang="en-US" b="1" i="0" dirty="0">
                <a:solidFill>
                  <a:srgbClr val="1D1C22"/>
                </a:solidFill>
                <a:effectLst/>
                <a:latin typeface="__sofiaProRegular_765997"/>
              </a:rPr>
              <a:t>What is a freelancer?</a:t>
            </a:r>
            <a:endParaRPr lang="en-US" dirty="0"/>
          </a:p>
        </p:txBody>
      </p:sp>
      <p:sp>
        <p:nvSpPr>
          <p:cNvPr id="3" name="Content Placeholder 2">
            <a:extLst>
              <a:ext uri="{FF2B5EF4-FFF2-40B4-BE49-F238E27FC236}">
                <a16:creationId xmlns:a16="http://schemas.microsoft.com/office/drawing/2014/main" id="{68A5FD2B-E3E5-1C2B-0151-21F216B14A33}"/>
              </a:ext>
            </a:extLst>
          </p:cNvPr>
          <p:cNvSpPr>
            <a:spLocks noGrp="1"/>
          </p:cNvSpPr>
          <p:nvPr>
            <p:ph sz="half" idx="1"/>
          </p:nvPr>
        </p:nvSpPr>
        <p:spPr>
          <a:xfrm>
            <a:off x="838200" y="1825625"/>
            <a:ext cx="4915163" cy="4297680"/>
          </a:xfrm>
          <a:noFill/>
        </p:spPr>
        <p:txBody>
          <a:bodyPr>
            <a:normAutofit fontScale="92500" lnSpcReduction="10000"/>
          </a:bodyPr>
          <a:lstStyle/>
          <a:p>
            <a:pPr algn="just"/>
            <a:r>
              <a:rPr lang="en-US" dirty="0"/>
              <a:t>A freelancer is a self-employed individual who offers services to a company or Individuals.</a:t>
            </a:r>
          </a:p>
          <a:p>
            <a:pPr algn="just"/>
            <a:r>
              <a:rPr lang="en-US" dirty="0"/>
              <a:t>Freelancers can take on as much work from as many businesses as they please. Ultimately, their career and workload are in their own hands.</a:t>
            </a:r>
          </a:p>
          <a:p>
            <a:pPr marL="0" lvl="1" indent="0">
              <a:buNone/>
            </a:pPr>
            <a:r>
              <a:rPr lang="en-US" dirty="0"/>
              <a:t>Freelancers are most common in creative industries like </a:t>
            </a:r>
          </a:p>
          <a:p>
            <a:pPr lvl="1"/>
            <a:r>
              <a:rPr lang="en-US" dirty="0"/>
              <a:t>Graphic design, Copywriting and photography. </a:t>
            </a:r>
          </a:p>
          <a:p>
            <a:pPr marL="0" lvl="1" indent="0" algn="just">
              <a:buNone/>
            </a:pPr>
            <a:r>
              <a:rPr lang="en-US" dirty="0"/>
              <a:t>However, service-based industries offer a ton of opportunities for freelancers as well.</a:t>
            </a:r>
          </a:p>
        </p:txBody>
      </p:sp>
      <p:sp>
        <p:nvSpPr>
          <p:cNvPr id="4" name="Content Placeholder 3">
            <a:extLst>
              <a:ext uri="{FF2B5EF4-FFF2-40B4-BE49-F238E27FC236}">
                <a16:creationId xmlns:a16="http://schemas.microsoft.com/office/drawing/2014/main" id="{ACFBB810-3430-2C29-1AA0-9744AA0A1AA3}"/>
              </a:ext>
            </a:extLst>
          </p:cNvPr>
          <p:cNvSpPr>
            <a:spLocks noGrp="1"/>
          </p:cNvSpPr>
          <p:nvPr>
            <p:ph sz="half" idx="15"/>
          </p:nvPr>
        </p:nvSpPr>
        <p:spPr>
          <a:xfrm>
            <a:off x="6147896" y="1816916"/>
            <a:ext cx="5212080" cy="4297680"/>
          </a:xfrm>
          <a:noFill/>
        </p:spPr>
        <p:txBody>
          <a:bodyPr>
            <a:normAutofit/>
          </a:bodyPr>
          <a:lstStyle/>
          <a:p>
            <a:r>
              <a:rPr lang="en-US" dirty="0"/>
              <a:t>The freelance process typically goes as follows:</a:t>
            </a:r>
          </a:p>
          <a:p>
            <a:pPr lvl="1" algn="just"/>
            <a:r>
              <a:rPr lang="en-US" dirty="0"/>
              <a:t>The freelancer reaches out to clients/vice versa for possible contract work.</a:t>
            </a:r>
          </a:p>
          <a:p>
            <a:pPr lvl="1" algn="just"/>
            <a:r>
              <a:rPr lang="en-US" dirty="0"/>
              <a:t>The freelancer tackles projects at a set price, such as per project or per hour.</a:t>
            </a:r>
          </a:p>
          <a:p>
            <a:pPr lvl="1" algn="just"/>
            <a:r>
              <a:rPr lang="en-US" dirty="0"/>
              <a:t>The client pays the freelancer for work; taxes are not taken out of paycheck and freelancers must pay quarterly taxes.</a:t>
            </a:r>
          </a:p>
        </p:txBody>
      </p:sp>
    </p:spTree>
    <p:extLst>
      <p:ext uri="{BB962C8B-B14F-4D97-AF65-F5344CB8AC3E}">
        <p14:creationId xmlns:p14="http://schemas.microsoft.com/office/powerpoint/2010/main" val="11276497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E76AA0-64EE-603C-F5C7-16A30E506F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5832FB-DCD1-8F36-37E3-3A35AB85977D}"/>
              </a:ext>
            </a:extLst>
          </p:cNvPr>
          <p:cNvSpPr>
            <a:spLocks noGrp="1"/>
          </p:cNvSpPr>
          <p:nvPr>
            <p:ph type="title"/>
          </p:nvPr>
        </p:nvSpPr>
        <p:spPr>
          <a:xfrm>
            <a:off x="838200" y="365125"/>
            <a:ext cx="10515600" cy="1325563"/>
          </a:xfrm>
          <a:noFill/>
        </p:spPr>
        <p:txBody>
          <a:bodyPr anchor="ctr"/>
          <a:lstStyle/>
          <a:p>
            <a:r>
              <a:rPr lang="en-US" b="1" i="0" dirty="0">
                <a:solidFill>
                  <a:srgbClr val="1D1C22"/>
                </a:solidFill>
                <a:effectLst/>
                <a:latin typeface="__sofiaProRegular_765997"/>
              </a:rPr>
              <a:t>What </a:t>
            </a:r>
            <a:r>
              <a:rPr lang="en-US" b="1" dirty="0">
                <a:solidFill>
                  <a:srgbClr val="1D1C22"/>
                </a:solidFill>
                <a:latin typeface="__sofiaProRegular_765997"/>
              </a:rPr>
              <a:t>are Pros &amp; Cons of being</a:t>
            </a:r>
            <a:r>
              <a:rPr lang="en-US" b="1" i="0" dirty="0">
                <a:solidFill>
                  <a:srgbClr val="1D1C22"/>
                </a:solidFill>
                <a:effectLst/>
                <a:latin typeface="__sofiaProRegular_765997"/>
              </a:rPr>
              <a:t> freelancer?</a:t>
            </a:r>
            <a:endParaRPr lang="en-US" dirty="0"/>
          </a:p>
        </p:txBody>
      </p:sp>
      <p:sp>
        <p:nvSpPr>
          <p:cNvPr id="3" name="Content Placeholder 2">
            <a:extLst>
              <a:ext uri="{FF2B5EF4-FFF2-40B4-BE49-F238E27FC236}">
                <a16:creationId xmlns:a16="http://schemas.microsoft.com/office/drawing/2014/main" id="{05D17BFC-4C23-AD80-E56B-2260458A5086}"/>
              </a:ext>
            </a:extLst>
          </p:cNvPr>
          <p:cNvSpPr>
            <a:spLocks noGrp="1"/>
          </p:cNvSpPr>
          <p:nvPr>
            <p:ph sz="half" idx="1"/>
          </p:nvPr>
        </p:nvSpPr>
        <p:spPr>
          <a:xfrm>
            <a:off x="838200" y="1825625"/>
            <a:ext cx="4915163" cy="4297680"/>
          </a:xfrm>
          <a:noFill/>
        </p:spPr>
        <p:txBody>
          <a:bodyPr>
            <a:normAutofit/>
          </a:bodyPr>
          <a:lstStyle/>
          <a:p>
            <a:pPr algn="just"/>
            <a:r>
              <a:rPr lang="en-US" dirty="0"/>
              <a:t>Some of the benefits include the ability to decide the work you want to take on and the control over how you spend your time.</a:t>
            </a:r>
          </a:p>
          <a:p>
            <a:pPr lvl="1" algn="just"/>
            <a:r>
              <a:rPr lang="en-US" dirty="0"/>
              <a:t>There are always work opportunities:</a:t>
            </a:r>
          </a:p>
          <a:p>
            <a:pPr lvl="1" algn="just"/>
            <a:r>
              <a:rPr lang="en-US" dirty="0"/>
              <a:t>You control your schedule:</a:t>
            </a:r>
          </a:p>
          <a:p>
            <a:pPr lvl="1" algn="just"/>
            <a:r>
              <a:rPr lang="en-US" dirty="0"/>
              <a:t>You have an amazing opportunity to gather experience:</a:t>
            </a:r>
          </a:p>
          <a:p>
            <a:pPr lvl="1" algn="just"/>
            <a:r>
              <a:rPr lang="en-US" dirty="0"/>
              <a:t>You choose whom you work with:</a:t>
            </a:r>
          </a:p>
        </p:txBody>
      </p:sp>
      <p:sp>
        <p:nvSpPr>
          <p:cNvPr id="4" name="Content Placeholder 3">
            <a:extLst>
              <a:ext uri="{FF2B5EF4-FFF2-40B4-BE49-F238E27FC236}">
                <a16:creationId xmlns:a16="http://schemas.microsoft.com/office/drawing/2014/main" id="{D18638A5-1624-CAC5-E265-C4DE3932E2C0}"/>
              </a:ext>
            </a:extLst>
          </p:cNvPr>
          <p:cNvSpPr>
            <a:spLocks noGrp="1"/>
          </p:cNvSpPr>
          <p:nvPr>
            <p:ph sz="half" idx="15"/>
          </p:nvPr>
        </p:nvSpPr>
        <p:spPr>
          <a:xfrm>
            <a:off x="6147896" y="1816916"/>
            <a:ext cx="5212080" cy="4297680"/>
          </a:xfrm>
          <a:noFill/>
        </p:spPr>
        <p:txBody>
          <a:bodyPr>
            <a:normAutofit/>
          </a:bodyPr>
          <a:lstStyle/>
          <a:p>
            <a:r>
              <a:rPr lang="en-US" dirty="0"/>
              <a:t>What are the drawbacks of freelancing?</a:t>
            </a:r>
          </a:p>
          <a:p>
            <a:r>
              <a:rPr lang="en-US" dirty="0"/>
              <a:t>The freelancer reaches out to clients/vice versa for possible contract work.</a:t>
            </a:r>
          </a:p>
          <a:p>
            <a:pPr lvl="1" algn="just"/>
            <a:r>
              <a:rPr lang="en-US" dirty="0"/>
              <a:t>You need discipline and routine:</a:t>
            </a:r>
          </a:p>
          <a:p>
            <a:pPr lvl="1" algn="just"/>
            <a:r>
              <a:rPr lang="en-US" dirty="0"/>
              <a:t>Sometimes, there won’t be work:</a:t>
            </a:r>
          </a:p>
          <a:p>
            <a:pPr lvl="1" algn="just"/>
            <a:r>
              <a:rPr lang="en-US" dirty="0"/>
              <a:t>Sometimes, you’ll work longer hours: </a:t>
            </a:r>
          </a:p>
          <a:p>
            <a:pPr lvl="1" algn="just"/>
            <a:r>
              <a:rPr lang="en-US" dirty="0"/>
              <a:t>It can take a while to get your first gig:</a:t>
            </a:r>
          </a:p>
        </p:txBody>
      </p:sp>
    </p:spTree>
    <p:extLst>
      <p:ext uri="{BB962C8B-B14F-4D97-AF65-F5344CB8AC3E}">
        <p14:creationId xmlns:p14="http://schemas.microsoft.com/office/powerpoint/2010/main" val="15888794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1" name="Picture Placeholder 5" descr="Boy playing in playground in front of apartment building&#10;">
            <a:extLst>
              <a:ext uri="{FF2B5EF4-FFF2-40B4-BE49-F238E27FC236}">
                <a16:creationId xmlns:a16="http://schemas.microsoft.com/office/drawing/2014/main" id="{46148692-01F9-F0AF-248D-A06D949F3145}"/>
              </a:ext>
            </a:extLst>
          </p:cNvPr>
          <p:cNvPicPr>
            <a:picLocks noGrp="1" noChangeAspect="1"/>
          </p:cNvPicPr>
          <p:nvPr>
            <p:ph type="pic" sz="quarter" idx="10"/>
          </p:nvPr>
        </p:nvPicPr>
        <p:blipFill rotWithShape="1">
          <a:blip r:embed="rId3"/>
          <a:srcRect/>
          <a:stretch/>
        </p:blipFill>
        <p:spPr>
          <a:xfrm>
            <a:off x="0" y="0"/>
            <a:ext cx="12192000" cy="6858000"/>
          </a:xfrm>
        </p:spPr>
      </p:pic>
      <p:sp>
        <p:nvSpPr>
          <p:cNvPr id="3" name="Title 2">
            <a:extLst>
              <a:ext uri="{FF2B5EF4-FFF2-40B4-BE49-F238E27FC236}">
                <a16:creationId xmlns:a16="http://schemas.microsoft.com/office/drawing/2014/main" id="{A0034E89-1952-5288-08A0-70A4A73BE39E}"/>
              </a:ext>
            </a:extLst>
          </p:cNvPr>
          <p:cNvSpPr>
            <a:spLocks noGrp="1"/>
          </p:cNvSpPr>
          <p:nvPr>
            <p:ph type="title"/>
          </p:nvPr>
        </p:nvSpPr>
        <p:spPr>
          <a:xfrm>
            <a:off x="2868168" y="923544"/>
            <a:ext cx="6455664" cy="5010912"/>
          </a:xfrm>
          <a:noFill/>
        </p:spPr>
        <p:txBody>
          <a:bodyPr anchor="ctr"/>
          <a:lstStyle/>
          <a:p>
            <a:r>
              <a:rPr lang="en-US" b="0" i="1" dirty="0">
                <a:solidFill>
                  <a:srgbClr val="1D1C22"/>
                </a:solidFill>
                <a:effectLst/>
                <a:latin typeface="Georgia" panose="02040502050405020303" pitchFamily="18" charset="0"/>
              </a:rPr>
              <a:t>How to Become a Freelancer</a:t>
            </a:r>
          </a:p>
        </p:txBody>
      </p:sp>
    </p:spTree>
    <p:extLst>
      <p:ext uri="{BB962C8B-B14F-4D97-AF65-F5344CB8AC3E}">
        <p14:creationId xmlns:p14="http://schemas.microsoft.com/office/powerpoint/2010/main" val="17561280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7AE306-253D-7771-C2F9-C7F9BD32DD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5249A8-038B-59BA-25F2-674D6F55E6F7}"/>
              </a:ext>
            </a:extLst>
          </p:cNvPr>
          <p:cNvSpPr>
            <a:spLocks noGrp="1"/>
          </p:cNvSpPr>
          <p:nvPr>
            <p:ph type="title"/>
          </p:nvPr>
        </p:nvSpPr>
        <p:spPr>
          <a:xfrm>
            <a:off x="609957" y="1119031"/>
            <a:ext cx="4384736" cy="4619938"/>
          </a:xfrm>
          <a:noFill/>
        </p:spPr>
        <p:txBody>
          <a:bodyPr>
            <a:noAutofit/>
          </a:bodyPr>
          <a:lstStyle/>
          <a:p>
            <a:r>
              <a:rPr lang="en-US" b="0" i="1" dirty="0">
                <a:solidFill>
                  <a:srgbClr val="1D1C22"/>
                </a:solidFill>
                <a:effectLst/>
                <a:latin typeface="Georgia" panose="02040502050405020303" pitchFamily="18" charset="0"/>
              </a:rPr>
              <a:t>How to Become a Freelancer</a:t>
            </a:r>
            <a:endParaRPr lang="en-US" dirty="0"/>
          </a:p>
        </p:txBody>
      </p:sp>
      <p:sp>
        <p:nvSpPr>
          <p:cNvPr id="3" name="Content Placeholder 2">
            <a:extLst>
              <a:ext uri="{FF2B5EF4-FFF2-40B4-BE49-F238E27FC236}">
                <a16:creationId xmlns:a16="http://schemas.microsoft.com/office/drawing/2014/main" id="{F1F54BD6-665A-BE26-974B-063BFCC1A082}"/>
              </a:ext>
            </a:extLst>
          </p:cNvPr>
          <p:cNvSpPr>
            <a:spLocks noGrp="1"/>
          </p:cNvSpPr>
          <p:nvPr>
            <p:ph idx="1"/>
          </p:nvPr>
        </p:nvSpPr>
        <p:spPr>
          <a:xfrm>
            <a:off x="5199321" y="1256691"/>
            <a:ext cx="6382722" cy="4482278"/>
          </a:xfrm>
          <a:noFill/>
        </p:spPr>
        <p:txBody>
          <a:bodyPr>
            <a:normAutofit/>
          </a:bodyPr>
          <a:lstStyle/>
          <a:p>
            <a:pPr algn="l"/>
            <a:r>
              <a:rPr lang="en-US" b="1" i="0" dirty="0">
                <a:solidFill>
                  <a:srgbClr val="1D1C22"/>
                </a:solidFill>
                <a:effectLst/>
                <a:latin typeface="__sofiaProRegular_765997"/>
              </a:rPr>
              <a:t>Step 1: Consider whether freelancing is for you.</a:t>
            </a:r>
          </a:p>
          <a:p>
            <a:r>
              <a:rPr lang="en-US" b="1" i="0" dirty="0">
                <a:solidFill>
                  <a:srgbClr val="1D1C22"/>
                </a:solidFill>
                <a:effectLst/>
                <a:latin typeface="__sofiaProRegular_765997"/>
              </a:rPr>
              <a:t>Step 2: Find a platform.</a:t>
            </a:r>
          </a:p>
          <a:p>
            <a:r>
              <a:rPr lang="en-US" b="1" i="0" dirty="0">
                <a:solidFill>
                  <a:srgbClr val="1D1C22"/>
                </a:solidFill>
                <a:effectLst/>
                <a:latin typeface="__sofiaProRegular_765997"/>
              </a:rPr>
              <a:t>Step 3: Build your profile.</a:t>
            </a:r>
          </a:p>
          <a:p>
            <a:r>
              <a:rPr lang="en-US" b="1" i="0" dirty="0">
                <a:solidFill>
                  <a:srgbClr val="1D1C22"/>
                </a:solidFill>
                <a:effectLst/>
                <a:latin typeface="__sofiaProRegular_765997"/>
              </a:rPr>
              <a:t>Step 4: Build your portfolio.</a:t>
            </a:r>
          </a:p>
          <a:p>
            <a:r>
              <a:rPr lang="en-US" b="1" i="0" dirty="0">
                <a:solidFill>
                  <a:srgbClr val="1D1C22"/>
                </a:solidFill>
                <a:effectLst/>
                <a:latin typeface="__sofiaProRegular_765997"/>
              </a:rPr>
              <a:t>Step 5: Determine your price.</a:t>
            </a:r>
          </a:p>
          <a:p>
            <a:r>
              <a:rPr lang="en-US" b="1" i="0" dirty="0">
                <a:solidFill>
                  <a:srgbClr val="1D1C22"/>
                </a:solidFill>
                <a:effectLst/>
                <a:latin typeface="__sofiaProRegular_765997"/>
              </a:rPr>
              <a:t>Step 6: Find work.</a:t>
            </a:r>
          </a:p>
          <a:p>
            <a:r>
              <a:rPr lang="en-US" b="1" i="0" dirty="0">
                <a:solidFill>
                  <a:srgbClr val="1D1C22"/>
                </a:solidFill>
                <a:effectLst/>
                <a:latin typeface="__sofiaProRegular_765997"/>
              </a:rPr>
              <a:t>Step 7: Focus on client relationships.</a:t>
            </a:r>
          </a:p>
        </p:txBody>
      </p:sp>
    </p:spTree>
    <p:extLst>
      <p:ext uri="{BB962C8B-B14F-4D97-AF65-F5344CB8AC3E}">
        <p14:creationId xmlns:p14="http://schemas.microsoft.com/office/powerpoint/2010/main" val="38457920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4E16F3-87CD-1191-4473-5B97C48DF6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794D83-8B3D-9D22-1781-19EC2C759068}"/>
              </a:ext>
            </a:extLst>
          </p:cNvPr>
          <p:cNvSpPr>
            <a:spLocks noGrp="1"/>
          </p:cNvSpPr>
          <p:nvPr>
            <p:ph type="title"/>
          </p:nvPr>
        </p:nvSpPr>
        <p:spPr>
          <a:xfrm>
            <a:off x="838200" y="365125"/>
            <a:ext cx="10515600" cy="1325563"/>
          </a:xfrm>
          <a:noFill/>
        </p:spPr>
        <p:txBody>
          <a:bodyPr anchor="ctr"/>
          <a:lstStyle/>
          <a:p>
            <a:pPr algn="l"/>
            <a:r>
              <a:rPr lang="en-US" b="1" i="0" dirty="0">
                <a:solidFill>
                  <a:srgbClr val="1D1C22"/>
                </a:solidFill>
                <a:effectLst/>
                <a:latin typeface="__sofiaProRegular_765997"/>
              </a:rPr>
              <a:t>Step 1: Consider whether freelancing is for you.</a:t>
            </a:r>
          </a:p>
        </p:txBody>
      </p:sp>
      <p:sp>
        <p:nvSpPr>
          <p:cNvPr id="3" name="Content Placeholder 2">
            <a:extLst>
              <a:ext uri="{FF2B5EF4-FFF2-40B4-BE49-F238E27FC236}">
                <a16:creationId xmlns:a16="http://schemas.microsoft.com/office/drawing/2014/main" id="{6E6CB861-A04F-920D-F762-45D02E611B70}"/>
              </a:ext>
            </a:extLst>
          </p:cNvPr>
          <p:cNvSpPr>
            <a:spLocks noGrp="1"/>
          </p:cNvSpPr>
          <p:nvPr>
            <p:ph sz="half" idx="1"/>
          </p:nvPr>
        </p:nvSpPr>
        <p:spPr>
          <a:xfrm>
            <a:off x="838200" y="1825625"/>
            <a:ext cx="4915163" cy="4297680"/>
          </a:xfrm>
          <a:noFill/>
        </p:spPr>
        <p:txBody>
          <a:bodyPr>
            <a:normAutofit/>
          </a:bodyPr>
          <a:lstStyle/>
          <a:p>
            <a:pPr algn="just"/>
            <a:r>
              <a:rPr lang="en-US" dirty="0"/>
              <a:t>Some of the benefits include the ability to decide the work you want to take on and the control over how you spend your time.</a:t>
            </a:r>
          </a:p>
          <a:p>
            <a:pPr lvl="1" algn="just"/>
            <a:r>
              <a:rPr lang="en-US" dirty="0"/>
              <a:t>Being your own boss is a great thing if you’re disciplined and reliable.</a:t>
            </a:r>
          </a:p>
          <a:p>
            <a:pPr lvl="1" algn="just"/>
            <a:r>
              <a:rPr lang="en-US" dirty="0"/>
              <a:t>Freelancing enables you to set your schedule, so you can take a day off whenever you want, </a:t>
            </a:r>
          </a:p>
          <a:p>
            <a:pPr lvl="1" algn="just"/>
            <a:r>
              <a:rPr lang="en-US" dirty="0"/>
              <a:t>You won’t be paid for that time because there is no such thing as paid leave.</a:t>
            </a:r>
          </a:p>
          <a:p>
            <a:pPr lvl="1" algn="just"/>
            <a:endParaRPr lang="en-US" dirty="0"/>
          </a:p>
        </p:txBody>
      </p:sp>
      <p:sp>
        <p:nvSpPr>
          <p:cNvPr id="4" name="Content Placeholder 3">
            <a:extLst>
              <a:ext uri="{FF2B5EF4-FFF2-40B4-BE49-F238E27FC236}">
                <a16:creationId xmlns:a16="http://schemas.microsoft.com/office/drawing/2014/main" id="{46DBC5E9-F36E-08EF-4C93-547DCF80BA2E}"/>
              </a:ext>
            </a:extLst>
          </p:cNvPr>
          <p:cNvSpPr>
            <a:spLocks noGrp="1"/>
          </p:cNvSpPr>
          <p:nvPr>
            <p:ph sz="half" idx="15"/>
          </p:nvPr>
        </p:nvSpPr>
        <p:spPr>
          <a:xfrm>
            <a:off x="6147896" y="1816916"/>
            <a:ext cx="5212080" cy="4297680"/>
          </a:xfrm>
          <a:noFill/>
        </p:spPr>
        <p:txBody>
          <a:bodyPr>
            <a:normAutofit/>
          </a:bodyPr>
          <a:lstStyle/>
          <a:p>
            <a:pPr lvl="1" algn="just"/>
            <a:r>
              <a:rPr lang="en-US" dirty="0"/>
              <a:t>If you want to be a freelancer, you should maintain a daily work routine.</a:t>
            </a:r>
          </a:p>
          <a:p>
            <a:pPr lvl="1" algn="just"/>
            <a:r>
              <a:rPr lang="en-US" dirty="0"/>
              <a:t>Be ready to juggle several assignments at once and continually look for new projects to maintain a steady flow of work.</a:t>
            </a:r>
          </a:p>
          <a:p>
            <a:pPr lvl="1" algn="just"/>
            <a:r>
              <a:rPr lang="en-US" dirty="0"/>
              <a:t>If you’re still working full time, don’t immediately quit your job. </a:t>
            </a:r>
          </a:p>
          <a:p>
            <a:pPr lvl="1" algn="just"/>
            <a:r>
              <a:rPr lang="en-US" dirty="0"/>
              <a:t>Instead, combine freelancing and full-time work until you accumulate enough clients and connections to support yourself as a freelancer </a:t>
            </a:r>
          </a:p>
        </p:txBody>
      </p:sp>
    </p:spTree>
    <p:extLst>
      <p:ext uri="{BB962C8B-B14F-4D97-AF65-F5344CB8AC3E}">
        <p14:creationId xmlns:p14="http://schemas.microsoft.com/office/powerpoint/2010/main" val="30618005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ECFCA8-5E97-7D28-BBD8-792B016689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FF06BA-5432-E1EC-779E-96C2B0474197}"/>
              </a:ext>
            </a:extLst>
          </p:cNvPr>
          <p:cNvSpPr>
            <a:spLocks noGrp="1"/>
          </p:cNvSpPr>
          <p:nvPr>
            <p:ph type="title"/>
          </p:nvPr>
        </p:nvSpPr>
        <p:spPr>
          <a:xfrm>
            <a:off x="838200" y="365125"/>
            <a:ext cx="10515600" cy="1325563"/>
          </a:xfrm>
          <a:noFill/>
        </p:spPr>
        <p:txBody>
          <a:bodyPr anchor="ctr"/>
          <a:lstStyle/>
          <a:p>
            <a:pPr algn="l"/>
            <a:r>
              <a:rPr lang="en-US" b="1" i="0" dirty="0">
                <a:solidFill>
                  <a:srgbClr val="1D1C22"/>
                </a:solidFill>
                <a:effectLst/>
                <a:latin typeface="__sofiaProRegular_765997"/>
              </a:rPr>
              <a:t>Step 2: Find a Platform.</a:t>
            </a:r>
          </a:p>
        </p:txBody>
      </p:sp>
      <p:sp>
        <p:nvSpPr>
          <p:cNvPr id="3" name="Content Placeholder 2">
            <a:extLst>
              <a:ext uri="{FF2B5EF4-FFF2-40B4-BE49-F238E27FC236}">
                <a16:creationId xmlns:a16="http://schemas.microsoft.com/office/drawing/2014/main" id="{2023D49D-739A-CA5A-9F72-41AD23BF7E73}"/>
              </a:ext>
            </a:extLst>
          </p:cNvPr>
          <p:cNvSpPr>
            <a:spLocks noGrp="1"/>
          </p:cNvSpPr>
          <p:nvPr>
            <p:ph sz="half" idx="1"/>
          </p:nvPr>
        </p:nvSpPr>
        <p:spPr>
          <a:xfrm>
            <a:off x="838200" y="1825625"/>
            <a:ext cx="10315353" cy="4297680"/>
          </a:xfrm>
          <a:noFill/>
        </p:spPr>
        <p:txBody>
          <a:bodyPr>
            <a:normAutofit/>
          </a:bodyPr>
          <a:lstStyle/>
          <a:p>
            <a:pPr algn="just"/>
            <a:r>
              <a:rPr lang="en-US" dirty="0"/>
              <a:t>Some of the benefits include the ability to decide the work you want to take on and the control over how you spend your time.</a:t>
            </a:r>
          </a:p>
          <a:p>
            <a:pPr lvl="1" algn="just"/>
            <a:r>
              <a:rPr lang="en-US" dirty="0"/>
              <a:t>Choosing the platform with the model that fits your needs and salary expectations is incredibly important for your success. </a:t>
            </a:r>
          </a:p>
          <a:p>
            <a:pPr lvl="1" algn="just"/>
            <a:r>
              <a:rPr lang="en-US" dirty="0"/>
              <a:t>For example, there are numerous highly rated freelance websites for finding developers. </a:t>
            </a:r>
          </a:p>
          <a:p>
            <a:pPr lvl="1" algn="just"/>
            <a:r>
              <a:rPr lang="en-US" dirty="0"/>
              <a:t>Plenty of freelancing websites encourage the so-called “race to the bottom,” where freelancers provide poor quality work in exchange for poor compensation.</a:t>
            </a:r>
          </a:p>
          <a:p>
            <a:pPr lvl="1" algn="just"/>
            <a:r>
              <a:rPr lang="en-US" dirty="0"/>
              <a:t>Ultimately, it doesn’t help anyone — buyers cannot find good quality of work and freelancers cannot earn enough money.</a:t>
            </a:r>
          </a:p>
          <a:p>
            <a:pPr lvl="1" algn="just"/>
            <a:r>
              <a:rPr lang="en-US" dirty="0"/>
              <a:t>We will discuss the all the available platforms in the later section.</a:t>
            </a:r>
          </a:p>
        </p:txBody>
      </p:sp>
    </p:spTree>
    <p:extLst>
      <p:ext uri="{BB962C8B-B14F-4D97-AF65-F5344CB8AC3E}">
        <p14:creationId xmlns:p14="http://schemas.microsoft.com/office/powerpoint/2010/main" val="39290316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4750C5-447F-6E31-809A-B4CBFD2E10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D9E055-5DDD-0C60-A87D-177EF13EFFFB}"/>
              </a:ext>
            </a:extLst>
          </p:cNvPr>
          <p:cNvSpPr>
            <a:spLocks noGrp="1"/>
          </p:cNvSpPr>
          <p:nvPr>
            <p:ph type="title"/>
          </p:nvPr>
        </p:nvSpPr>
        <p:spPr>
          <a:xfrm>
            <a:off x="838200" y="365125"/>
            <a:ext cx="10515600" cy="1325563"/>
          </a:xfrm>
          <a:noFill/>
        </p:spPr>
        <p:txBody>
          <a:bodyPr anchor="ctr"/>
          <a:lstStyle/>
          <a:p>
            <a:r>
              <a:rPr lang="en-US" b="1" i="0" dirty="0">
                <a:solidFill>
                  <a:srgbClr val="1D1C22"/>
                </a:solidFill>
                <a:effectLst/>
                <a:latin typeface="__sofiaProRegular_765997"/>
              </a:rPr>
              <a:t>Step 3: Build your profile.</a:t>
            </a:r>
          </a:p>
        </p:txBody>
      </p:sp>
      <p:sp>
        <p:nvSpPr>
          <p:cNvPr id="3" name="Content Placeholder 2">
            <a:extLst>
              <a:ext uri="{FF2B5EF4-FFF2-40B4-BE49-F238E27FC236}">
                <a16:creationId xmlns:a16="http://schemas.microsoft.com/office/drawing/2014/main" id="{ACFA37DE-8C86-96F7-59A3-47DD31138145}"/>
              </a:ext>
            </a:extLst>
          </p:cNvPr>
          <p:cNvSpPr>
            <a:spLocks noGrp="1"/>
          </p:cNvSpPr>
          <p:nvPr>
            <p:ph sz="half" idx="1"/>
          </p:nvPr>
        </p:nvSpPr>
        <p:spPr>
          <a:xfrm>
            <a:off x="838200" y="1825625"/>
            <a:ext cx="9890051" cy="4297680"/>
          </a:xfrm>
          <a:noFill/>
        </p:spPr>
        <p:txBody>
          <a:bodyPr>
            <a:normAutofit/>
          </a:bodyPr>
          <a:lstStyle/>
          <a:p>
            <a:pPr lvl="1" algn="just"/>
            <a:r>
              <a:rPr lang="en-US" dirty="0"/>
              <a:t>You don’t have to prepare a classical resume.</a:t>
            </a:r>
          </a:p>
          <a:p>
            <a:pPr lvl="1" algn="just"/>
            <a:r>
              <a:rPr lang="en-US" dirty="0"/>
              <a:t>Most freelancing websites have a predesigned template you need to fill out with your information</a:t>
            </a:r>
          </a:p>
          <a:p>
            <a:pPr lvl="1" algn="just"/>
            <a:r>
              <a:rPr lang="en-US" dirty="0"/>
              <a:t>but you shouldn’t treat your freelancing profile as a check box exercise.</a:t>
            </a:r>
          </a:p>
          <a:p>
            <a:pPr lvl="1" algn="just"/>
            <a:r>
              <a:rPr lang="en-US" dirty="0"/>
              <a:t>Take time to create a substantial profile.</a:t>
            </a:r>
          </a:p>
          <a:p>
            <a:pPr lvl="1" algn="just"/>
            <a:r>
              <a:rPr lang="en-US" dirty="0"/>
              <a:t>That will inform potential clients about your </a:t>
            </a:r>
          </a:p>
          <a:p>
            <a:pPr lvl="2" algn="just"/>
            <a:r>
              <a:rPr lang="en-US" dirty="0"/>
              <a:t>Education, Skills, Expertise and Experience. </a:t>
            </a:r>
          </a:p>
          <a:p>
            <a:pPr lvl="1" algn="just"/>
            <a:r>
              <a:rPr lang="en-US" dirty="0"/>
              <a:t>You don’t have to write novels — keep it concise. List your skills, experiences, special achievements and explain why you’re the best person for the job.</a:t>
            </a:r>
          </a:p>
        </p:txBody>
      </p:sp>
    </p:spTree>
    <p:extLst>
      <p:ext uri="{BB962C8B-B14F-4D97-AF65-F5344CB8AC3E}">
        <p14:creationId xmlns:p14="http://schemas.microsoft.com/office/powerpoint/2010/main" val="22401430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047917-82CA-0633-5397-5939C5454E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3F908C-5D71-E72E-EAD3-5C8DE64AE893}"/>
              </a:ext>
            </a:extLst>
          </p:cNvPr>
          <p:cNvSpPr>
            <a:spLocks noGrp="1"/>
          </p:cNvSpPr>
          <p:nvPr>
            <p:ph type="title"/>
          </p:nvPr>
        </p:nvSpPr>
        <p:spPr>
          <a:xfrm>
            <a:off x="838200" y="365125"/>
            <a:ext cx="10515600" cy="1325563"/>
          </a:xfrm>
          <a:noFill/>
        </p:spPr>
        <p:txBody>
          <a:bodyPr anchor="ctr"/>
          <a:lstStyle/>
          <a:p>
            <a:pPr algn="l"/>
            <a:r>
              <a:rPr lang="en-US" b="1" i="0" dirty="0">
                <a:solidFill>
                  <a:srgbClr val="1D1C22"/>
                </a:solidFill>
                <a:effectLst/>
                <a:latin typeface="__sofiaProRegular_765997"/>
              </a:rPr>
              <a:t>Step 4: Build your portfolio.</a:t>
            </a:r>
          </a:p>
        </p:txBody>
      </p:sp>
      <p:sp>
        <p:nvSpPr>
          <p:cNvPr id="3" name="Content Placeholder 2">
            <a:extLst>
              <a:ext uri="{FF2B5EF4-FFF2-40B4-BE49-F238E27FC236}">
                <a16:creationId xmlns:a16="http://schemas.microsoft.com/office/drawing/2014/main" id="{A5176F47-A82F-DD69-1901-8B0F53FB4019}"/>
              </a:ext>
            </a:extLst>
          </p:cNvPr>
          <p:cNvSpPr>
            <a:spLocks noGrp="1"/>
          </p:cNvSpPr>
          <p:nvPr>
            <p:ph sz="half" idx="1"/>
          </p:nvPr>
        </p:nvSpPr>
        <p:spPr>
          <a:xfrm>
            <a:off x="838200" y="1825625"/>
            <a:ext cx="9656135" cy="4297680"/>
          </a:xfrm>
          <a:noFill/>
        </p:spPr>
        <p:txBody>
          <a:bodyPr>
            <a:normAutofit/>
          </a:bodyPr>
          <a:lstStyle/>
          <a:p>
            <a:pPr lvl="1" algn="just"/>
            <a:r>
              <a:rPr lang="en-US" dirty="0"/>
              <a:t>Your profile may state that you’re an astronaut,</a:t>
            </a:r>
          </a:p>
          <a:p>
            <a:pPr lvl="1" algn="just"/>
            <a:r>
              <a:rPr lang="en-US" dirty="0"/>
              <a:t>Unless you upload your selfie from the international space station, potential clients are unlikely to believe you. </a:t>
            </a:r>
          </a:p>
          <a:p>
            <a:pPr lvl="1" algn="just"/>
            <a:r>
              <a:rPr lang="en-US" dirty="0"/>
              <a:t>So, when you create a profile, make sure to provide a portfolio that illustrates your skills and experience.</a:t>
            </a:r>
          </a:p>
          <a:p>
            <a:pPr lvl="1" algn="just"/>
            <a:r>
              <a:rPr lang="en-US" dirty="0"/>
              <a:t>If you’re a beginner in your chosen field, take time to create a portfolio.</a:t>
            </a:r>
          </a:p>
          <a:p>
            <a:pPr lvl="1" algn="just"/>
            <a:r>
              <a:rPr lang="en-US" dirty="0"/>
              <a:t>With sample works or accept several jobs at a discounted rate in exchange for experience.</a:t>
            </a:r>
          </a:p>
        </p:txBody>
      </p:sp>
    </p:spTree>
    <p:extLst>
      <p:ext uri="{BB962C8B-B14F-4D97-AF65-F5344CB8AC3E}">
        <p14:creationId xmlns:p14="http://schemas.microsoft.com/office/powerpoint/2010/main" val="23904771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E3D3F9-8308-5DBA-445E-029EAA6D4F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533D12-0933-7539-AAA1-4BF239495276}"/>
              </a:ext>
            </a:extLst>
          </p:cNvPr>
          <p:cNvSpPr>
            <a:spLocks noGrp="1"/>
          </p:cNvSpPr>
          <p:nvPr>
            <p:ph type="title"/>
          </p:nvPr>
        </p:nvSpPr>
        <p:spPr>
          <a:xfrm>
            <a:off x="838200" y="365125"/>
            <a:ext cx="10515600" cy="1325563"/>
          </a:xfrm>
          <a:noFill/>
        </p:spPr>
        <p:txBody>
          <a:bodyPr anchor="ctr"/>
          <a:lstStyle/>
          <a:p>
            <a:r>
              <a:rPr lang="en-US" b="1" i="0" dirty="0">
                <a:solidFill>
                  <a:srgbClr val="1D1C22"/>
                </a:solidFill>
                <a:effectLst/>
                <a:latin typeface="__sofiaProRegular_765997"/>
              </a:rPr>
              <a:t>Step 5: Determine your price.</a:t>
            </a:r>
          </a:p>
        </p:txBody>
      </p:sp>
      <p:sp>
        <p:nvSpPr>
          <p:cNvPr id="3" name="Content Placeholder 2">
            <a:extLst>
              <a:ext uri="{FF2B5EF4-FFF2-40B4-BE49-F238E27FC236}">
                <a16:creationId xmlns:a16="http://schemas.microsoft.com/office/drawing/2014/main" id="{77CDF507-E3F7-171A-D6CB-85A1E21CFC1A}"/>
              </a:ext>
            </a:extLst>
          </p:cNvPr>
          <p:cNvSpPr>
            <a:spLocks noGrp="1"/>
          </p:cNvSpPr>
          <p:nvPr>
            <p:ph sz="half" idx="1"/>
          </p:nvPr>
        </p:nvSpPr>
        <p:spPr>
          <a:xfrm>
            <a:off x="838200" y="1825625"/>
            <a:ext cx="9953847" cy="4297680"/>
          </a:xfrm>
          <a:noFill/>
        </p:spPr>
        <p:txBody>
          <a:bodyPr>
            <a:normAutofit/>
          </a:bodyPr>
          <a:lstStyle/>
          <a:p>
            <a:pPr lvl="1" algn="just"/>
            <a:r>
              <a:rPr lang="en-US" dirty="0"/>
              <a:t>While your hourly rate or project price heavily depends on your skill set and experience.</a:t>
            </a:r>
          </a:p>
          <a:p>
            <a:pPr lvl="1" algn="just"/>
            <a:r>
              <a:rPr lang="en-US" dirty="0"/>
              <a:t>If you have only a couple of years of experience, of course, you cannot charge the same rate as freelancers with a decade of work under their belts. </a:t>
            </a:r>
          </a:p>
          <a:p>
            <a:pPr lvl="1" algn="just"/>
            <a:r>
              <a:rPr lang="en-US" dirty="0"/>
              <a:t>However, if you eventually want to turn freelancing into a full-time job, the rate should cover your monthly expenses.</a:t>
            </a:r>
          </a:p>
          <a:p>
            <a:pPr lvl="1" algn="just"/>
            <a:r>
              <a:rPr lang="en-US" dirty="0"/>
              <a:t>If you have steady work, no matter how experienced you are. Consider a top credit card processing solution to help process client payments easily and efficiently.</a:t>
            </a:r>
          </a:p>
        </p:txBody>
      </p:sp>
    </p:spTree>
    <p:extLst>
      <p:ext uri="{BB962C8B-B14F-4D97-AF65-F5344CB8AC3E}">
        <p14:creationId xmlns:p14="http://schemas.microsoft.com/office/powerpoint/2010/main" val="8890045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771D22-5272-FC02-9E58-F96C67C3D8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CD895EF-7C44-7492-B68B-B41CB0C8065B}"/>
              </a:ext>
            </a:extLst>
          </p:cNvPr>
          <p:cNvSpPr>
            <a:spLocks noGrp="1"/>
          </p:cNvSpPr>
          <p:nvPr>
            <p:ph type="title"/>
          </p:nvPr>
        </p:nvSpPr>
        <p:spPr>
          <a:xfrm>
            <a:off x="838200" y="365125"/>
            <a:ext cx="10515600" cy="1325563"/>
          </a:xfrm>
          <a:noFill/>
        </p:spPr>
        <p:txBody>
          <a:bodyPr anchor="ctr"/>
          <a:lstStyle/>
          <a:p>
            <a:pPr algn="l"/>
            <a:r>
              <a:rPr lang="en-US" b="1" i="0" dirty="0">
                <a:solidFill>
                  <a:srgbClr val="1D1C22"/>
                </a:solidFill>
                <a:effectLst/>
                <a:latin typeface="__sofiaProRegular_765997"/>
              </a:rPr>
              <a:t>Step 6: Find work.</a:t>
            </a:r>
          </a:p>
        </p:txBody>
      </p:sp>
      <p:sp>
        <p:nvSpPr>
          <p:cNvPr id="3" name="Content Placeholder 2">
            <a:extLst>
              <a:ext uri="{FF2B5EF4-FFF2-40B4-BE49-F238E27FC236}">
                <a16:creationId xmlns:a16="http://schemas.microsoft.com/office/drawing/2014/main" id="{849CBFE7-FCEF-BA3E-3165-97354F08F8F0}"/>
              </a:ext>
            </a:extLst>
          </p:cNvPr>
          <p:cNvSpPr>
            <a:spLocks noGrp="1"/>
          </p:cNvSpPr>
          <p:nvPr>
            <p:ph sz="half" idx="1"/>
          </p:nvPr>
        </p:nvSpPr>
        <p:spPr>
          <a:xfrm>
            <a:off x="838200" y="1690688"/>
            <a:ext cx="10515600" cy="4297680"/>
          </a:xfrm>
          <a:noFill/>
        </p:spPr>
        <p:txBody>
          <a:bodyPr>
            <a:normAutofit fontScale="92500" lnSpcReduction="20000"/>
          </a:bodyPr>
          <a:lstStyle/>
          <a:p>
            <a:pPr lvl="1" algn="just"/>
            <a:r>
              <a:rPr lang="en-US" dirty="0"/>
              <a:t>First, apply only for the jobs you are confident you can do. </a:t>
            </a:r>
          </a:p>
          <a:p>
            <a:pPr lvl="1" algn="just"/>
            <a:r>
              <a:rPr lang="en-US" dirty="0"/>
              <a:t>There is no point in applying for a project you cannot complete on time with satisfactory results. </a:t>
            </a:r>
          </a:p>
          <a:p>
            <a:pPr lvl="1" algn="just"/>
            <a:r>
              <a:rPr lang="en-US" dirty="0"/>
              <a:t>As a freelancer, you’re building your reputation from scratch and, especially in the beginning, it’s of utmost importance to secure positive feedback.</a:t>
            </a:r>
          </a:p>
          <a:p>
            <a:pPr lvl="1" algn="just"/>
            <a:r>
              <a:rPr lang="en-US" dirty="0"/>
              <a:t>When you apply for jobs, make sure you craft a relevant cover letter that explains why you’re the best choice for that particular job or project. </a:t>
            </a:r>
          </a:p>
          <a:p>
            <a:pPr lvl="1" algn="just"/>
            <a:r>
              <a:rPr lang="en-US" dirty="0"/>
              <a:t>Highlight the skills and experience that are relevant to requirements.</a:t>
            </a:r>
          </a:p>
          <a:p>
            <a:pPr lvl="1" algn="just"/>
            <a:r>
              <a:rPr lang="en-US" dirty="0"/>
              <a:t>Over time, freelancing platforms reward top-rated freelancers with badges, lower fees and access to specially tailored job offers, so it’s in your best interest to keep your clients happy.</a:t>
            </a:r>
          </a:p>
          <a:p>
            <a:pPr lvl="1" algn="just"/>
            <a:r>
              <a:rPr lang="en-US" dirty="0"/>
              <a:t>Try to use various groups on Facebook and LinkedIn to find work. However, be aware that with these gigs, there is no contract in place and no guarantee that someone won’t take your work and never pay for it.</a:t>
            </a:r>
          </a:p>
        </p:txBody>
      </p:sp>
    </p:spTree>
    <p:extLst>
      <p:ext uri="{BB962C8B-B14F-4D97-AF65-F5344CB8AC3E}">
        <p14:creationId xmlns:p14="http://schemas.microsoft.com/office/powerpoint/2010/main" val="24531525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23BBAB-7CB4-49BF-ED88-CD7E0B5061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2B03A3-0480-6E44-2004-8F1F5E0DB618}"/>
              </a:ext>
            </a:extLst>
          </p:cNvPr>
          <p:cNvSpPr>
            <a:spLocks noGrp="1"/>
          </p:cNvSpPr>
          <p:nvPr>
            <p:ph type="title"/>
          </p:nvPr>
        </p:nvSpPr>
        <p:spPr>
          <a:xfrm>
            <a:off x="838200" y="365125"/>
            <a:ext cx="10515600" cy="1325563"/>
          </a:xfrm>
          <a:noFill/>
        </p:spPr>
        <p:txBody>
          <a:bodyPr anchor="ctr"/>
          <a:lstStyle/>
          <a:p>
            <a:r>
              <a:rPr lang="en-US" b="1" i="0" dirty="0">
                <a:solidFill>
                  <a:srgbClr val="1D1C22"/>
                </a:solidFill>
                <a:effectLst/>
                <a:latin typeface="__sofiaProRegular_765997"/>
              </a:rPr>
              <a:t>Step </a:t>
            </a:r>
            <a:r>
              <a:rPr lang="en-US" b="1" dirty="0">
                <a:solidFill>
                  <a:srgbClr val="1D1C22"/>
                </a:solidFill>
                <a:latin typeface="__sofiaProRegular_765997"/>
              </a:rPr>
              <a:t>7</a:t>
            </a:r>
            <a:r>
              <a:rPr lang="en-US" b="1" i="0" dirty="0">
                <a:solidFill>
                  <a:srgbClr val="1D1C22"/>
                </a:solidFill>
                <a:effectLst/>
                <a:latin typeface="__sofiaProRegular_765997"/>
              </a:rPr>
              <a:t>: Focus on client relationships.</a:t>
            </a:r>
          </a:p>
        </p:txBody>
      </p:sp>
      <p:sp>
        <p:nvSpPr>
          <p:cNvPr id="3" name="Content Placeholder 2">
            <a:extLst>
              <a:ext uri="{FF2B5EF4-FFF2-40B4-BE49-F238E27FC236}">
                <a16:creationId xmlns:a16="http://schemas.microsoft.com/office/drawing/2014/main" id="{2DB76C88-D6A0-ACF0-05DD-580C2E80AC25}"/>
              </a:ext>
            </a:extLst>
          </p:cNvPr>
          <p:cNvSpPr>
            <a:spLocks noGrp="1"/>
          </p:cNvSpPr>
          <p:nvPr>
            <p:ph sz="half" idx="1"/>
          </p:nvPr>
        </p:nvSpPr>
        <p:spPr>
          <a:xfrm>
            <a:off x="838200" y="1690688"/>
            <a:ext cx="10357884" cy="4297680"/>
          </a:xfrm>
          <a:noFill/>
        </p:spPr>
        <p:txBody>
          <a:bodyPr>
            <a:normAutofit fontScale="85000" lnSpcReduction="20000"/>
          </a:bodyPr>
          <a:lstStyle/>
          <a:p>
            <a:pPr lvl="1" algn="just"/>
            <a:r>
              <a:rPr lang="en-US" dirty="0"/>
              <a:t>Growing and sustaining your client relationships is the most important part of freelancing. </a:t>
            </a:r>
          </a:p>
          <a:p>
            <a:pPr lvl="1" algn="just"/>
            <a:r>
              <a:rPr lang="en-US" dirty="0"/>
              <a:t>By maintaining a good connection with your current clients and providing quality work, you’ll be more likely to secure more consistent jobs in the future. </a:t>
            </a:r>
          </a:p>
          <a:p>
            <a:pPr lvl="1" algn="just"/>
            <a:r>
              <a:rPr lang="en-US" dirty="0"/>
              <a:t>Make sure you meet every deadline, listen to instructions, make any necessary edits and communicate efficiently with your clients.</a:t>
            </a:r>
          </a:p>
          <a:p>
            <a:pPr lvl="1" algn="just"/>
            <a:r>
              <a:rPr lang="en-US" dirty="0"/>
              <a:t>While you aren’t tied down to set hours, you should still be available to your clients in case they have any questions, requests or concerns.</a:t>
            </a:r>
          </a:p>
          <a:p>
            <a:pPr lvl="1" algn="just"/>
            <a:r>
              <a:rPr lang="en-US" dirty="0"/>
              <a:t>Additionally, you’ll want to build your portfolio to attract new clients.</a:t>
            </a:r>
          </a:p>
          <a:p>
            <a:pPr lvl="1" algn="just"/>
            <a:r>
              <a:rPr lang="en-US" dirty="0"/>
              <a:t>A good reputation is crucial as a freelancer, so make sure you are delivering your best work. In an age where online reviews are critical, you want to make sure you maintain the highest rating possible. </a:t>
            </a:r>
          </a:p>
          <a:p>
            <a:pPr lvl="1" algn="just"/>
            <a:r>
              <a:rPr lang="en-US" dirty="0"/>
              <a:t>You can advertise your services on social media and on your website, which should be updated regularly. </a:t>
            </a:r>
          </a:p>
          <a:p>
            <a:pPr lvl="1" algn="just"/>
            <a:r>
              <a:rPr lang="en-US" dirty="0"/>
              <a:t>A strong digital presence is critical as clients want to feel like they can trust you and your brand before working with you.</a:t>
            </a:r>
          </a:p>
        </p:txBody>
      </p:sp>
    </p:spTree>
    <p:extLst>
      <p:ext uri="{BB962C8B-B14F-4D97-AF65-F5344CB8AC3E}">
        <p14:creationId xmlns:p14="http://schemas.microsoft.com/office/powerpoint/2010/main" val="40395277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463CB3-2956-E8D2-C23D-A3BAA7295DEC}"/>
              </a:ext>
            </a:extLst>
          </p:cNvPr>
          <p:cNvSpPr>
            <a:spLocks noGrp="1"/>
          </p:cNvSpPr>
          <p:nvPr>
            <p:ph type="ctrTitle"/>
          </p:nvPr>
        </p:nvSpPr>
        <p:spPr>
          <a:xfrm>
            <a:off x="2815929" y="1349825"/>
            <a:ext cx="6560142" cy="3775068"/>
          </a:xfrm>
          <a:noFill/>
        </p:spPr>
        <p:txBody>
          <a:bodyPr/>
          <a:lstStyle/>
          <a:p>
            <a:r>
              <a:rPr lang="en-US" dirty="0"/>
              <a:t>Available</a:t>
            </a:r>
            <a:br>
              <a:rPr lang="en-US" dirty="0"/>
            </a:br>
            <a:r>
              <a:rPr lang="en-US" dirty="0"/>
              <a:t>Platforms</a:t>
            </a:r>
          </a:p>
        </p:txBody>
      </p:sp>
    </p:spTree>
    <p:extLst>
      <p:ext uri="{BB962C8B-B14F-4D97-AF65-F5344CB8AC3E}">
        <p14:creationId xmlns:p14="http://schemas.microsoft.com/office/powerpoint/2010/main" val="3630989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4C27C8-165C-5513-DB4B-9D840097C545}"/>
              </a:ext>
            </a:extLst>
          </p:cNvPr>
          <p:cNvSpPr>
            <a:spLocks noGrp="1"/>
          </p:cNvSpPr>
          <p:nvPr>
            <p:ph type="title"/>
          </p:nvPr>
        </p:nvSpPr>
        <p:spPr>
          <a:xfrm>
            <a:off x="838200" y="365125"/>
            <a:ext cx="10515600" cy="1325563"/>
          </a:xfrm>
          <a:noFill/>
        </p:spPr>
        <p:txBody>
          <a:bodyPr anchor="ctr"/>
          <a:lstStyle/>
          <a:p>
            <a:r>
              <a:rPr lang="en-US" dirty="0"/>
              <a:t>Freelancing Platforms:</a:t>
            </a:r>
          </a:p>
        </p:txBody>
      </p:sp>
      <p:graphicFrame>
        <p:nvGraphicFramePr>
          <p:cNvPr id="75" name="Content Placeholder 74">
            <a:extLst>
              <a:ext uri="{FF2B5EF4-FFF2-40B4-BE49-F238E27FC236}">
                <a16:creationId xmlns:a16="http://schemas.microsoft.com/office/drawing/2014/main" id="{1804EEB3-2766-4B6C-3AC5-4B0FAD7C4604}"/>
              </a:ext>
            </a:extLst>
          </p:cNvPr>
          <p:cNvGraphicFramePr>
            <a:graphicFrameLocks noGrp="1"/>
          </p:cNvGraphicFramePr>
          <p:nvPr>
            <p:ph sz="half" idx="1"/>
            <p:extLst>
              <p:ext uri="{D42A27DB-BD31-4B8C-83A1-F6EECF244321}">
                <p14:modId xmlns:p14="http://schemas.microsoft.com/office/powerpoint/2010/main" val="629260319"/>
              </p:ext>
            </p:extLst>
          </p:nvPr>
        </p:nvGraphicFramePr>
        <p:xfrm>
          <a:off x="751114" y="1516719"/>
          <a:ext cx="5160588" cy="4513073"/>
        </p:xfrm>
        <a:graphic>
          <a:graphicData uri="http://schemas.openxmlformats.org/drawingml/2006/table">
            <a:tbl>
              <a:tblPr firstRow="1" firstCol="1" bandRow="1">
                <a:tableStyleId>{72833802-FEF1-4C79-8D5D-14CF1EAF98D9}</a:tableStyleId>
              </a:tblPr>
              <a:tblGrid>
                <a:gridCol w="1615963">
                  <a:extLst>
                    <a:ext uri="{9D8B030D-6E8A-4147-A177-3AD203B41FA5}">
                      <a16:colId xmlns:a16="http://schemas.microsoft.com/office/drawing/2014/main" val="1741870584"/>
                    </a:ext>
                  </a:extLst>
                </a:gridCol>
                <a:gridCol w="3544625">
                  <a:extLst>
                    <a:ext uri="{9D8B030D-6E8A-4147-A177-3AD203B41FA5}">
                      <a16:colId xmlns:a16="http://schemas.microsoft.com/office/drawing/2014/main" val="2787093820"/>
                    </a:ext>
                  </a:extLst>
                </a:gridCol>
              </a:tblGrid>
              <a:tr h="264232">
                <a:tc>
                  <a:txBody>
                    <a:bodyPr/>
                    <a:lstStyle/>
                    <a:p>
                      <a:pPr marL="0" marR="0">
                        <a:lnSpc>
                          <a:spcPct val="115000"/>
                        </a:lnSpc>
                        <a:spcAft>
                          <a:spcPts val="1000"/>
                        </a:spcAft>
                      </a:pPr>
                      <a:r>
                        <a:rPr lang="en-US" sz="1600">
                          <a:effectLst/>
                        </a:rPr>
                        <a:t>Platform</a:t>
                      </a:r>
                      <a:endParaRPr lang="en-US" sz="1600">
                        <a:effectLst/>
                        <a:latin typeface="Cambria" panose="02040503050406030204" pitchFamily="18" charset="0"/>
                        <a:ea typeface="MS Mincho" panose="02020609040205080304" pitchFamily="49" charset="-128"/>
                        <a:cs typeface="Times New Roman" panose="02020603050405020304" pitchFamily="18" charset="0"/>
                      </a:endParaRPr>
                    </a:p>
                  </a:txBody>
                  <a:tcPr marL="52923" marR="52923" marT="0" marB="0"/>
                </a:tc>
                <a:tc>
                  <a:txBody>
                    <a:bodyPr/>
                    <a:lstStyle/>
                    <a:p>
                      <a:pPr marL="0" marR="0">
                        <a:lnSpc>
                          <a:spcPct val="115000"/>
                        </a:lnSpc>
                        <a:spcAft>
                          <a:spcPts val="1000"/>
                        </a:spcAft>
                      </a:pPr>
                      <a:r>
                        <a:rPr lang="en-US" sz="1600" dirty="0">
                          <a:effectLst/>
                        </a:rPr>
                        <a:t>Description</a:t>
                      </a:r>
                      <a:endParaRPr lang="en-US" sz="1600" dirty="0">
                        <a:effectLst/>
                        <a:latin typeface="Cambria" panose="02040503050406030204" pitchFamily="18" charset="0"/>
                        <a:ea typeface="MS Mincho" panose="02020609040205080304" pitchFamily="49" charset="-128"/>
                        <a:cs typeface="Times New Roman" panose="02020603050405020304" pitchFamily="18" charset="0"/>
                      </a:endParaRPr>
                    </a:p>
                  </a:txBody>
                  <a:tcPr marL="52923" marR="52923" marT="0" marB="0"/>
                </a:tc>
                <a:extLst>
                  <a:ext uri="{0D108BD9-81ED-4DB2-BD59-A6C34878D82A}">
                    <a16:rowId xmlns:a16="http://schemas.microsoft.com/office/drawing/2014/main" val="2538955545"/>
                  </a:ext>
                </a:extLst>
              </a:tr>
              <a:tr h="625992">
                <a:tc>
                  <a:txBody>
                    <a:bodyPr/>
                    <a:lstStyle/>
                    <a:p>
                      <a:pPr marL="0" marR="0">
                        <a:lnSpc>
                          <a:spcPct val="115000"/>
                        </a:lnSpc>
                        <a:spcAft>
                          <a:spcPts val="1000"/>
                        </a:spcAft>
                      </a:pPr>
                      <a:r>
                        <a:rPr lang="en-US" sz="1600">
                          <a:effectLst/>
                        </a:rPr>
                        <a:t>Upwork</a:t>
                      </a:r>
                      <a:endParaRPr lang="en-US" sz="1600">
                        <a:effectLst/>
                        <a:latin typeface="Cambria" panose="02040503050406030204" pitchFamily="18" charset="0"/>
                        <a:ea typeface="MS Mincho" panose="02020609040205080304" pitchFamily="49" charset="-128"/>
                        <a:cs typeface="Times New Roman" panose="02020603050405020304" pitchFamily="18" charset="0"/>
                      </a:endParaRPr>
                    </a:p>
                  </a:txBody>
                  <a:tcPr marL="52923" marR="52923" marT="0" marB="0"/>
                </a:tc>
                <a:tc>
                  <a:txBody>
                    <a:bodyPr/>
                    <a:lstStyle/>
                    <a:p>
                      <a:pPr marL="0" marR="0">
                        <a:lnSpc>
                          <a:spcPct val="115000"/>
                        </a:lnSpc>
                        <a:spcAft>
                          <a:spcPts val="1000"/>
                        </a:spcAft>
                      </a:pPr>
                      <a:r>
                        <a:rPr lang="en-US" sz="1200">
                          <a:effectLst/>
                        </a:rPr>
                        <a:t>A large platform offering various categories of freelance work, including writing, design, and development.</a:t>
                      </a:r>
                      <a:endParaRPr lang="en-US" sz="1200">
                        <a:effectLst/>
                        <a:latin typeface="Cambria" panose="02040503050406030204" pitchFamily="18" charset="0"/>
                        <a:ea typeface="MS Mincho" panose="02020609040205080304" pitchFamily="49" charset="-128"/>
                        <a:cs typeface="Times New Roman" panose="02020603050405020304" pitchFamily="18" charset="0"/>
                      </a:endParaRPr>
                    </a:p>
                  </a:txBody>
                  <a:tcPr marL="52923" marR="52923" marT="0" marB="0"/>
                </a:tc>
                <a:extLst>
                  <a:ext uri="{0D108BD9-81ED-4DB2-BD59-A6C34878D82A}">
                    <a16:rowId xmlns:a16="http://schemas.microsoft.com/office/drawing/2014/main" val="2523739940"/>
                  </a:ext>
                </a:extLst>
              </a:tr>
              <a:tr h="625992">
                <a:tc>
                  <a:txBody>
                    <a:bodyPr/>
                    <a:lstStyle/>
                    <a:p>
                      <a:pPr marL="0" marR="0">
                        <a:lnSpc>
                          <a:spcPct val="115000"/>
                        </a:lnSpc>
                        <a:spcAft>
                          <a:spcPts val="1000"/>
                        </a:spcAft>
                      </a:pPr>
                      <a:r>
                        <a:rPr lang="en-US" sz="1600">
                          <a:effectLst/>
                        </a:rPr>
                        <a:t>Fiverr</a:t>
                      </a:r>
                      <a:endParaRPr lang="en-US" sz="1600">
                        <a:effectLst/>
                        <a:latin typeface="Cambria" panose="02040503050406030204" pitchFamily="18" charset="0"/>
                        <a:ea typeface="MS Mincho" panose="02020609040205080304" pitchFamily="49" charset="-128"/>
                        <a:cs typeface="Times New Roman" panose="02020603050405020304" pitchFamily="18" charset="0"/>
                      </a:endParaRPr>
                    </a:p>
                  </a:txBody>
                  <a:tcPr marL="52923" marR="52923" marT="0" marB="0"/>
                </a:tc>
                <a:tc>
                  <a:txBody>
                    <a:bodyPr/>
                    <a:lstStyle/>
                    <a:p>
                      <a:pPr marL="0" marR="0">
                        <a:lnSpc>
                          <a:spcPct val="115000"/>
                        </a:lnSpc>
                        <a:spcAft>
                          <a:spcPts val="1000"/>
                        </a:spcAft>
                      </a:pPr>
                      <a:r>
                        <a:rPr lang="en-US" sz="1200">
                          <a:effectLst/>
                        </a:rPr>
                        <a:t>A marketplace for freelancers to offer services starting at $5, suitable for creative and technical tasks.</a:t>
                      </a:r>
                      <a:endParaRPr lang="en-US" sz="1200">
                        <a:effectLst/>
                        <a:latin typeface="Cambria" panose="02040503050406030204" pitchFamily="18" charset="0"/>
                        <a:ea typeface="MS Mincho" panose="02020609040205080304" pitchFamily="49" charset="-128"/>
                        <a:cs typeface="Times New Roman" panose="02020603050405020304" pitchFamily="18" charset="0"/>
                      </a:endParaRPr>
                    </a:p>
                  </a:txBody>
                  <a:tcPr marL="52923" marR="52923" marT="0" marB="0"/>
                </a:tc>
                <a:extLst>
                  <a:ext uri="{0D108BD9-81ED-4DB2-BD59-A6C34878D82A}">
                    <a16:rowId xmlns:a16="http://schemas.microsoft.com/office/drawing/2014/main" val="2185726736"/>
                  </a:ext>
                </a:extLst>
              </a:tr>
              <a:tr h="625992">
                <a:tc>
                  <a:txBody>
                    <a:bodyPr/>
                    <a:lstStyle/>
                    <a:p>
                      <a:pPr marL="0" marR="0">
                        <a:lnSpc>
                          <a:spcPct val="115000"/>
                        </a:lnSpc>
                        <a:spcAft>
                          <a:spcPts val="1000"/>
                        </a:spcAft>
                      </a:pPr>
                      <a:r>
                        <a:rPr lang="en-US" sz="1600">
                          <a:effectLst/>
                        </a:rPr>
                        <a:t>Freelancer</a:t>
                      </a:r>
                      <a:endParaRPr lang="en-US" sz="1600">
                        <a:effectLst/>
                        <a:latin typeface="Cambria" panose="02040503050406030204" pitchFamily="18" charset="0"/>
                        <a:ea typeface="MS Mincho" panose="02020609040205080304" pitchFamily="49" charset="-128"/>
                        <a:cs typeface="Times New Roman" panose="02020603050405020304" pitchFamily="18" charset="0"/>
                      </a:endParaRPr>
                    </a:p>
                  </a:txBody>
                  <a:tcPr marL="52923" marR="52923" marT="0" marB="0"/>
                </a:tc>
                <a:tc>
                  <a:txBody>
                    <a:bodyPr/>
                    <a:lstStyle/>
                    <a:p>
                      <a:pPr marL="0" marR="0">
                        <a:lnSpc>
                          <a:spcPct val="115000"/>
                        </a:lnSpc>
                        <a:spcAft>
                          <a:spcPts val="1000"/>
                        </a:spcAft>
                      </a:pPr>
                      <a:r>
                        <a:rPr lang="en-US" sz="1200">
                          <a:effectLst/>
                        </a:rPr>
                        <a:t>Connects employers and freelancers globally for projects ranging from small tasks to large contracts.</a:t>
                      </a:r>
                      <a:endParaRPr lang="en-US" sz="1200">
                        <a:effectLst/>
                        <a:latin typeface="Cambria" panose="02040503050406030204" pitchFamily="18" charset="0"/>
                        <a:ea typeface="MS Mincho" panose="02020609040205080304" pitchFamily="49" charset="-128"/>
                        <a:cs typeface="Times New Roman" panose="02020603050405020304" pitchFamily="18" charset="0"/>
                      </a:endParaRPr>
                    </a:p>
                  </a:txBody>
                  <a:tcPr marL="52923" marR="52923" marT="0" marB="0"/>
                </a:tc>
                <a:extLst>
                  <a:ext uri="{0D108BD9-81ED-4DB2-BD59-A6C34878D82A}">
                    <a16:rowId xmlns:a16="http://schemas.microsoft.com/office/drawing/2014/main" val="1581148924"/>
                  </a:ext>
                </a:extLst>
              </a:tr>
              <a:tr h="625992">
                <a:tc>
                  <a:txBody>
                    <a:bodyPr/>
                    <a:lstStyle/>
                    <a:p>
                      <a:pPr marL="0" marR="0">
                        <a:lnSpc>
                          <a:spcPct val="115000"/>
                        </a:lnSpc>
                        <a:spcAft>
                          <a:spcPts val="1000"/>
                        </a:spcAft>
                      </a:pPr>
                      <a:r>
                        <a:rPr lang="en-US" sz="1600">
                          <a:effectLst/>
                        </a:rPr>
                        <a:t>Toptal</a:t>
                      </a:r>
                      <a:endParaRPr lang="en-US" sz="1600">
                        <a:effectLst/>
                        <a:latin typeface="Cambria" panose="02040503050406030204" pitchFamily="18" charset="0"/>
                        <a:ea typeface="MS Mincho" panose="02020609040205080304" pitchFamily="49" charset="-128"/>
                        <a:cs typeface="Times New Roman" panose="02020603050405020304" pitchFamily="18" charset="0"/>
                      </a:endParaRPr>
                    </a:p>
                  </a:txBody>
                  <a:tcPr marL="52923" marR="52923" marT="0" marB="0"/>
                </a:tc>
                <a:tc>
                  <a:txBody>
                    <a:bodyPr/>
                    <a:lstStyle/>
                    <a:p>
                      <a:pPr marL="0" marR="0">
                        <a:lnSpc>
                          <a:spcPct val="115000"/>
                        </a:lnSpc>
                        <a:spcAft>
                          <a:spcPts val="1000"/>
                        </a:spcAft>
                      </a:pPr>
                      <a:r>
                        <a:rPr lang="en-US" sz="1200" dirty="0">
                          <a:effectLst/>
                        </a:rPr>
                        <a:t>Focuses on connecting businesses with top-tier freelancers, particularly developers, designers, and finance experts.</a:t>
                      </a:r>
                      <a:endParaRPr lang="en-US" sz="1200" dirty="0">
                        <a:effectLst/>
                        <a:latin typeface="Cambria" panose="02040503050406030204" pitchFamily="18" charset="0"/>
                        <a:ea typeface="MS Mincho" panose="02020609040205080304" pitchFamily="49" charset="-128"/>
                        <a:cs typeface="Times New Roman" panose="02020603050405020304" pitchFamily="18" charset="0"/>
                      </a:endParaRPr>
                    </a:p>
                  </a:txBody>
                  <a:tcPr marL="52923" marR="52923" marT="0" marB="0"/>
                </a:tc>
                <a:extLst>
                  <a:ext uri="{0D108BD9-81ED-4DB2-BD59-A6C34878D82A}">
                    <a16:rowId xmlns:a16="http://schemas.microsoft.com/office/drawing/2014/main" val="110027898"/>
                  </a:ext>
                </a:extLst>
              </a:tr>
              <a:tr h="441111">
                <a:tc>
                  <a:txBody>
                    <a:bodyPr/>
                    <a:lstStyle/>
                    <a:p>
                      <a:pPr marL="0" marR="0">
                        <a:lnSpc>
                          <a:spcPct val="115000"/>
                        </a:lnSpc>
                        <a:spcAft>
                          <a:spcPts val="1000"/>
                        </a:spcAft>
                      </a:pPr>
                      <a:r>
                        <a:rPr lang="en-US" sz="1600">
                          <a:effectLst/>
                        </a:rPr>
                        <a:t>PeoplePerHour</a:t>
                      </a:r>
                      <a:endParaRPr lang="en-US" sz="1600">
                        <a:effectLst/>
                        <a:latin typeface="Cambria" panose="02040503050406030204" pitchFamily="18" charset="0"/>
                        <a:ea typeface="MS Mincho" panose="02020609040205080304" pitchFamily="49" charset="-128"/>
                        <a:cs typeface="Times New Roman" panose="02020603050405020304" pitchFamily="18" charset="0"/>
                      </a:endParaRPr>
                    </a:p>
                  </a:txBody>
                  <a:tcPr marL="52923" marR="52923" marT="0" marB="0"/>
                </a:tc>
                <a:tc>
                  <a:txBody>
                    <a:bodyPr/>
                    <a:lstStyle/>
                    <a:p>
                      <a:pPr marL="0" marR="0">
                        <a:lnSpc>
                          <a:spcPct val="115000"/>
                        </a:lnSpc>
                        <a:spcAft>
                          <a:spcPts val="1000"/>
                        </a:spcAft>
                      </a:pPr>
                      <a:r>
                        <a:rPr lang="en-US" sz="1200">
                          <a:effectLst/>
                        </a:rPr>
                        <a:t>A UK-based platform for hiring professionals for hourly or project-based tasks across diverse fields.</a:t>
                      </a:r>
                      <a:endParaRPr lang="en-US" sz="1200">
                        <a:effectLst/>
                        <a:latin typeface="Cambria" panose="02040503050406030204" pitchFamily="18" charset="0"/>
                        <a:ea typeface="MS Mincho" panose="02020609040205080304" pitchFamily="49" charset="-128"/>
                        <a:cs typeface="Times New Roman" panose="02020603050405020304" pitchFamily="18" charset="0"/>
                      </a:endParaRPr>
                    </a:p>
                  </a:txBody>
                  <a:tcPr marL="52923" marR="52923" marT="0" marB="0"/>
                </a:tc>
                <a:extLst>
                  <a:ext uri="{0D108BD9-81ED-4DB2-BD59-A6C34878D82A}">
                    <a16:rowId xmlns:a16="http://schemas.microsoft.com/office/drawing/2014/main" val="3912840850"/>
                  </a:ext>
                </a:extLst>
              </a:tr>
              <a:tr h="441111">
                <a:tc>
                  <a:txBody>
                    <a:bodyPr/>
                    <a:lstStyle/>
                    <a:p>
                      <a:pPr marL="0" marR="0">
                        <a:lnSpc>
                          <a:spcPct val="115000"/>
                        </a:lnSpc>
                        <a:spcAft>
                          <a:spcPts val="1000"/>
                        </a:spcAft>
                      </a:pPr>
                      <a:r>
                        <a:rPr lang="en-US" sz="1600">
                          <a:effectLst/>
                        </a:rPr>
                        <a:t>Guru</a:t>
                      </a:r>
                      <a:endParaRPr lang="en-US" sz="1600">
                        <a:effectLst/>
                        <a:latin typeface="Cambria" panose="02040503050406030204" pitchFamily="18" charset="0"/>
                        <a:ea typeface="MS Mincho" panose="02020609040205080304" pitchFamily="49" charset="-128"/>
                        <a:cs typeface="Times New Roman" panose="02020603050405020304" pitchFamily="18" charset="0"/>
                      </a:endParaRPr>
                    </a:p>
                  </a:txBody>
                  <a:tcPr marL="52923" marR="52923" marT="0" marB="0"/>
                </a:tc>
                <a:tc>
                  <a:txBody>
                    <a:bodyPr/>
                    <a:lstStyle/>
                    <a:p>
                      <a:pPr marL="0" marR="0">
                        <a:lnSpc>
                          <a:spcPct val="115000"/>
                        </a:lnSpc>
                        <a:spcAft>
                          <a:spcPts val="1000"/>
                        </a:spcAft>
                      </a:pPr>
                      <a:r>
                        <a:rPr lang="en-US" sz="1200">
                          <a:effectLst/>
                        </a:rPr>
                        <a:t>Offers freelancers opportunities in multiple fields with a focus on secure payments and workrooms.</a:t>
                      </a:r>
                      <a:endParaRPr lang="en-US" sz="1200">
                        <a:effectLst/>
                        <a:latin typeface="Cambria" panose="02040503050406030204" pitchFamily="18" charset="0"/>
                        <a:ea typeface="MS Mincho" panose="02020609040205080304" pitchFamily="49" charset="-128"/>
                        <a:cs typeface="Times New Roman" panose="02020603050405020304" pitchFamily="18" charset="0"/>
                      </a:endParaRPr>
                    </a:p>
                  </a:txBody>
                  <a:tcPr marL="52923" marR="52923" marT="0" marB="0"/>
                </a:tc>
                <a:extLst>
                  <a:ext uri="{0D108BD9-81ED-4DB2-BD59-A6C34878D82A}">
                    <a16:rowId xmlns:a16="http://schemas.microsoft.com/office/drawing/2014/main" val="2323276870"/>
                  </a:ext>
                </a:extLst>
              </a:tr>
              <a:tr h="450576">
                <a:tc>
                  <a:txBody>
                    <a:bodyPr/>
                    <a:lstStyle/>
                    <a:p>
                      <a:pPr marL="0" marR="0">
                        <a:lnSpc>
                          <a:spcPct val="115000"/>
                        </a:lnSpc>
                        <a:spcAft>
                          <a:spcPts val="1000"/>
                        </a:spcAft>
                      </a:pPr>
                      <a:r>
                        <a:rPr lang="en-US" sz="1600">
                          <a:effectLst/>
                        </a:rPr>
                        <a:t>99designs</a:t>
                      </a:r>
                      <a:endParaRPr lang="en-US" sz="1600">
                        <a:effectLst/>
                        <a:latin typeface="Cambria" panose="02040503050406030204" pitchFamily="18" charset="0"/>
                        <a:ea typeface="MS Mincho" panose="02020609040205080304" pitchFamily="49" charset="-128"/>
                        <a:cs typeface="Times New Roman" panose="02020603050405020304" pitchFamily="18" charset="0"/>
                      </a:endParaRPr>
                    </a:p>
                  </a:txBody>
                  <a:tcPr marL="52923" marR="52923" marT="0" marB="0"/>
                </a:tc>
                <a:tc>
                  <a:txBody>
                    <a:bodyPr/>
                    <a:lstStyle/>
                    <a:p>
                      <a:pPr marL="0" marR="0">
                        <a:lnSpc>
                          <a:spcPct val="115000"/>
                        </a:lnSpc>
                        <a:spcAft>
                          <a:spcPts val="1000"/>
                        </a:spcAft>
                      </a:pPr>
                      <a:r>
                        <a:rPr lang="en-US" sz="1200" dirty="0">
                          <a:effectLst/>
                        </a:rPr>
                        <a:t>Specializes in connecting clients with designers for logos, branding, and graphic design projects.</a:t>
                      </a:r>
                      <a:endParaRPr lang="en-US" sz="1200" dirty="0">
                        <a:effectLst/>
                        <a:latin typeface="Cambria" panose="02040503050406030204" pitchFamily="18" charset="0"/>
                        <a:ea typeface="MS Mincho" panose="02020609040205080304" pitchFamily="49" charset="-128"/>
                        <a:cs typeface="Times New Roman" panose="02020603050405020304" pitchFamily="18" charset="0"/>
                      </a:endParaRPr>
                    </a:p>
                  </a:txBody>
                  <a:tcPr marL="52923" marR="52923" marT="0" marB="0"/>
                </a:tc>
                <a:extLst>
                  <a:ext uri="{0D108BD9-81ED-4DB2-BD59-A6C34878D82A}">
                    <a16:rowId xmlns:a16="http://schemas.microsoft.com/office/drawing/2014/main" val="978502738"/>
                  </a:ext>
                </a:extLst>
              </a:tr>
              <a:tr h="412075">
                <a:tc>
                  <a:txBody>
                    <a:bodyPr/>
                    <a:lstStyle/>
                    <a:p>
                      <a:pPr marL="0" marR="0">
                        <a:lnSpc>
                          <a:spcPct val="115000"/>
                        </a:lnSpc>
                        <a:spcAft>
                          <a:spcPts val="1000"/>
                        </a:spcAft>
                      </a:pPr>
                      <a:r>
                        <a:rPr lang="en-US" sz="1600" dirty="0" err="1">
                          <a:effectLst/>
                        </a:rPr>
                        <a:t>SimplyHired</a:t>
                      </a:r>
                      <a:endParaRPr lang="en-US" sz="1600" dirty="0">
                        <a:effectLst/>
                        <a:latin typeface="Cambria" panose="02040503050406030204" pitchFamily="18" charset="0"/>
                        <a:ea typeface="MS Mincho" panose="02020609040205080304" pitchFamily="49" charset="-128"/>
                        <a:cs typeface="Times New Roman" panose="02020603050405020304" pitchFamily="18" charset="0"/>
                      </a:endParaRPr>
                    </a:p>
                  </a:txBody>
                  <a:tcPr marL="52923" marR="52923" marT="0" marB="0"/>
                </a:tc>
                <a:tc>
                  <a:txBody>
                    <a:bodyPr/>
                    <a:lstStyle/>
                    <a:p>
                      <a:pPr marL="0" marR="0">
                        <a:lnSpc>
                          <a:spcPct val="115000"/>
                        </a:lnSpc>
                        <a:spcAft>
                          <a:spcPts val="1000"/>
                        </a:spcAft>
                      </a:pPr>
                      <a:r>
                        <a:rPr lang="en-US" sz="1200" dirty="0">
                          <a:effectLst/>
                        </a:rPr>
                        <a:t>A job search engine that also lists freelance, remote, and contract-based opportunities.</a:t>
                      </a:r>
                      <a:endParaRPr lang="en-US" sz="1200" dirty="0">
                        <a:effectLst/>
                        <a:latin typeface="Cambria" panose="02040503050406030204" pitchFamily="18" charset="0"/>
                        <a:ea typeface="MS Mincho" panose="02020609040205080304" pitchFamily="49" charset="-128"/>
                        <a:cs typeface="Times New Roman" panose="02020603050405020304" pitchFamily="18" charset="0"/>
                      </a:endParaRPr>
                    </a:p>
                  </a:txBody>
                  <a:tcPr marL="52923" marR="52923" marT="0" marB="0"/>
                </a:tc>
                <a:extLst>
                  <a:ext uri="{0D108BD9-81ED-4DB2-BD59-A6C34878D82A}">
                    <a16:rowId xmlns:a16="http://schemas.microsoft.com/office/drawing/2014/main" val="2138877270"/>
                  </a:ext>
                </a:extLst>
              </a:tr>
            </a:tbl>
          </a:graphicData>
        </a:graphic>
      </p:graphicFrame>
      <p:graphicFrame>
        <p:nvGraphicFramePr>
          <p:cNvPr id="77" name="Table 76">
            <a:extLst>
              <a:ext uri="{FF2B5EF4-FFF2-40B4-BE49-F238E27FC236}">
                <a16:creationId xmlns:a16="http://schemas.microsoft.com/office/drawing/2014/main" id="{459262F9-72F7-15A7-FC11-FE1B413436C2}"/>
              </a:ext>
            </a:extLst>
          </p:cNvPr>
          <p:cNvGraphicFramePr>
            <a:graphicFrameLocks noGrp="1"/>
          </p:cNvGraphicFramePr>
          <p:nvPr>
            <p:extLst>
              <p:ext uri="{D42A27DB-BD31-4B8C-83A1-F6EECF244321}">
                <p14:modId xmlns:p14="http://schemas.microsoft.com/office/powerpoint/2010/main" val="414698848"/>
              </p:ext>
            </p:extLst>
          </p:nvPr>
        </p:nvGraphicFramePr>
        <p:xfrm>
          <a:off x="6183086" y="1518460"/>
          <a:ext cx="5310108" cy="4411987"/>
        </p:xfrm>
        <a:graphic>
          <a:graphicData uri="http://schemas.openxmlformats.org/drawingml/2006/table">
            <a:tbl>
              <a:tblPr firstRow="1" firstCol="1" bandRow="1">
                <a:tableStyleId>{72833802-FEF1-4C79-8D5D-14CF1EAF98D9}</a:tableStyleId>
              </a:tblPr>
              <a:tblGrid>
                <a:gridCol w="1950821">
                  <a:extLst>
                    <a:ext uri="{9D8B030D-6E8A-4147-A177-3AD203B41FA5}">
                      <a16:colId xmlns:a16="http://schemas.microsoft.com/office/drawing/2014/main" val="4046697678"/>
                    </a:ext>
                  </a:extLst>
                </a:gridCol>
                <a:gridCol w="3359287">
                  <a:extLst>
                    <a:ext uri="{9D8B030D-6E8A-4147-A177-3AD203B41FA5}">
                      <a16:colId xmlns:a16="http://schemas.microsoft.com/office/drawing/2014/main" val="3020363275"/>
                    </a:ext>
                  </a:extLst>
                </a:gridCol>
              </a:tblGrid>
              <a:tr h="543917">
                <a:tc>
                  <a:txBody>
                    <a:bodyPr/>
                    <a:lstStyle/>
                    <a:p>
                      <a:pPr marL="0" marR="0">
                        <a:lnSpc>
                          <a:spcPct val="115000"/>
                        </a:lnSpc>
                        <a:spcAft>
                          <a:spcPts val="1000"/>
                        </a:spcAft>
                      </a:pPr>
                      <a:r>
                        <a:rPr lang="en-US" sz="1600">
                          <a:effectLst/>
                        </a:rPr>
                        <a:t>Outsourcely</a:t>
                      </a:r>
                      <a:endParaRPr lang="en-US" sz="1600">
                        <a:effectLst/>
                        <a:latin typeface="Cambria" panose="02040503050406030204" pitchFamily="18" charset="0"/>
                        <a:ea typeface="MS Mincho" panose="02020609040205080304" pitchFamily="49" charset="-128"/>
                        <a:cs typeface="Times New Roman" panose="02020603050405020304" pitchFamily="18" charset="0"/>
                      </a:endParaRPr>
                    </a:p>
                  </a:txBody>
                  <a:tcPr marL="66376" marR="66376" marT="0" marB="0"/>
                </a:tc>
                <a:tc>
                  <a:txBody>
                    <a:bodyPr/>
                    <a:lstStyle/>
                    <a:p>
                      <a:pPr marL="0" marR="0">
                        <a:lnSpc>
                          <a:spcPct val="115000"/>
                        </a:lnSpc>
                        <a:spcAft>
                          <a:spcPts val="1000"/>
                        </a:spcAft>
                      </a:pPr>
                      <a:r>
                        <a:rPr lang="en-US" sz="1100" dirty="0">
                          <a:effectLst/>
                        </a:rPr>
                        <a:t>Focuses on remote work opportunities for startups and small businesses seeking long-term collaborations.</a:t>
                      </a:r>
                      <a:endParaRPr lang="en-US" sz="11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6376" marR="66376" marT="0" marB="0"/>
                </a:tc>
                <a:extLst>
                  <a:ext uri="{0D108BD9-81ED-4DB2-BD59-A6C34878D82A}">
                    <a16:rowId xmlns:a16="http://schemas.microsoft.com/office/drawing/2014/main" val="530320864"/>
                  </a:ext>
                </a:extLst>
              </a:tr>
              <a:tr h="543917">
                <a:tc>
                  <a:txBody>
                    <a:bodyPr/>
                    <a:lstStyle/>
                    <a:p>
                      <a:pPr marL="0" marR="0">
                        <a:lnSpc>
                          <a:spcPct val="115000"/>
                        </a:lnSpc>
                        <a:spcAft>
                          <a:spcPts val="1000"/>
                        </a:spcAft>
                      </a:pPr>
                      <a:r>
                        <a:rPr lang="en-US" sz="1600">
                          <a:effectLst/>
                        </a:rPr>
                        <a:t>TaskRabbit</a:t>
                      </a:r>
                      <a:endParaRPr lang="en-US" sz="1600">
                        <a:effectLst/>
                        <a:latin typeface="Cambria" panose="02040503050406030204" pitchFamily="18" charset="0"/>
                        <a:ea typeface="MS Mincho" panose="02020609040205080304" pitchFamily="49" charset="-128"/>
                        <a:cs typeface="Times New Roman" panose="02020603050405020304" pitchFamily="18" charset="0"/>
                      </a:endParaRPr>
                    </a:p>
                  </a:txBody>
                  <a:tcPr marL="66376" marR="66376" marT="0" marB="0"/>
                </a:tc>
                <a:tc>
                  <a:txBody>
                    <a:bodyPr/>
                    <a:lstStyle/>
                    <a:p>
                      <a:pPr marL="0" marR="0">
                        <a:lnSpc>
                          <a:spcPct val="115000"/>
                        </a:lnSpc>
                        <a:spcAft>
                          <a:spcPts val="1000"/>
                        </a:spcAft>
                      </a:pPr>
                      <a:r>
                        <a:rPr lang="en-US" sz="1100" dirty="0">
                          <a:effectLst/>
                        </a:rPr>
                        <a:t>Specializes in local, on-demand freelance services like furniture assembly, moving, and home repairs.</a:t>
                      </a:r>
                      <a:endParaRPr lang="en-US" sz="11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6376" marR="66376" marT="0" marB="0"/>
                </a:tc>
                <a:extLst>
                  <a:ext uri="{0D108BD9-81ED-4DB2-BD59-A6C34878D82A}">
                    <a16:rowId xmlns:a16="http://schemas.microsoft.com/office/drawing/2014/main" val="1448994724"/>
                  </a:ext>
                </a:extLst>
              </a:tr>
              <a:tr h="543917">
                <a:tc>
                  <a:txBody>
                    <a:bodyPr/>
                    <a:lstStyle/>
                    <a:p>
                      <a:pPr marL="0" marR="0">
                        <a:lnSpc>
                          <a:spcPct val="115000"/>
                        </a:lnSpc>
                        <a:spcAft>
                          <a:spcPts val="1000"/>
                        </a:spcAft>
                      </a:pPr>
                      <a:r>
                        <a:rPr lang="en-US" sz="1600">
                          <a:effectLst/>
                        </a:rPr>
                        <a:t>We Work Remotely</a:t>
                      </a:r>
                      <a:endParaRPr lang="en-US" sz="1600">
                        <a:effectLst/>
                        <a:latin typeface="Cambria" panose="02040503050406030204" pitchFamily="18" charset="0"/>
                        <a:ea typeface="MS Mincho" panose="02020609040205080304" pitchFamily="49" charset="-128"/>
                        <a:cs typeface="Times New Roman" panose="02020603050405020304" pitchFamily="18" charset="0"/>
                      </a:endParaRPr>
                    </a:p>
                  </a:txBody>
                  <a:tcPr marL="66376" marR="66376" marT="0" marB="0"/>
                </a:tc>
                <a:tc>
                  <a:txBody>
                    <a:bodyPr/>
                    <a:lstStyle/>
                    <a:p>
                      <a:pPr marL="0" marR="0">
                        <a:lnSpc>
                          <a:spcPct val="115000"/>
                        </a:lnSpc>
                        <a:spcAft>
                          <a:spcPts val="1000"/>
                        </a:spcAft>
                      </a:pPr>
                      <a:r>
                        <a:rPr lang="en-US" sz="1100">
                          <a:effectLst/>
                        </a:rPr>
                        <a:t>A platform for remote freelance jobs, focusing on roles in development, design, writing, and more.</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66376" marR="66376" marT="0" marB="0"/>
                </a:tc>
                <a:extLst>
                  <a:ext uri="{0D108BD9-81ED-4DB2-BD59-A6C34878D82A}">
                    <a16:rowId xmlns:a16="http://schemas.microsoft.com/office/drawing/2014/main" val="2782978400"/>
                  </a:ext>
                </a:extLst>
              </a:tr>
              <a:tr h="543917">
                <a:tc>
                  <a:txBody>
                    <a:bodyPr/>
                    <a:lstStyle/>
                    <a:p>
                      <a:pPr marL="0" marR="0">
                        <a:lnSpc>
                          <a:spcPct val="115000"/>
                        </a:lnSpc>
                        <a:spcAft>
                          <a:spcPts val="1000"/>
                        </a:spcAft>
                      </a:pPr>
                      <a:r>
                        <a:rPr lang="en-US" sz="1600" dirty="0" err="1">
                          <a:effectLst/>
                        </a:rPr>
                        <a:t>Hubstaff</a:t>
                      </a:r>
                      <a:r>
                        <a:rPr lang="en-US" sz="1600" dirty="0">
                          <a:effectLst/>
                        </a:rPr>
                        <a:t> Talent</a:t>
                      </a:r>
                      <a:endParaRPr lang="en-US" sz="16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6376" marR="66376" marT="0" marB="0"/>
                </a:tc>
                <a:tc>
                  <a:txBody>
                    <a:bodyPr/>
                    <a:lstStyle/>
                    <a:p>
                      <a:pPr marL="0" marR="0">
                        <a:lnSpc>
                          <a:spcPct val="115000"/>
                        </a:lnSpc>
                        <a:spcAft>
                          <a:spcPts val="1000"/>
                        </a:spcAft>
                      </a:pPr>
                      <a:r>
                        <a:rPr lang="en-US" sz="1100" dirty="0">
                          <a:effectLst/>
                        </a:rPr>
                        <a:t>A free resource to connect freelancers with clients worldwide, offering a variety of roles.</a:t>
                      </a:r>
                      <a:endParaRPr lang="en-US" sz="11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6376" marR="66376" marT="0" marB="0"/>
                </a:tc>
                <a:extLst>
                  <a:ext uri="{0D108BD9-81ED-4DB2-BD59-A6C34878D82A}">
                    <a16:rowId xmlns:a16="http://schemas.microsoft.com/office/drawing/2014/main" val="2281256940"/>
                  </a:ext>
                </a:extLst>
              </a:tr>
              <a:tr h="543917">
                <a:tc>
                  <a:txBody>
                    <a:bodyPr/>
                    <a:lstStyle/>
                    <a:p>
                      <a:pPr marL="0" marR="0">
                        <a:lnSpc>
                          <a:spcPct val="115000"/>
                        </a:lnSpc>
                        <a:spcAft>
                          <a:spcPts val="1000"/>
                        </a:spcAft>
                      </a:pPr>
                      <a:r>
                        <a:rPr lang="en-US" sz="1600">
                          <a:effectLst/>
                        </a:rPr>
                        <a:t>Behance</a:t>
                      </a:r>
                      <a:endParaRPr lang="en-US" sz="1600">
                        <a:effectLst/>
                        <a:latin typeface="Cambria" panose="02040503050406030204" pitchFamily="18" charset="0"/>
                        <a:ea typeface="MS Mincho" panose="02020609040205080304" pitchFamily="49" charset="-128"/>
                        <a:cs typeface="Times New Roman" panose="02020603050405020304" pitchFamily="18" charset="0"/>
                      </a:endParaRPr>
                    </a:p>
                  </a:txBody>
                  <a:tcPr marL="66376" marR="66376" marT="0" marB="0"/>
                </a:tc>
                <a:tc>
                  <a:txBody>
                    <a:bodyPr/>
                    <a:lstStyle/>
                    <a:p>
                      <a:pPr marL="0" marR="0">
                        <a:lnSpc>
                          <a:spcPct val="115000"/>
                        </a:lnSpc>
                        <a:spcAft>
                          <a:spcPts val="1000"/>
                        </a:spcAft>
                      </a:pPr>
                      <a:r>
                        <a:rPr lang="en-US" sz="1100">
                          <a:effectLst/>
                        </a:rPr>
                        <a:t>A creative platform where designers and artists can showcase portfolios and find freelance opportunities.</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66376" marR="66376" marT="0" marB="0"/>
                </a:tc>
                <a:extLst>
                  <a:ext uri="{0D108BD9-81ED-4DB2-BD59-A6C34878D82A}">
                    <a16:rowId xmlns:a16="http://schemas.microsoft.com/office/drawing/2014/main" val="900625155"/>
                  </a:ext>
                </a:extLst>
              </a:tr>
              <a:tr h="543917">
                <a:tc>
                  <a:txBody>
                    <a:bodyPr/>
                    <a:lstStyle/>
                    <a:p>
                      <a:pPr marL="0" marR="0">
                        <a:lnSpc>
                          <a:spcPct val="115000"/>
                        </a:lnSpc>
                        <a:spcAft>
                          <a:spcPts val="1000"/>
                        </a:spcAft>
                      </a:pPr>
                      <a:r>
                        <a:rPr lang="en-US" sz="1600">
                          <a:effectLst/>
                        </a:rPr>
                        <a:t>Dribbble</a:t>
                      </a:r>
                      <a:endParaRPr lang="en-US" sz="1600">
                        <a:effectLst/>
                        <a:latin typeface="Cambria" panose="02040503050406030204" pitchFamily="18" charset="0"/>
                        <a:ea typeface="MS Mincho" panose="02020609040205080304" pitchFamily="49" charset="-128"/>
                        <a:cs typeface="Times New Roman" panose="02020603050405020304" pitchFamily="18" charset="0"/>
                      </a:endParaRPr>
                    </a:p>
                  </a:txBody>
                  <a:tcPr marL="66376" marR="66376" marT="0" marB="0"/>
                </a:tc>
                <a:tc>
                  <a:txBody>
                    <a:bodyPr/>
                    <a:lstStyle/>
                    <a:p>
                      <a:pPr marL="0" marR="0">
                        <a:lnSpc>
                          <a:spcPct val="115000"/>
                        </a:lnSpc>
                        <a:spcAft>
                          <a:spcPts val="1000"/>
                        </a:spcAft>
                      </a:pPr>
                      <a:r>
                        <a:rPr lang="en-US" sz="1100" dirty="0">
                          <a:effectLst/>
                        </a:rPr>
                        <a:t>Similar to </a:t>
                      </a:r>
                      <a:r>
                        <a:rPr lang="en-US" sz="1100" dirty="0" err="1">
                          <a:effectLst/>
                        </a:rPr>
                        <a:t>Behance</a:t>
                      </a:r>
                      <a:r>
                        <a:rPr lang="en-US" sz="1100" dirty="0">
                          <a:effectLst/>
                        </a:rPr>
                        <a:t>, focused on graphic designers, illustrators, and UI/UX professionals.</a:t>
                      </a:r>
                      <a:endParaRPr lang="en-US" sz="11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6376" marR="66376" marT="0" marB="0"/>
                </a:tc>
                <a:extLst>
                  <a:ext uri="{0D108BD9-81ED-4DB2-BD59-A6C34878D82A}">
                    <a16:rowId xmlns:a16="http://schemas.microsoft.com/office/drawing/2014/main" val="1984119707"/>
                  </a:ext>
                </a:extLst>
              </a:tr>
              <a:tr h="543917">
                <a:tc>
                  <a:txBody>
                    <a:bodyPr/>
                    <a:lstStyle/>
                    <a:p>
                      <a:pPr marL="0" marR="0">
                        <a:lnSpc>
                          <a:spcPct val="115000"/>
                        </a:lnSpc>
                        <a:spcAft>
                          <a:spcPts val="1000"/>
                        </a:spcAft>
                      </a:pPr>
                      <a:r>
                        <a:rPr lang="en-US" sz="1600">
                          <a:effectLst/>
                        </a:rPr>
                        <a:t>Workana</a:t>
                      </a:r>
                      <a:endParaRPr lang="en-US" sz="1600">
                        <a:effectLst/>
                        <a:latin typeface="Cambria" panose="02040503050406030204" pitchFamily="18" charset="0"/>
                        <a:ea typeface="MS Mincho" panose="02020609040205080304" pitchFamily="49" charset="-128"/>
                        <a:cs typeface="Times New Roman" panose="02020603050405020304" pitchFamily="18" charset="0"/>
                      </a:endParaRPr>
                    </a:p>
                  </a:txBody>
                  <a:tcPr marL="66376" marR="66376" marT="0" marB="0"/>
                </a:tc>
                <a:tc>
                  <a:txBody>
                    <a:bodyPr/>
                    <a:lstStyle/>
                    <a:p>
                      <a:pPr marL="0" marR="0">
                        <a:lnSpc>
                          <a:spcPct val="115000"/>
                        </a:lnSpc>
                        <a:spcAft>
                          <a:spcPts val="1000"/>
                        </a:spcAft>
                      </a:pPr>
                      <a:r>
                        <a:rPr lang="en-US" sz="1100">
                          <a:effectLst/>
                        </a:rPr>
                        <a:t>Popular in Latin America, offering freelance jobs in design, development, marketing, and writing.</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66376" marR="66376" marT="0" marB="0"/>
                </a:tc>
                <a:extLst>
                  <a:ext uri="{0D108BD9-81ED-4DB2-BD59-A6C34878D82A}">
                    <a16:rowId xmlns:a16="http://schemas.microsoft.com/office/drawing/2014/main" val="269390053"/>
                  </a:ext>
                </a:extLst>
              </a:tr>
              <a:tr h="543917">
                <a:tc>
                  <a:txBody>
                    <a:bodyPr/>
                    <a:lstStyle/>
                    <a:p>
                      <a:pPr marL="0" marR="0">
                        <a:lnSpc>
                          <a:spcPct val="115000"/>
                        </a:lnSpc>
                        <a:spcAft>
                          <a:spcPts val="1000"/>
                        </a:spcAft>
                      </a:pPr>
                      <a:r>
                        <a:rPr lang="en-US" sz="1600" dirty="0" err="1">
                          <a:effectLst/>
                        </a:rPr>
                        <a:t>CodementorX</a:t>
                      </a:r>
                      <a:endParaRPr lang="en-US" sz="16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6376" marR="66376" marT="0" marB="0"/>
                </a:tc>
                <a:tc>
                  <a:txBody>
                    <a:bodyPr/>
                    <a:lstStyle/>
                    <a:p>
                      <a:pPr marL="0" marR="0">
                        <a:lnSpc>
                          <a:spcPct val="115000"/>
                        </a:lnSpc>
                        <a:spcAft>
                          <a:spcPts val="1000"/>
                        </a:spcAft>
                      </a:pPr>
                      <a:r>
                        <a:rPr lang="en-US" sz="1100" dirty="0">
                          <a:effectLst/>
                        </a:rPr>
                        <a:t>Focused on software development and programming projects, connecting businesses with expert developers.</a:t>
                      </a:r>
                      <a:endParaRPr lang="en-US" sz="11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6376" marR="66376" marT="0" marB="0"/>
                </a:tc>
                <a:extLst>
                  <a:ext uri="{0D108BD9-81ED-4DB2-BD59-A6C34878D82A}">
                    <a16:rowId xmlns:a16="http://schemas.microsoft.com/office/drawing/2014/main" val="2375838572"/>
                  </a:ext>
                </a:extLst>
              </a:tr>
            </a:tbl>
          </a:graphicData>
        </a:graphic>
      </p:graphicFrame>
    </p:spTree>
    <p:extLst>
      <p:ext uri="{BB962C8B-B14F-4D97-AF65-F5344CB8AC3E}">
        <p14:creationId xmlns:p14="http://schemas.microsoft.com/office/powerpoint/2010/main" val="7296091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5F62A1-835C-7CD1-A3D6-6B9C3A96BB88}"/>
            </a:ext>
          </a:extLst>
        </p:cNvPr>
        <p:cNvGrpSpPr/>
        <p:nvPr/>
      </p:nvGrpSpPr>
      <p:grpSpPr>
        <a:xfrm>
          <a:off x="0" y="0"/>
          <a:ext cx="0" cy="0"/>
          <a:chOff x="0" y="0"/>
          <a:chExt cx="0" cy="0"/>
        </a:xfrm>
      </p:grpSpPr>
      <p:pic>
        <p:nvPicPr>
          <p:cNvPr id="11" name="Picture Placeholder 5" descr="Boy playing in playground in front of apartment building&#10;">
            <a:extLst>
              <a:ext uri="{FF2B5EF4-FFF2-40B4-BE49-F238E27FC236}">
                <a16:creationId xmlns:a16="http://schemas.microsoft.com/office/drawing/2014/main" id="{32000237-2686-D12B-C488-C14EDCEB4CCF}"/>
              </a:ext>
            </a:extLst>
          </p:cNvPr>
          <p:cNvPicPr>
            <a:picLocks noGrp="1" noChangeAspect="1"/>
          </p:cNvPicPr>
          <p:nvPr>
            <p:ph type="pic" sz="quarter" idx="10"/>
          </p:nvPr>
        </p:nvPicPr>
        <p:blipFill rotWithShape="1">
          <a:blip r:embed="rId3"/>
          <a:srcRect/>
          <a:stretch/>
        </p:blipFill>
        <p:spPr>
          <a:xfrm>
            <a:off x="0" y="0"/>
            <a:ext cx="12192000" cy="6858000"/>
          </a:xfrm>
        </p:spPr>
      </p:pic>
      <p:sp>
        <p:nvSpPr>
          <p:cNvPr id="3" name="Title 2">
            <a:extLst>
              <a:ext uri="{FF2B5EF4-FFF2-40B4-BE49-F238E27FC236}">
                <a16:creationId xmlns:a16="http://schemas.microsoft.com/office/drawing/2014/main" id="{DF2A8634-454A-2364-BC10-FBDE579B2C55}"/>
              </a:ext>
            </a:extLst>
          </p:cNvPr>
          <p:cNvSpPr>
            <a:spLocks noGrp="1"/>
          </p:cNvSpPr>
          <p:nvPr>
            <p:ph type="title"/>
          </p:nvPr>
        </p:nvSpPr>
        <p:spPr>
          <a:xfrm>
            <a:off x="2868168" y="923544"/>
            <a:ext cx="6455664" cy="5010912"/>
          </a:xfrm>
          <a:noFill/>
        </p:spPr>
        <p:txBody>
          <a:bodyPr anchor="ctr"/>
          <a:lstStyle/>
          <a:p>
            <a:r>
              <a:rPr lang="en-US" b="0" i="1" dirty="0">
                <a:solidFill>
                  <a:srgbClr val="1D1C22"/>
                </a:solidFill>
                <a:effectLst/>
                <a:latin typeface="Georgia" panose="02040502050405020303" pitchFamily="18" charset="0"/>
              </a:rPr>
              <a:t>How to make the perfect Fiverr account</a:t>
            </a:r>
          </a:p>
        </p:txBody>
      </p:sp>
    </p:spTree>
    <p:extLst>
      <p:ext uri="{BB962C8B-B14F-4D97-AF65-F5344CB8AC3E}">
        <p14:creationId xmlns:p14="http://schemas.microsoft.com/office/powerpoint/2010/main" val="32652495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A15DE-D135-0710-9984-A0A55E960CB0}"/>
              </a:ext>
            </a:extLst>
          </p:cNvPr>
          <p:cNvSpPr>
            <a:spLocks noGrp="1"/>
          </p:cNvSpPr>
          <p:nvPr>
            <p:ph type="title"/>
          </p:nvPr>
        </p:nvSpPr>
        <p:spPr>
          <a:xfrm>
            <a:off x="838200" y="198437"/>
            <a:ext cx="7093688" cy="838018"/>
          </a:xfrm>
          <a:noFill/>
        </p:spPr>
        <p:txBody>
          <a:bodyPr anchor="b"/>
          <a:lstStyle/>
          <a:p>
            <a:r>
              <a:rPr lang="en-US" dirty="0"/>
              <a:t>Create Your Account On Fiverr</a:t>
            </a:r>
          </a:p>
        </p:txBody>
      </p:sp>
      <p:sp>
        <p:nvSpPr>
          <p:cNvPr id="3" name="Content Placeholder 2">
            <a:extLst>
              <a:ext uri="{FF2B5EF4-FFF2-40B4-BE49-F238E27FC236}">
                <a16:creationId xmlns:a16="http://schemas.microsoft.com/office/drawing/2014/main" id="{ECC8AA23-D8D0-93BE-5C5F-103A750B0D2F}"/>
              </a:ext>
            </a:extLst>
          </p:cNvPr>
          <p:cNvSpPr>
            <a:spLocks noGrp="1"/>
          </p:cNvSpPr>
          <p:nvPr>
            <p:ph sz="half" idx="1"/>
          </p:nvPr>
        </p:nvSpPr>
        <p:spPr>
          <a:xfrm>
            <a:off x="838200" y="1509823"/>
            <a:ext cx="5257800" cy="4720424"/>
          </a:xfrm>
          <a:noFill/>
        </p:spPr>
        <p:txBody>
          <a:bodyPr vert="horz" lIns="91440" tIns="45720" rIns="91440" bIns="45720" rtlCol="0" anchor="t">
            <a:normAutofit/>
          </a:bodyPr>
          <a:lstStyle/>
          <a:p>
            <a:endParaRPr lang="en-US" dirty="0"/>
          </a:p>
          <a:p>
            <a:r>
              <a:rPr lang="en-US" dirty="0"/>
              <a:t>Signing up on Fiverr is quite easy. </a:t>
            </a:r>
          </a:p>
          <a:p>
            <a:pPr marL="285750" indent="-285750" algn="just">
              <a:buFont typeface="Arial" panose="020B0604020202020204" pitchFamily="34" charset="0"/>
              <a:buChar char="•"/>
            </a:pPr>
            <a:r>
              <a:rPr lang="en-US" dirty="0"/>
              <a:t>You can sign up through Google Account, Facebook Account, apple ID or simply by an email address. </a:t>
            </a:r>
          </a:p>
          <a:p>
            <a:pPr marL="285750" indent="-285750" algn="just">
              <a:buFont typeface="Arial" panose="020B0604020202020204" pitchFamily="34" charset="0"/>
              <a:buChar char="•"/>
            </a:pPr>
            <a:r>
              <a:rPr lang="en-US" dirty="0"/>
              <a:t>Next you choose the username and password. But you also have an option to use your email address instead of your username. </a:t>
            </a:r>
          </a:p>
          <a:p>
            <a:pPr marL="285750" indent="-285750" algn="just">
              <a:buFont typeface="Arial" panose="020B0604020202020204" pitchFamily="34" charset="0"/>
              <a:buChar char="•"/>
            </a:pPr>
            <a:r>
              <a:rPr lang="en-US" dirty="0"/>
              <a:t>After creating the account go to the inbox and activate it.</a:t>
            </a:r>
          </a:p>
        </p:txBody>
      </p:sp>
      <p:pic>
        <p:nvPicPr>
          <p:cNvPr id="3074" name="Picture 2">
            <a:extLst>
              <a:ext uri="{FF2B5EF4-FFF2-40B4-BE49-F238E27FC236}">
                <a16:creationId xmlns:a16="http://schemas.microsoft.com/office/drawing/2014/main" id="{75186CBC-8C46-BEEE-33DA-78CFE13AA6C3}"/>
              </a:ext>
            </a:extLst>
          </p:cNvPr>
          <p:cNvPicPr>
            <a:picLocks noGrp="1" noChangeAspect="1" noChangeArrowheads="1"/>
          </p:cNvPicPr>
          <p:nvPr>
            <p:ph type="pic" sz="quarter" idx="13"/>
          </p:nvPr>
        </p:nvPicPr>
        <p:blipFill>
          <a:blip r:embed="rId3">
            <a:extLst>
              <a:ext uri="{28A0092B-C50C-407E-A947-70E740481C1C}">
                <a14:useLocalDpi xmlns:a14="http://schemas.microsoft.com/office/drawing/2010/main" val="0"/>
              </a:ext>
            </a:extLst>
          </a:blip>
          <a:srcRect l="23908" r="23908"/>
          <a:stretch>
            <a:fillRect/>
          </a:stretch>
        </p:blipFill>
        <p:spPr bwMode="auto">
          <a:xfrm>
            <a:off x="6487542" y="1036454"/>
            <a:ext cx="5193792" cy="51937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372412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C0645F-1BFE-CB11-9460-9770727C66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159C75-DF83-BD65-A34B-8896FDE67D57}"/>
              </a:ext>
            </a:extLst>
          </p:cNvPr>
          <p:cNvSpPr>
            <a:spLocks noGrp="1"/>
          </p:cNvSpPr>
          <p:nvPr>
            <p:ph type="title"/>
          </p:nvPr>
        </p:nvSpPr>
        <p:spPr>
          <a:xfrm>
            <a:off x="838200" y="365125"/>
            <a:ext cx="10515600" cy="1325563"/>
          </a:xfrm>
        </p:spPr>
        <p:txBody>
          <a:bodyPr anchor="ctr">
            <a:normAutofit/>
          </a:bodyPr>
          <a:lstStyle/>
          <a:p>
            <a:r>
              <a:rPr lang="en-US" dirty="0"/>
              <a:t>Set Up Your Profile</a:t>
            </a:r>
          </a:p>
        </p:txBody>
      </p:sp>
      <p:sp>
        <p:nvSpPr>
          <p:cNvPr id="3" name="Content Placeholder 2">
            <a:extLst>
              <a:ext uri="{FF2B5EF4-FFF2-40B4-BE49-F238E27FC236}">
                <a16:creationId xmlns:a16="http://schemas.microsoft.com/office/drawing/2014/main" id="{D5E30156-7181-420D-9F0D-BD8365605EBE}"/>
              </a:ext>
            </a:extLst>
          </p:cNvPr>
          <p:cNvSpPr>
            <a:spLocks noGrp="1"/>
          </p:cNvSpPr>
          <p:nvPr>
            <p:ph sz="half" idx="1"/>
          </p:nvPr>
        </p:nvSpPr>
        <p:spPr>
          <a:xfrm>
            <a:off x="838200" y="1825625"/>
            <a:ext cx="5137297" cy="4297680"/>
          </a:xfrm>
        </p:spPr>
        <p:txBody>
          <a:bodyPr vert="horz" lIns="91440" tIns="45720" rIns="91440" bIns="45720" rtlCol="0">
            <a:normAutofit lnSpcReduction="10000"/>
          </a:bodyPr>
          <a:lstStyle/>
          <a:p>
            <a:pPr algn="just"/>
            <a:r>
              <a:rPr lang="en-US" sz="1500" dirty="0"/>
              <a:t>The profile plays a very crucial role as it directly has an impact on the client. </a:t>
            </a:r>
          </a:p>
          <a:p>
            <a:pPr algn="just"/>
            <a:r>
              <a:rPr lang="en-US" sz="1500" dirty="0"/>
              <a:t>Your profile must be professional in every aspect, form picture to description everything needs to be top notch. </a:t>
            </a:r>
          </a:p>
          <a:p>
            <a:pPr algn="just"/>
            <a:r>
              <a:rPr lang="en-US" sz="1500" dirty="0"/>
              <a:t>Add the right information and the right set of skills that you have to offer. </a:t>
            </a:r>
          </a:p>
          <a:p>
            <a:pPr algn="just"/>
            <a:r>
              <a:rPr lang="en-US" sz="1500" dirty="0"/>
              <a:t>Mention the language or languages that you are proficient in, it attracts the right client. </a:t>
            </a:r>
          </a:p>
          <a:p>
            <a:pPr algn="just"/>
            <a:r>
              <a:rPr lang="en-US" sz="1500" dirty="0"/>
              <a:t>Make sure your skills match your gigs. Mention your education background and then focus mainly on the certificates. </a:t>
            </a:r>
          </a:p>
          <a:p>
            <a:pPr algn="just"/>
            <a:r>
              <a:rPr lang="en-US" sz="1500" dirty="0"/>
              <a:t>Your certificates help you stand out in the pool of your competitors. Once you’re done setting up your account you can create gigs on Fiverr.</a:t>
            </a:r>
          </a:p>
        </p:txBody>
      </p:sp>
      <p:pic>
        <p:nvPicPr>
          <p:cNvPr id="9" name="Picture Placeholder 8" descr="A screenshot of a computer">
            <a:extLst>
              <a:ext uri="{FF2B5EF4-FFF2-40B4-BE49-F238E27FC236}">
                <a16:creationId xmlns:a16="http://schemas.microsoft.com/office/drawing/2014/main" id="{6BABF52C-65D5-F460-6840-B37388FBB17A}"/>
              </a:ext>
            </a:extLst>
          </p:cNvPr>
          <p:cNvPicPr>
            <a:picLocks noGrp="1" noChangeAspect="1"/>
          </p:cNvPicPr>
          <p:nvPr>
            <p:ph sz="half" idx="15"/>
          </p:nvPr>
        </p:nvPicPr>
        <p:blipFill>
          <a:blip r:embed="rId3">
            <a:extLst>
              <a:ext uri="{28A0092B-C50C-407E-A947-70E740481C1C}">
                <a14:useLocalDpi xmlns:a14="http://schemas.microsoft.com/office/drawing/2010/main" val="0"/>
              </a:ext>
            </a:extLst>
          </a:blip>
          <a:stretch>
            <a:fillRect/>
          </a:stretch>
        </p:blipFill>
        <p:spPr>
          <a:xfrm>
            <a:off x="5975498" y="2215863"/>
            <a:ext cx="5384478" cy="2813389"/>
          </a:xfrm>
          <a:noFill/>
        </p:spPr>
      </p:pic>
    </p:spTree>
    <p:extLst>
      <p:ext uri="{BB962C8B-B14F-4D97-AF65-F5344CB8AC3E}">
        <p14:creationId xmlns:p14="http://schemas.microsoft.com/office/powerpoint/2010/main" val="197231181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DD2548-334D-DC5A-CAA3-EAFC7FF73F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1FAA65-0986-296B-8070-8A3F0A45C249}"/>
              </a:ext>
            </a:extLst>
          </p:cNvPr>
          <p:cNvSpPr>
            <a:spLocks noGrp="1"/>
          </p:cNvSpPr>
          <p:nvPr>
            <p:ph type="title"/>
          </p:nvPr>
        </p:nvSpPr>
        <p:spPr>
          <a:xfrm>
            <a:off x="838200" y="365125"/>
            <a:ext cx="10515600" cy="1325563"/>
          </a:xfrm>
        </p:spPr>
        <p:txBody>
          <a:bodyPr anchor="ctr">
            <a:normAutofit/>
          </a:bodyPr>
          <a:lstStyle/>
          <a:p>
            <a:r>
              <a:rPr lang="en-US" dirty="0"/>
              <a:t>Create Gigs On Fiverr</a:t>
            </a:r>
          </a:p>
        </p:txBody>
      </p:sp>
      <p:sp>
        <p:nvSpPr>
          <p:cNvPr id="3" name="Content Placeholder 2">
            <a:extLst>
              <a:ext uri="{FF2B5EF4-FFF2-40B4-BE49-F238E27FC236}">
                <a16:creationId xmlns:a16="http://schemas.microsoft.com/office/drawing/2014/main" id="{CE96A1F4-9793-6CE3-45A5-C7798A5C54DB}"/>
              </a:ext>
            </a:extLst>
          </p:cNvPr>
          <p:cNvSpPr>
            <a:spLocks noGrp="1"/>
          </p:cNvSpPr>
          <p:nvPr>
            <p:ph sz="half" idx="1"/>
          </p:nvPr>
        </p:nvSpPr>
        <p:spPr>
          <a:xfrm>
            <a:off x="838200" y="1825625"/>
            <a:ext cx="5257800" cy="4297680"/>
          </a:xfrm>
        </p:spPr>
        <p:txBody>
          <a:bodyPr vert="horz" lIns="91440" tIns="45720" rIns="91440" bIns="45720" rtlCol="0">
            <a:normAutofit/>
          </a:bodyPr>
          <a:lstStyle/>
          <a:p>
            <a:pPr algn="just"/>
            <a:r>
              <a:rPr lang="en-US" sz="1500" dirty="0"/>
              <a:t>Move your cursor to the selling option placed on the top of the bar and then click on “Gigs” option in the drop-down menu. </a:t>
            </a:r>
          </a:p>
          <a:p>
            <a:pPr algn="just"/>
            <a:r>
              <a:rPr lang="en-US" sz="1500" dirty="0"/>
              <a:t>Click “Create the new Gig” button and now you can start working on it.</a:t>
            </a:r>
          </a:p>
        </p:txBody>
      </p:sp>
      <p:pic>
        <p:nvPicPr>
          <p:cNvPr id="5122" name="Picture 2">
            <a:extLst>
              <a:ext uri="{FF2B5EF4-FFF2-40B4-BE49-F238E27FC236}">
                <a16:creationId xmlns:a16="http://schemas.microsoft.com/office/drawing/2014/main" id="{AF0736B4-BDB5-0A6F-B7C0-E2DFD121D03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44683" y="2058096"/>
            <a:ext cx="5572822" cy="29090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599645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D391FD-8FFE-A0FE-7E1F-2E2840E2D5F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157D92-2A42-4759-D2ED-44E34445FFDA}"/>
              </a:ext>
            </a:extLst>
          </p:cNvPr>
          <p:cNvSpPr>
            <a:spLocks noGrp="1"/>
          </p:cNvSpPr>
          <p:nvPr>
            <p:ph type="title"/>
          </p:nvPr>
        </p:nvSpPr>
        <p:spPr>
          <a:xfrm>
            <a:off x="838200" y="365125"/>
            <a:ext cx="10515600" cy="1325563"/>
          </a:xfrm>
        </p:spPr>
        <p:txBody>
          <a:bodyPr anchor="ctr">
            <a:normAutofit/>
          </a:bodyPr>
          <a:lstStyle/>
          <a:p>
            <a:r>
              <a:rPr lang="en-US" dirty="0"/>
              <a:t>Create Gigs On Fiverr</a:t>
            </a:r>
          </a:p>
        </p:txBody>
      </p:sp>
      <p:sp>
        <p:nvSpPr>
          <p:cNvPr id="3" name="Content Placeholder 2">
            <a:extLst>
              <a:ext uri="{FF2B5EF4-FFF2-40B4-BE49-F238E27FC236}">
                <a16:creationId xmlns:a16="http://schemas.microsoft.com/office/drawing/2014/main" id="{C306051E-CECE-E119-BC16-EEF605A4099B}"/>
              </a:ext>
            </a:extLst>
          </p:cNvPr>
          <p:cNvSpPr>
            <a:spLocks noGrp="1"/>
          </p:cNvSpPr>
          <p:nvPr>
            <p:ph sz="half" idx="1"/>
          </p:nvPr>
        </p:nvSpPr>
        <p:spPr>
          <a:xfrm>
            <a:off x="435935" y="1690688"/>
            <a:ext cx="5986129" cy="4593154"/>
          </a:xfrm>
        </p:spPr>
        <p:txBody>
          <a:bodyPr vert="horz" lIns="91440" tIns="45720" rIns="91440" bIns="45720" rtlCol="0">
            <a:normAutofit/>
          </a:bodyPr>
          <a:lstStyle/>
          <a:p>
            <a:pPr algn="just"/>
            <a:r>
              <a:rPr lang="en-US" sz="1500" dirty="0"/>
              <a:t>Once you’ve got into the section of “Gig Overview” you’ve got to fill the title of your gig, select the right category (you have an option for category and subcategory) then mention related search tags in the last box.</a:t>
            </a:r>
          </a:p>
          <a:p>
            <a:pPr algn="just"/>
            <a:r>
              <a:rPr lang="en-US" sz="1500" dirty="0"/>
              <a:t>The title should be original, concise and to the point. Do not forget to focus on selecting the category and sub-category. It is the most important part of creating gigs on Fiverr because it’ll predict your options in the next steps.</a:t>
            </a:r>
          </a:p>
          <a:p>
            <a:pPr algn="just"/>
            <a:r>
              <a:rPr lang="en-US" sz="1500" dirty="0"/>
              <a:t>Selecting the category is not a hard task because Fiverr will automatically suggest the categories in which it falls based on the title that you’ve written above. You can simply select the category from the drop-down menu as well.</a:t>
            </a:r>
          </a:p>
          <a:p>
            <a:pPr algn="just"/>
            <a:r>
              <a:rPr lang="en-US" sz="1500" dirty="0"/>
              <a:t>If you want to make your gig valuable, select the best search tags. If you want any help, search for the tags used by other sellers of your niche. It summarizes your expertise which helps to get the right client.</a:t>
            </a:r>
          </a:p>
          <a:p>
            <a:pPr algn="just"/>
            <a:r>
              <a:rPr lang="en-US" sz="1500" dirty="0"/>
              <a:t>“Save and continue” to go on the next section.</a:t>
            </a:r>
          </a:p>
        </p:txBody>
      </p:sp>
      <p:pic>
        <p:nvPicPr>
          <p:cNvPr id="6146" name="Picture 2">
            <a:extLst>
              <a:ext uri="{FF2B5EF4-FFF2-40B4-BE49-F238E27FC236}">
                <a16:creationId xmlns:a16="http://schemas.microsoft.com/office/drawing/2014/main" id="{27197DBF-6FB8-AA2E-D65F-113E8D9DEEB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22065" y="1690688"/>
            <a:ext cx="5769935" cy="30119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1756872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F5D7AE-AA3A-EF6E-28D9-F4844912C1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0AE0C6-FE44-2CA6-0620-3E4FAA9BA42F}"/>
              </a:ext>
            </a:extLst>
          </p:cNvPr>
          <p:cNvSpPr>
            <a:spLocks noGrp="1"/>
          </p:cNvSpPr>
          <p:nvPr>
            <p:ph type="title"/>
          </p:nvPr>
        </p:nvSpPr>
        <p:spPr>
          <a:xfrm>
            <a:off x="838200" y="365125"/>
            <a:ext cx="10515600" cy="1325563"/>
          </a:xfrm>
        </p:spPr>
        <p:txBody>
          <a:bodyPr anchor="ctr">
            <a:normAutofit/>
          </a:bodyPr>
          <a:lstStyle/>
          <a:p>
            <a:r>
              <a:rPr lang="en-US" dirty="0"/>
              <a:t>The Price Of Your Gigs</a:t>
            </a:r>
          </a:p>
        </p:txBody>
      </p:sp>
      <p:sp>
        <p:nvSpPr>
          <p:cNvPr id="3" name="Content Placeholder 2">
            <a:extLst>
              <a:ext uri="{FF2B5EF4-FFF2-40B4-BE49-F238E27FC236}">
                <a16:creationId xmlns:a16="http://schemas.microsoft.com/office/drawing/2014/main" id="{860919C0-E866-6C53-FC9E-F1F8C9FDCD3A}"/>
              </a:ext>
            </a:extLst>
          </p:cNvPr>
          <p:cNvSpPr>
            <a:spLocks noGrp="1"/>
          </p:cNvSpPr>
          <p:nvPr>
            <p:ph sz="half" idx="1"/>
          </p:nvPr>
        </p:nvSpPr>
        <p:spPr>
          <a:xfrm>
            <a:off x="435935" y="1690688"/>
            <a:ext cx="5986129" cy="4593154"/>
          </a:xfrm>
        </p:spPr>
        <p:txBody>
          <a:bodyPr vert="horz" lIns="91440" tIns="45720" rIns="91440" bIns="45720" rtlCol="0">
            <a:normAutofit/>
          </a:bodyPr>
          <a:lstStyle/>
          <a:p>
            <a:pPr algn="just"/>
            <a:r>
              <a:rPr lang="en-US" sz="1500" dirty="0"/>
              <a:t>In this section you have the choice to set your own bid. </a:t>
            </a:r>
          </a:p>
          <a:p>
            <a:pPr algn="just"/>
            <a:r>
              <a:rPr lang="en-US" sz="1500" dirty="0"/>
              <a:t>Here Fiverr offers three different kinds of packages i.e. Basic, Standard and Premium. </a:t>
            </a:r>
          </a:p>
          <a:p>
            <a:pPr algn="just"/>
            <a:r>
              <a:rPr lang="en-US" sz="1500" dirty="0"/>
              <a:t>You can either go for all three options or one for all.</a:t>
            </a:r>
          </a:p>
          <a:p>
            <a:pPr algn="just"/>
            <a:r>
              <a:rPr lang="en-US" sz="1500" dirty="0"/>
              <a:t>After that you need to give your package a title and description and make sure you’re creative because that it where the buyer will pay attention the most. </a:t>
            </a:r>
          </a:p>
          <a:p>
            <a:pPr algn="just"/>
            <a:r>
              <a:rPr lang="en-US" sz="1500" dirty="0"/>
              <a:t>Mention the delivery time which will show the working days and also you can differ it with your pricing.</a:t>
            </a:r>
          </a:p>
          <a:p>
            <a:pPr algn="just"/>
            <a:r>
              <a:rPr lang="en-US" sz="1500" dirty="0"/>
              <a:t>If you want, you can also fill the shipping section according to the location.</a:t>
            </a:r>
          </a:p>
        </p:txBody>
      </p:sp>
      <p:pic>
        <p:nvPicPr>
          <p:cNvPr id="7170" name="Picture 2">
            <a:extLst>
              <a:ext uri="{FF2B5EF4-FFF2-40B4-BE49-F238E27FC236}">
                <a16:creationId xmlns:a16="http://schemas.microsoft.com/office/drawing/2014/main" id="{201F870C-37AE-7EA4-F5CB-6489F29257F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4918" r="16594"/>
          <a:stretch/>
        </p:blipFill>
        <p:spPr bwMode="auto">
          <a:xfrm>
            <a:off x="6646571" y="1455931"/>
            <a:ext cx="5463653" cy="41642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5397707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B6566B-8418-96D7-99B9-28662C731D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EFAD9A-E96A-ECD7-84ED-D1A9B3D34CA0}"/>
              </a:ext>
            </a:extLst>
          </p:cNvPr>
          <p:cNvSpPr>
            <a:spLocks noGrp="1"/>
          </p:cNvSpPr>
          <p:nvPr>
            <p:ph type="title"/>
          </p:nvPr>
        </p:nvSpPr>
        <p:spPr>
          <a:xfrm>
            <a:off x="838200" y="365125"/>
            <a:ext cx="10515600" cy="1325563"/>
          </a:xfrm>
        </p:spPr>
        <p:txBody>
          <a:bodyPr anchor="ctr">
            <a:normAutofit/>
          </a:bodyPr>
          <a:lstStyle/>
          <a:p>
            <a:r>
              <a:rPr lang="en-US" dirty="0"/>
              <a:t>Mention Frequently Asked Questions (FAQ’s)</a:t>
            </a:r>
          </a:p>
        </p:txBody>
      </p:sp>
      <p:sp>
        <p:nvSpPr>
          <p:cNvPr id="3" name="Content Placeholder 2">
            <a:extLst>
              <a:ext uri="{FF2B5EF4-FFF2-40B4-BE49-F238E27FC236}">
                <a16:creationId xmlns:a16="http://schemas.microsoft.com/office/drawing/2014/main" id="{A1697FE6-6258-7DC0-6136-645A5BB5C436}"/>
              </a:ext>
            </a:extLst>
          </p:cNvPr>
          <p:cNvSpPr>
            <a:spLocks noGrp="1"/>
          </p:cNvSpPr>
          <p:nvPr>
            <p:ph sz="half" idx="1"/>
          </p:nvPr>
        </p:nvSpPr>
        <p:spPr>
          <a:xfrm>
            <a:off x="435935" y="1690688"/>
            <a:ext cx="5986129" cy="4593154"/>
          </a:xfrm>
        </p:spPr>
        <p:txBody>
          <a:bodyPr vert="horz" lIns="91440" tIns="45720" rIns="91440" bIns="45720" rtlCol="0">
            <a:normAutofit/>
          </a:bodyPr>
          <a:lstStyle/>
          <a:p>
            <a:pPr algn="just"/>
            <a:r>
              <a:rPr lang="en-US" sz="1600" b="0" i="0" dirty="0">
                <a:solidFill>
                  <a:srgbClr val="636B72"/>
                </a:solidFill>
                <a:effectLst/>
                <a:latin typeface="Georgia" panose="02040502050405020303" pitchFamily="18" charset="0"/>
              </a:rPr>
              <a:t>This option will lead you to a section of Frequently Asked Questions that may be revised with each project.</a:t>
            </a:r>
            <a:endParaRPr lang="en-US" sz="1500" dirty="0"/>
          </a:p>
        </p:txBody>
      </p:sp>
      <p:pic>
        <p:nvPicPr>
          <p:cNvPr id="8194" name="Picture 2">
            <a:extLst>
              <a:ext uri="{FF2B5EF4-FFF2-40B4-BE49-F238E27FC236}">
                <a16:creationId xmlns:a16="http://schemas.microsoft.com/office/drawing/2014/main" id="{59B35CA8-5E0D-6A8B-1489-2ED605CE716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70400" y="1690688"/>
            <a:ext cx="5621600" cy="2934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0390187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409223-DEE7-C5C8-0854-F59EB62D0B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24239A-17C6-E148-C3A5-B1E8F9996A62}"/>
              </a:ext>
            </a:extLst>
          </p:cNvPr>
          <p:cNvSpPr>
            <a:spLocks noGrp="1"/>
          </p:cNvSpPr>
          <p:nvPr>
            <p:ph type="title"/>
          </p:nvPr>
        </p:nvSpPr>
        <p:spPr>
          <a:xfrm>
            <a:off x="838200" y="365125"/>
            <a:ext cx="10515600" cy="1325563"/>
          </a:xfrm>
        </p:spPr>
        <p:txBody>
          <a:bodyPr anchor="ctr">
            <a:normAutofit/>
          </a:bodyPr>
          <a:lstStyle/>
          <a:p>
            <a:r>
              <a:rPr lang="en-US" dirty="0"/>
              <a:t>Your Requirements</a:t>
            </a:r>
          </a:p>
        </p:txBody>
      </p:sp>
      <p:sp>
        <p:nvSpPr>
          <p:cNvPr id="3" name="Content Placeholder 2">
            <a:extLst>
              <a:ext uri="{FF2B5EF4-FFF2-40B4-BE49-F238E27FC236}">
                <a16:creationId xmlns:a16="http://schemas.microsoft.com/office/drawing/2014/main" id="{10F38AB2-7386-CF4B-2603-82844D56A627}"/>
              </a:ext>
            </a:extLst>
          </p:cNvPr>
          <p:cNvSpPr>
            <a:spLocks noGrp="1"/>
          </p:cNvSpPr>
          <p:nvPr>
            <p:ph sz="half" idx="1"/>
          </p:nvPr>
        </p:nvSpPr>
        <p:spPr>
          <a:xfrm>
            <a:off x="435935" y="1690688"/>
            <a:ext cx="5986129" cy="4593154"/>
          </a:xfrm>
        </p:spPr>
        <p:txBody>
          <a:bodyPr vert="horz" lIns="91440" tIns="45720" rIns="91440" bIns="45720" rtlCol="0">
            <a:normAutofit/>
          </a:bodyPr>
          <a:lstStyle/>
          <a:p>
            <a:pPr algn="just"/>
            <a:r>
              <a:rPr lang="en-US" sz="1600" b="0" i="0" dirty="0">
                <a:solidFill>
                  <a:srgbClr val="636B72"/>
                </a:solidFill>
                <a:effectLst/>
                <a:latin typeface="Georgia" panose="02040502050405020303" pitchFamily="18" charset="0"/>
              </a:rPr>
              <a:t>Mentions all the requirements that you demand from the buyer’s community.</a:t>
            </a:r>
            <a:endParaRPr lang="en-US" sz="1500" dirty="0"/>
          </a:p>
        </p:txBody>
      </p:sp>
      <p:pic>
        <p:nvPicPr>
          <p:cNvPr id="9218" name="Picture 2">
            <a:extLst>
              <a:ext uri="{FF2B5EF4-FFF2-40B4-BE49-F238E27FC236}">
                <a16:creationId xmlns:a16="http://schemas.microsoft.com/office/drawing/2014/main" id="{820F5765-A8C9-6020-08A0-179AB09EDAD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09144" y="1690688"/>
            <a:ext cx="5482856" cy="28620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1992989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647132-13DA-5D13-CBF2-F77C426854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307974-45AE-BF40-6FE7-2463F1C8990B}"/>
              </a:ext>
            </a:extLst>
          </p:cNvPr>
          <p:cNvSpPr>
            <a:spLocks noGrp="1"/>
          </p:cNvSpPr>
          <p:nvPr>
            <p:ph type="title"/>
          </p:nvPr>
        </p:nvSpPr>
        <p:spPr>
          <a:xfrm>
            <a:off x="838200" y="365125"/>
            <a:ext cx="10515600" cy="1325563"/>
          </a:xfrm>
        </p:spPr>
        <p:txBody>
          <a:bodyPr anchor="ctr">
            <a:normAutofit/>
          </a:bodyPr>
          <a:lstStyle/>
          <a:p>
            <a:r>
              <a:rPr lang="en-US" dirty="0"/>
              <a:t>Make impactful Gigs Gallery Content</a:t>
            </a:r>
          </a:p>
        </p:txBody>
      </p:sp>
      <p:sp>
        <p:nvSpPr>
          <p:cNvPr id="3" name="Content Placeholder 2">
            <a:extLst>
              <a:ext uri="{FF2B5EF4-FFF2-40B4-BE49-F238E27FC236}">
                <a16:creationId xmlns:a16="http://schemas.microsoft.com/office/drawing/2014/main" id="{4455C1EC-FBF8-4FBA-D898-E4FA2C5BFFF4}"/>
              </a:ext>
            </a:extLst>
          </p:cNvPr>
          <p:cNvSpPr>
            <a:spLocks noGrp="1"/>
          </p:cNvSpPr>
          <p:nvPr>
            <p:ph sz="half" idx="1"/>
          </p:nvPr>
        </p:nvSpPr>
        <p:spPr>
          <a:xfrm>
            <a:off x="435935" y="1690688"/>
            <a:ext cx="5986129" cy="4593154"/>
          </a:xfrm>
        </p:spPr>
        <p:txBody>
          <a:bodyPr vert="horz" lIns="91440" tIns="45720" rIns="91440" bIns="45720" rtlCol="0">
            <a:normAutofit/>
          </a:bodyPr>
          <a:lstStyle/>
          <a:p>
            <a:pPr algn="just"/>
            <a:r>
              <a:rPr lang="en-US" dirty="0"/>
              <a:t>Your gig’s gallery will make a great impact on the clients. You can add photos, videos or pdfs in the content of gigs.</a:t>
            </a:r>
          </a:p>
        </p:txBody>
      </p:sp>
      <p:sp>
        <p:nvSpPr>
          <p:cNvPr id="4" name="AutoShape 2">
            <a:extLst>
              <a:ext uri="{FF2B5EF4-FFF2-40B4-BE49-F238E27FC236}">
                <a16:creationId xmlns:a16="http://schemas.microsoft.com/office/drawing/2014/main" id="{2EFD7D65-0199-22DF-7874-3294F0FDFB02}"/>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0244" name="Picture 4">
            <a:extLst>
              <a:ext uri="{FF2B5EF4-FFF2-40B4-BE49-F238E27FC236}">
                <a16:creationId xmlns:a16="http://schemas.microsoft.com/office/drawing/2014/main" id="{824B74E0-48F9-47C0-A337-57E580CAF19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25028" y="1690688"/>
            <a:ext cx="5304701" cy="2769054"/>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E144202E-ECBB-4629-6188-4DD93F623A57}"/>
              </a:ext>
            </a:extLst>
          </p:cNvPr>
          <p:cNvSpPr txBox="1"/>
          <p:nvPr/>
        </p:nvSpPr>
        <p:spPr>
          <a:xfrm>
            <a:off x="435935" y="3276600"/>
            <a:ext cx="6097772" cy="1200329"/>
          </a:xfrm>
          <a:prstGeom prst="rect">
            <a:avLst/>
          </a:prstGeom>
          <a:noFill/>
        </p:spPr>
        <p:txBody>
          <a:bodyPr wrap="square">
            <a:spAutoFit/>
          </a:bodyPr>
          <a:lstStyle/>
          <a:p>
            <a:r>
              <a:rPr lang="en-US" b="1" dirty="0"/>
              <a:t>Publish Gigs And Go Live!</a:t>
            </a:r>
          </a:p>
          <a:p>
            <a:endParaRPr lang="en-US" dirty="0"/>
          </a:p>
          <a:p>
            <a:r>
              <a:rPr lang="en-US" dirty="0"/>
              <a:t>Now you can publish it! Click on “Publish Gig” option and the gig will go live.</a:t>
            </a:r>
          </a:p>
        </p:txBody>
      </p:sp>
    </p:spTree>
    <p:extLst>
      <p:ext uri="{BB962C8B-B14F-4D97-AF65-F5344CB8AC3E}">
        <p14:creationId xmlns:p14="http://schemas.microsoft.com/office/powerpoint/2010/main" val="407831744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AFB90D-F829-3834-A3E2-4951BDFFF68E}"/>
            </a:ext>
          </a:extLst>
        </p:cNvPr>
        <p:cNvGrpSpPr/>
        <p:nvPr/>
      </p:nvGrpSpPr>
      <p:grpSpPr>
        <a:xfrm>
          <a:off x="0" y="0"/>
          <a:ext cx="0" cy="0"/>
          <a:chOff x="0" y="0"/>
          <a:chExt cx="0" cy="0"/>
        </a:xfrm>
      </p:grpSpPr>
      <p:pic>
        <p:nvPicPr>
          <p:cNvPr id="11" name="Picture Placeholder 5" descr="Boy playing in playground in front of apartment building&#10;">
            <a:extLst>
              <a:ext uri="{FF2B5EF4-FFF2-40B4-BE49-F238E27FC236}">
                <a16:creationId xmlns:a16="http://schemas.microsoft.com/office/drawing/2014/main" id="{A438782B-9256-BBC3-6B90-FD0B915F8DB4}"/>
              </a:ext>
            </a:extLst>
          </p:cNvPr>
          <p:cNvPicPr>
            <a:picLocks noGrp="1" noChangeAspect="1"/>
          </p:cNvPicPr>
          <p:nvPr>
            <p:ph type="pic" sz="quarter" idx="10"/>
          </p:nvPr>
        </p:nvPicPr>
        <p:blipFill rotWithShape="1">
          <a:blip r:embed="rId3"/>
          <a:srcRect/>
          <a:stretch/>
        </p:blipFill>
        <p:spPr>
          <a:xfrm>
            <a:off x="0" y="0"/>
            <a:ext cx="12192000" cy="6858000"/>
          </a:xfrm>
        </p:spPr>
      </p:pic>
      <p:sp>
        <p:nvSpPr>
          <p:cNvPr id="3" name="Title 2">
            <a:extLst>
              <a:ext uri="{FF2B5EF4-FFF2-40B4-BE49-F238E27FC236}">
                <a16:creationId xmlns:a16="http://schemas.microsoft.com/office/drawing/2014/main" id="{823B12C3-888B-5A2C-1001-1A64135388FC}"/>
              </a:ext>
            </a:extLst>
          </p:cNvPr>
          <p:cNvSpPr>
            <a:spLocks noGrp="1"/>
          </p:cNvSpPr>
          <p:nvPr>
            <p:ph type="title"/>
          </p:nvPr>
        </p:nvSpPr>
        <p:spPr>
          <a:xfrm>
            <a:off x="2868168" y="923544"/>
            <a:ext cx="6455664" cy="5010912"/>
          </a:xfrm>
          <a:noFill/>
        </p:spPr>
        <p:txBody>
          <a:bodyPr anchor="ctr"/>
          <a:lstStyle/>
          <a:p>
            <a:r>
              <a:rPr lang="en-US" i="1" dirty="0">
                <a:solidFill>
                  <a:srgbClr val="1D1C22"/>
                </a:solidFill>
                <a:latin typeface="Georgia" panose="02040502050405020303" pitchFamily="18" charset="0"/>
              </a:rPr>
              <a:t>Tutorial</a:t>
            </a:r>
            <a:br>
              <a:rPr lang="en-US" i="1" dirty="0">
                <a:solidFill>
                  <a:srgbClr val="1D1C22"/>
                </a:solidFill>
                <a:latin typeface="Georgia" panose="02040502050405020303" pitchFamily="18" charset="0"/>
              </a:rPr>
            </a:br>
            <a:r>
              <a:rPr lang="en-US" i="1" dirty="0">
                <a:solidFill>
                  <a:srgbClr val="1D1C22"/>
                </a:solidFill>
                <a:latin typeface="Georgia" panose="02040502050405020303" pitchFamily="18" charset="0"/>
              </a:rPr>
              <a:t>Setting up your Fiverr Profile</a:t>
            </a:r>
            <a:endParaRPr lang="en-US" b="0" i="1" dirty="0">
              <a:solidFill>
                <a:srgbClr val="1D1C22"/>
              </a:solidFill>
              <a:effectLst/>
              <a:latin typeface="Georgia" panose="02040502050405020303" pitchFamily="18" charset="0"/>
            </a:endParaRPr>
          </a:p>
        </p:txBody>
      </p:sp>
    </p:spTree>
    <p:extLst>
      <p:ext uri="{BB962C8B-B14F-4D97-AF65-F5344CB8AC3E}">
        <p14:creationId xmlns:p14="http://schemas.microsoft.com/office/powerpoint/2010/main" val="379310273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21A1C8-37EE-7852-FE9D-C9FCAE5D32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201C98-2ACA-683B-97CE-AE198C02D0D4}"/>
              </a:ext>
            </a:extLst>
          </p:cNvPr>
          <p:cNvSpPr>
            <a:spLocks noGrp="1"/>
          </p:cNvSpPr>
          <p:nvPr>
            <p:ph type="title"/>
          </p:nvPr>
        </p:nvSpPr>
        <p:spPr>
          <a:xfrm>
            <a:off x="721242" y="365125"/>
            <a:ext cx="10515600" cy="1472974"/>
          </a:xfrm>
          <a:noFill/>
        </p:spPr>
        <p:txBody>
          <a:bodyPr anchor="ctr"/>
          <a:lstStyle/>
          <a:p>
            <a:pPr algn="l">
              <a:spcAft>
                <a:spcPts val="900"/>
              </a:spcAft>
            </a:pPr>
            <a:r>
              <a:rPr lang="en-PK" b="1" i="0" dirty="0">
                <a:solidFill>
                  <a:srgbClr val="202124"/>
                </a:solidFill>
                <a:effectLst/>
                <a:latin typeface="Google Sans"/>
              </a:rPr>
              <a:t>Setting up your Fiverr </a:t>
            </a:r>
            <a:r>
              <a:rPr lang="en-US" b="1" i="0" dirty="0">
                <a:solidFill>
                  <a:srgbClr val="202124"/>
                </a:solidFill>
                <a:effectLst/>
                <a:latin typeface="Google Sans"/>
              </a:rPr>
              <a:t>P</a:t>
            </a:r>
            <a:r>
              <a:rPr lang="en-PK" b="1" i="0" dirty="0">
                <a:solidFill>
                  <a:srgbClr val="202124"/>
                </a:solidFill>
                <a:effectLst/>
                <a:latin typeface="Google Sans"/>
              </a:rPr>
              <a:t>rofile</a:t>
            </a:r>
            <a:endParaRPr lang="en-US" b="1" i="0" dirty="0">
              <a:solidFill>
                <a:srgbClr val="202124"/>
              </a:solidFill>
              <a:effectLst/>
              <a:latin typeface="Google Sans"/>
            </a:endParaRPr>
          </a:p>
        </p:txBody>
      </p:sp>
      <p:sp>
        <p:nvSpPr>
          <p:cNvPr id="3" name="Content Placeholder 2">
            <a:extLst>
              <a:ext uri="{FF2B5EF4-FFF2-40B4-BE49-F238E27FC236}">
                <a16:creationId xmlns:a16="http://schemas.microsoft.com/office/drawing/2014/main" id="{9F0B39E1-350D-49FA-AA76-AD67C856E52E}"/>
              </a:ext>
            </a:extLst>
          </p:cNvPr>
          <p:cNvSpPr>
            <a:spLocks noGrp="1"/>
          </p:cNvSpPr>
          <p:nvPr>
            <p:ph sz="quarter" idx="13"/>
          </p:nvPr>
        </p:nvSpPr>
        <p:spPr>
          <a:xfrm>
            <a:off x="838200" y="1838099"/>
            <a:ext cx="9953847" cy="4284889"/>
          </a:xfrm>
          <a:noFill/>
        </p:spPr>
        <p:txBody>
          <a:bodyPr vert="horz" lIns="91440" tIns="45720" rIns="91440" bIns="45720" rtlCol="0" anchor="t">
            <a:normAutofit lnSpcReduction="10000"/>
          </a:bodyPr>
          <a:lstStyle/>
          <a:p>
            <a:pPr marL="0" marR="0" indent="0">
              <a:lnSpc>
                <a:spcPct val="115000"/>
              </a:lnSpc>
              <a:spcAft>
                <a:spcPts val="1000"/>
              </a:spcAft>
              <a:buNone/>
            </a:pPr>
            <a:r>
              <a:rPr lang="en-US" sz="1800" dirty="0">
                <a:effectLst/>
                <a:latin typeface="Cambria" panose="02040503050406030204" pitchFamily="18" charset="0"/>
                <a:ea typeface="MS Mincho" panose="02020609040205080304" pitchFamily="49" charset="-128"/>
                <a:cs typeface="Times New Roman" panose="02020603050405020304" pitchFamily="18" charset="0"/>
              </a:rPr>
              <a:t>Are you a high school student looking to start freelancing on Fiverr? This tutorial will guide you step-by-step on creating your profile and setting up your gigs to begin your freelancing journey.</a:t>
            </a:r>
          </a:p>
          <a:p>
            <a:pPr marL="0" marR="0">
              <a:lnSpc>
                <a:spcPct val="115000"/>
              </a:lnSpc>
              <a:spcBef>
                <a:spcPts val="1000"/>
              </a:spcBef>
            </a:pPr>
            <a:r>
              <a:rPr lang="en-US" sz="1800" b="1" dirty="0">
                <a:solidFill>
                  <a:srgbClr val="4F81BD"/>
                </a:solidFill>
                <a:effectLst/>
                <a:latin typeface="Calibri" panose="020F0502020204030204" pitchFamily="34" charset="0"/>
                <a:ea typeface="MS Gothic" panose="020B0609070205080204" pitchFamily="49" charset="-128"/>
                <a:cs typeface="Times New Roman" panose="02020603050405020304" pitchFamily="18" charset="0"/>
              </a:rPr>
              <a:t>Step 1: Sign Up on Fiverr</a:t>
            </a:r>
          </a:p>
          <a:p>
            <a:pPr marL="0" marR="0">
              <a:lnSpc>
                <a:spcPct val="115000"/>
              </a:lnSpc>
              <a:spcAft>
                <a:spcPts val="1000"/>
              </a:spcAft>
            </a:pPr>
            <a:r>
              <a:rPr lang="en-US" sz="1800" dirty="0">
                <a:effectLst/>
                <a:latin typeface="Cambria" panose="02040503050406030204" pitchFamily="18" charset="0"/>
                <a:ea typeface="MS Mincho" panose="02020609040205080304" pitchFamily="49" charset="-128"/>
                <a:cs typeface="Times New Roman" panose="02020603050405020304" pitchFamily="18" charset="0"/>
              </a:rPr>
              <a:t>1. Visit the Fiverr Website: Go to Fiverr's website at </a:t>
            </a:r>
            <a:r>
              <a:rPr lang="en-US" sz="1800" dirty="0">
                <a:effectLst/>
                <a:latin typeface="Cambria" panose="02040503050406030204" pitchFamily="18" charset="0"/>
                <a:ea typeface="MS Mincho" panose="02020609040205080304" pitchFamily="49" charset="-128"/>
                <a:cs typeface="Times New Roman" panose="02020603050405020304" pitchFamily="18" charset="0"/>
                <a:hlinkClick r:id="rId3"/>
              </a:rPr>
              <a:t>https://www.fiverr.com</a:t>
            </a:r>
            <a:r>
              <a:rPr lang="en-US" sz="1800" dirty="0">
                <a:effectLst/>
                <a:latin typeface="Cambria" panose="02040503050406030204" pitchFamily="18" charset="0"/>
                <a:ea typeface="MS Mincho" panose="02020609040205080304" pitchFamily="49" charset="-128"/>
                <a:cs typeface="Times New Roman" panose="02020603050405020304" pitchFamily="18" charset="0"/>
              </a:rPr>
              <a:t>.</a:t>
            </a:r>
          </a:p>
          <a:p>
            <a:pPr marL="0" marR="0">
              <a:lnSpc>
                <a:spcPct val="115000"/>
              </a:lnSpc>
              <a:spcAft>
                <a:spcPts val="1000"/>
              </a:spcAft>
            </a:pPr>
            <a:r>
              <a:rPr lang="en-US" sz="1800" dirty="0">
                <a:effectLst/>
                <a:latin typeface="Cambria" panose="02040503050406030204" pitchFamily="18" charset="0"/>
                <a:ea typeface="MS Mincho" panose="02020609040205080304" pitchFamily="49" charset="-128"/>
                <a:cs typeface="Times New Roman" panose="02020603050405020304" pitchFamily="18" charset="0"/>
              </a:rPr>
              <a:t>2. Sign Up:</a:t>
            </a:r>
            <a:br>
              <a:rPr lang="en-US" sz="1800" dirty="0">
                <a:effectLst/>
                <a:latin typeface="Cambria" panose="02040503050406030204" pitchFamily="18" charset="0"/>
                <a:ea typeface="MS Mincho" panose="02020609040205080304" pitchFamily="49" charset="-128"/>
                <a:cs typeface="Times New Roman" panose="02020603050405020304" pitchFamily="18" charset="0"/>
              </a:rPr>
            </a:br>
            <a:r>
              <a:rPr lang="en-US" sz="1800" dirty="0">
                <a:effectLst/>
                <a:latin typeface="Cambria" panose="02040503050406030204" pitchFamily="18" charset="0"/>
                <a:ea typeface="MS Mincho" panose="02020609040205080304" pitchFamily="49" charset="-128"/>
                <a:cs typeface="Times New Roman" panose="02020603050405020304" pitchFamily="18" charset="0"/>
              </a:rPr>
              <a:t>	- Click on the 'Join' button in the top right corner.</a:t>
            </a:r>
            <a:br>
              <a:rPr lang="en-US" sz="1800" dirty="0">
                <a:effectLst/>
                <a:latin typeface="Cambria" panose="02040503050406030204" pitchFamily="18" charset="0"/>
                <a:ea typeface="MS Mincho" panose="02020609040205080304" pitchFamily="49" charset="-128"/>
                <a:cs typeface="Times New Roman" panose="02020603050405020304" pitchFamily="18" charset="0"/>
              </a:rPr>
            </a:br>
            <a:r>
              <a:rPr lang="en-US" sz="1800" dirty="0">
                <a:effectLst/>
                <a:latin typeface="Cambria" panose="02040503050406030204" pitchFamily="18" charset="0"/>
                <a:ea typeface="MS Mincho" panose="02020609040205080304" pitchFamily="49" charset="-128"/>
                <a:cs typeface="Times New Roman" panose="02020603050405020304" pitchFamily="18" charset="0"/>
              </a:rPr>
              <a:t>	- You can sign up using your email address, Facebook, Google, or Apple ID.</a:t>
            </a:r>
          </a:p>
          <a:p>
            <a:pPr marL="0" marR="0">
              <a:lnSpc>
                <a:spcPct val="115000"/>
              </a:lnSpc>
              <a:spcAft>
                <a:spcPts val="1000"/>
              </a:spcAft>
            </a:pPr>
            <a:r>
              <a:rPr lang="en-US" sz="1800" dirty="0">
                <a:effectLst/>
                <a:latin typeface="Cambria" panose="02040503050406030204" pitchFamily="18" charset="0"/>
                <a:ea typeface="MS Mincho" panose="02020609040205080304" pitchFamily="49" charset="-128"/>
                <a:cs typeface="Times New Roman" panose="02020603050405020304" pitchFamily="18" charset="0"/>
              </a:rPr>
              <a:t>3. Set a Username: Choose a professional and simple username that reflects your skills or services.</a:t>
            </a:r>
            <a:endParaRPr lang="en-US" dirty="0">
              <a:latin typeface="Cambria" panose="02040503050406030204" pitchFamily="18" charset="0"/>
              <a:ea typeface="MS Mincho" panose="02020609040205080304" pitchFamily="49" charset="-128"/>
              <a:cs typeface="Times New Roman" panose="02020603050405020304" pitchFamily="18" charset="0"/>
            </a:endParaRPr>
          </a:p>
          <a:p>
            <a:pPr marL="0" marR="0">
              <a:lnSpc>
                <a:spcPct val="115000"/>
              </a:lnSpc>
              <a:spcAft>
                <a:spcPts val="1000"/>
              </a:spcAft>
            </a:pPr>
            <a:r>
              <a:rPr lang="en-US" sz="1800" dirty="0">
                <a:effectLst/>
                <a:latin typeface="Cambria" panose="02040503050406030204" pitchFamily="18" charset="0"/>
                <a:ea typeface="MS Mincho" panose="02020609040205080304" pitchFamily="49" charset="-128"/>
                <a:cs typeface="Times New Roman" panose="02020603050405020304" pitchFamily="18" charset="0"/>
              </a:rPr>
              <a:t>4. Create a Password: Use a strong and secure password.</a:t>
            </a:r>
            <a:br>
              <a:rPr lang="en-US" b="0" i="0" dirty="0">
                <a:solidFill>
                  <a:srgbClr val="202124"/>
                </a:solidFill>
                <a:effectLst/>
                <a:latin typeface="Arial" panose="020B0604020202020204" pitchFamily="34" charset="0"/>
              </a:rPr>
            </a:br>
            <a:endParaRPr lang="en-US" dirty="0"/>
          </a:p>
        </p:txBody>
      </p:sp>
    </p:spTree>
    <p:extLst>
      <p:ext uri="{BB962C8B-B14F-4D97-AF65-F5344CB8AC3E}">
        <p14:creationId xmlns:p14="http://schemas.microsoft.com/office/powerpoint/2010/main" val="330960961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38A2C9-6583-28BC-076C-654F1DF95A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759D85-4C4A-D17D-47FE-935718C7B275}"/>
              </a:ext>
            </a:extLst>
          </p:cNvPr>
          <p:cNvSpPr>
            <a:spLocks noGrp="1"/>
          </p:cNvSpPr>
          <p:nvPr>
            <p:ph type="title"/>
          </p:nvPr>
        </p:nvSpPr>
        <p:spPr>
          <a:xfrm>
            <a:off x="721242" y="365125"/>
            <a:ext cx="10515600" cy="1472974"/>
          </a:xfrm>
          <a:noFill/>
        </p:spPr>
        <p:txBody>
          <a:bodyPr anchor="ctr"/>
          <a:lstStyle/>
          <a:p>
            <a:pPr algn="l">
              <a:spcAft>
                <a:spcPts val="900"/>
              </a:spcAft>
            </a:pPr>
            <a:r>
              <a:rPr lang="en-PK" b="1" i="0" dirty="0">
                <a:solidFill>
                  <a:srgbClr val="202124"/>
                </a:solidFill>
                <a:effectLst/>
                <a:latin typeface="Google Sans"/>
              </a:rPr>
              <a:t>Setting up your Fiverr </a:t>
            </a:r>
            <a:r>
              <a:rPr lang="en-US" b="1" i="0" dirty="0">
                <a:solidFill>
                  <a:srgbClr val="202124"/>
                </a:solidFill>
                <a:effectLst/>
                <a:latin typeface="Google Sans"/>
              </a:rPr>
              <a:t>P</a:t>
            </a:r>
            <a:r>
              <a:rPr lang="en-PK" b="1" i="0" dirty="0">
                <a:solidFill>
                  <a:srgbClr val="202124"/>
                </a:solidFill>
                <a:effectLst/>
                <a:latin typeface="Google Sans"/>
              </a:rPr>
              <a:t>rofile</a:t>
            </a:r>
            <a:endParaRPr lang="en-US" b="1" i="0" dirty="0">
              <a:solidFill>
                <a:srgbClr val="202124"/>
              </a:solidFill>
              <a:effectLst/>
              <a:latin typeface="Google Sans"/>
            </a:endParaRPr>
          </a:p>
        </p:txBody>
      </p:sp>
      <p:sp>
        <p:nvSpPr>
          <p:cNvPr id="3" name="Content Placeholder 2">
            <a:extLst>
              <a:ext uri="{FF2B5EF4-FFF2-40B4-BE49-F238E27FC236}">
                <a16:creationId xmlns:a16="http://schemas.microsoft.com/office/drawing/2014/main" id="{5E635EB8-B768-6A75-A526-71C7A7EEA123}"/>
              </a:ext>
            </a:extLst>
          </p:cNvPr>
          <p:cNvSpPr>
            <a:spLocks noGrp="1"/>
          </p:cNvSpPr>
          <p:nvPr>
            <p:ph sz="quarter" idx="13"/>
          </p:nvPr>
        </p:nvSpPr>
        <p:spPr>
          <a:xfrm>
            <a:off x="838200" y="1838099"/>
            <a:ext cx="10283456" cy="4732822"/>
          </a:xfrm>
          <a:noFill/>
        </p:spPr>
        <p:txBody>
          <a:bodyPr vert="horz" lIns="91440" tIns="45720" rIns="91440" bIns="45720" rtlCol="0" anchor="t">
            <a:normAutofit fontScale="92500" lnSpcReduction="10000"/>
          </a:bodyPr>
          <a:lstStyle/>
          <a:p>
            <a:pPr marL="0" marR="0">
              <a:lnSpc>
                <a:spcPct val="115000"/>
              </a:lnSpc>
              <a:spcBef>
                <a:spcPts val="1000"/>
              </a:spcBef>
            </a:pPr>
            <a:r>
              <a:rPr lang="en-US" sz="1800" b="1" dirty="0">
                <a:solidFill>
                  <a:srgbClr val="4F81BD"/>
                </a:solidFill>
                <a:effectLst/>
                <a:latin typeface="Calibri" panose="020F0502020204030204" pitchFamily="34" charset="0"/>
                <a:ea typeface="MS Gothic" panose="020B0609070205080204" pitchFamily="49" charset="-128"/>
                <a:cs typeface="Times New Roman" panose="02020603050405020304" pitchFamily="18" charset="0"/>
              </a:rPr>
              <a:t>Step 2: Complete Your Profile</a:t>
            </a:r>
          </a:p>
          <a:p>
            <a:pPr marL="0" marR="0" indent="0">
              <a:lnSpc>
                <a:spcPct val="120000"/>
              </a:lnSpc>
              <a:spcAft>
                <a:spcPts val="1000"/>
              </a:spcAft>
              <a:buNone/>
            </a:pPr>
            <a:r>
              <a:rPr lang="en-US" sz="1800" dirty="0">
                <a:effectLst/>
                <a:latin typeface="Cambria" panose="02040503050406030204" pitchFamily="18" charset="0"/>
                <a:ea typeface="MS Mincho" panose="02020609040205080304" pitchFamily="49" charset="-128"/>
                <a:cs typeface="Times New Roman" panose="02020603050405020304" pitchFamily="18" charset="0"/>
              </a:rPr>
              <a:t>1. Go to Your Profile Settings:</a:t>
            </a:r>
            <a:br>
              <a:rPr lang="en-US" sz="1800" dirty="0">
                <a:effectLst/>
                <a:latin typeface="Cambria" panose="02040503050406030204" pitchFamily="18" charset="0"/>
                <a:ea typeface="MS Mincho" panose="02020609040205080304" pitchFamily="49" charset="-128"/>
                <a:cs typeface="Times New Roman" panose="02020603050405020304" pitchFamily="18" charset="0"/>
              </a:rPr>
            </a:br>
            <a:r>
              <a:rPr lang="en-US" sz="1800" dirty="0">
                <a:effectLst/>
                <a:latin typeface="Cambria" panose="02040503050406030204" pitchFamily="18" charset="0"/>
                <a:ea typeface="MS Mincho" panose="02020609040205080304" pitchFamily="49" charset="-128"/>
                <a:cs typeface="Times New Roman" panose="02020603050405020304" pitchFamily="18" charset="0"/>
              </a:rPr>
              <a:t>	- Once logged in, click on your profile picture or icon in the top right corner and select 'Profile'.</a:t>
            </a:r>
            <a:br>
              <a:rPr lang="en-US" sz="1800" dirty="0">
                <a:effectLst/>
                <a:latin typeface="Cambria" panose="02040503050406030204" pitchFamily="18" charset="0"/>
                <a:ea typeface="MS Mincho" panose="02020609040205080304" pitchFamily="49" charset="-128"/>
                <a:cs typeface="Times New Roman" panose="02020603050405020304" pitchFamily="18" charset="0"/>
              </a:rPr>
            </a:br>
            <a:r>
              <a:rPr lang="en-US" sz="1800" dirty="0">
                <a:effectLst/>
                <a:latin typeface="Cambria" panose="02040503050406030204" pitchFamily="18" charset="0"/>
                <a:ea typeface="MS Mincho" panose="02020609040205080304" pitchFamily="49" charset="-128"/>
                <a:cs typeface="Times New Roman" panose="02020603050405020304" pitchFamily="18" charset="0"/>
              </a:rPr>
              <a:t>2. Upload a Profile Picture:</a:t>
            </a:r>
            <a:br>
              <a:rPr lang="en-US" sz="1800" dirty="0">
                <a:effectLst/>
                <a:latin typeface="Cambria" panose="02040503050406030204" pitchFamily="18" charset="0"/>
                <a:ea typeface="MS Mincho" panose="02020609040205080304" pitchFamily="49" charset="-128"/>
                <a:cs typeface="Times New Roman" panose="02020603050405020304" pitchFamily="18" charset="0"/>
              </a:rPr>
            </a:br>
            <a:r>
              <a:rPr lang="en-US" sz="1800" dirty="0">
                <a:effectLst/>
                <a:latin typeface="Cambria" panose="02040503050406030204" pitchFamily="18" charset="0"/>
                <a:ea typeface="MS Mincho" panose="02020609040205080304" pitchFamily="49" charset="-128"/>
                <a:cs typeface="Times New Roman" panose="02020603050405020304" pitchFamily="18" charset="0"/>
              </a:rPr>
              <a:t>	- Choose a clear, friendly, and professional photo of yourself.</a:t>
            </a:r>
            <a:br>
              <a:rPr lang="en-US" sz="1800" dirty="0">
                <a:effectLst/>
                <a:latin typeface="Cambria" panose="02040503050406030204" pitchFamily="18" charset="0"/>
                <a:ea typeface="MS Mincho" panose="02020609040205080304" pitchFamily="49" charset="-128"/>
                <a:cs typeface="Times New Roman" panose="02020603050405020304" pitchFamily="18" charset="0"/>
              </a:rPr>
            </a:br>
            <a:r>
              <a:rPr lang="en-US" sz="1800" dirty="0">
                <a:effectLst/>
                <a:latin typeface="Cambria" panose="02040503050406030204" pitchFamily="18" charset="0"/>
                <a:ea typeface="MS Mincho" panose="02020609040205080304" pitchFamily="49" charset="-128"/>
                <a:cs typeface="Times New Roman" panose="02020603050405020304" pitchFamily="18" charset="0"/>
              </a:rPr>
              <a:t>3. Write a Professional Description:</a:t>
            </a:r>
            <a:br>
              <a:rPr lang="en-US" sz="1800" dirty="0">
                <a:effectLst/>
                <a:latin typeface="Cambria" panose="02040503050406030204" pitchFamily="18" charset="0"/>
                <a:ea typeface="MS Mincho" panose="02020609040205080304" pitchFamily="49" charset="-128"/>
                <a:cs typeface="Times New Roman" panose="02020603050405020304" pitchFamily="18" charset="0"/>
              </a:rPr>
            </a:br>
            <a:r>
              <a:rPr lang="en-US" sz="1800" dirty="0">
                <a:effectLst/>
                <a:latin typeface="Cambria" panose="02040503050406030204" pitchFamily="18" charset="0"/>
                <a:ea typeface="MS Mincho" panose="02020609040205080304" pitchFamily="49" charset="-128"/>
                <a:cs typeface="Times New Roman" panose="02020603050405020304" pitchFamily="18" charset="0"/>
              </a:rPr>
              <a:t>	- Introduce yourself.	</a:t>
            </a:r>
            <a:br>
              <a:rPr lang="en-US" sz="1800" dirty="0">
                <a:effectLst/>
                <a:latin typeface="Cambria" panose="02040503050406030204" pitchFamily="18" charset="0"/>
                <a:ea typeface="MS Mincho" panose="02020609040205080304" pitchFamily="49" charset="-128"/>
                <a:cs typeface="Times New Roman" panose="02020603050405020304" pitchFamily="18" charset="0"/>
              </a:rPr>
            </a:br>
            <a:r>
              <a:rPr lang="en-US" sz="1800" dirty="0">
                <a:effectLst/>
                <a:latin typeface="Cambria" panose="02040503050406030204" pitchFamily="18" charset="0"/>
                <a:ea typeface="MS Mincho" panose="02020609040205080304" pitchFamily="49" charset="-128"/>
                <a:cs typeface="Times New Roman" panose="02020603050405020304" pitchFamily="18" charset="0"/>
              </a:rPr>
              <a:t>	- Mention your skills and the services you offer.</a:t>
            </a:r>
            <a:br>
              <a:rPr lang="en-US" sz="1800" dirty="0">
                <a:effectLst/>
                <a:latin typeface="Cambria" panose="02040503050406030204" pitchFamily="18" charset="0"/>
                <a:ea typeface="MS Mincho" panose="02020609040205080304" pitchFamily="49" charset="-128"/>
                <a:cs typeface="Times New Roman" panose="02020603050405020304" pitchFamily="18" charset="0"/>
              </a:rPr>
            </a:br>
            <a:r>
              <a:rPr lang="en-US" sz="1800" dirty="0">
                <a:effectLst/>
                <a:latin typeface="Cambria" panose="02040503050406030204" pitchFamily="18" charset="0"/>
                <a:ea typeface="MS Mincho" panose="02020609040205080304" pitchFamily="49" charset="-128"/>
                <a:cs typeface="Times New Roman" panose="02020603050405020304" pitchFamily="18" charset="0"/>
              </a:rPr>
              <a:t>	- Keep it concise and engaging.</a:t>
            </a:r>
            <a:br>
              <a:rPr lang="en-US" sz="1800" dirty="0">
                <a:effectLst/>
                <a:latin typeface="Cambria" panose="02040503050406030204" pitchFamily="18" charset="0"/>
                <a:ea typeface="MS Mincho" panose="02020609040205080304" pitchFamily="49" charset="-128"/>
                <a:cs typeface="Times New Roman" panose="02020603050405020304" pitchFamily="18" charset="0"/>
              </a:rPr>
            </a:br>
            <a:r>
              <a:rPr lang="en-US" sz="1800" dirty="0">
                <a:effectLst/>
                <a:latin typeface="Cambria" panose="02040503050406030204" pitchFamily="18" charset="0"/>
                <a:ea typeface="MS Mincho" panose="02020609040205080304" pitchFamily="49" charset="-128"/>
                <a:cs typeface="Times New Roman" panose="02020603050405020304" pitchFamily="18" charset="0"/>
              </a:rPr>
              <a:t>Example: 'Hi! I'm Alex, a high school student with a passion for graphic design. I specialize in creating logos, social media posts, and posters. Let's bring your ideas to life!'</a:t>
            </a:r>
            <a:br>
              <a:rPr lang="en-US" sz="1800" dirty="0">
                <a:effectLst/>
                <a:latin typeface="Cambria" panose="02040503050406030204" pitchFamily="18" charset="0"/>
                <a:ea typeface="MS Mincho" panose="02020609040205080304" pitchFamily="49" charset="-128"/>
                <a:cs typeface="Times New Roman" panose="02020603050405020304" pitchFamily="18" charset="0"/>
              </a:rPr>
            </a:br>
            <a:r>
              <a:rPr lang="en-US" sz="1800" dirty="0">
                <a:effectLst/>
                <a:latin typeface="Cambria" panose="02040503050406030204" pitchFamily="18" charset="0"/>
                <a:ea typeface="MS Mincho" panose="02020609040205080304" pitchFamily="49" charset="-128"/>
                <a:cs typeface="Times New Roman" panose="02020603050405020304" pitchFamily="18" charset="0"/>
              </a:rPr>
              <a:t>4. Add Languages: List the languages you speak and your proficiency level.</a:t>
            </a:r>
            <a:br>
              <a:rPr lang="en-US" sz="1800" dirty="0">
                <a:effectLst/>
                <a:latin typeface="Cambria" panose="02040503050406030204" pitchFamily="18" charset="0"/>
                <a:ea typeface="MS Mincho" panose="02020609040205080304" pitchFamily="49" charset="-128"/>
                <a:cs typeface="Times New Roman" panose="02020603050405020304" pitchFamily="18" charset="0"/>
              </a:rPr>
            </a:br>
            <a:r>
              <a:rPr lang="en-US" sz="1800" dirty="0">
                <a:effectLst/>
                <a:latin typeface="Cambria" panose="02040503050406030204" pitchFamily="18" charset="0"/>
                <a:ea typeface="MS Mincho" panose="02020609040205080304" pitchFamily="49" charset="-128"/>
                <a:cs typeface="Times New Roman" panose="02020603050405020304" pitchFamily="18" charset="0"/>
              </a:rPr>
              <a:t>5. List Your Skills: Add relevant skills, such as graphic design, writing, or video editing.</a:t>
            </a:r>
            <a:br>
              <a:rPr lang="en-US" sz="1800" dirty="0">
                <a:effectLst/>
                <a:latin typeface="Cambria" panose="02040503050406030204" pitchFamily="18" charset="0"/>
                <a:ea typeface="MS Mincho" panose="02020609040205080304" pitchFamily="49" charset="-128"/>
                <a:cs typeface="Times New Roman" panose="02020603050405020304" pitchFamily="18" charset="0"/>
              </a:rPr>
            </a:br>
            <a:r>
              <a:rPr lang="en-US" sz="1800" dirty="0">
                <a:effectLst/>
                <a:latin typeface="Cambria" panose="02040503050406030204" pitchFamily="18" charset="0"/>
                <a:ea typeface="MS Mincho" panose="02020609040205080304" pitchFamily="49" charset="-128"/>
                <a:cs typeface="Times New Roman" panose="02020603050405020304" pitchFamily="18" charset="0"/>
              </a:rPr>
              <a:t>6. Link Your Social Accounts (Optional): If you have a LinkedIn or social media account showcasing your work, link it here.</a:t>
            </a:r>
            <a:endParaRPr lang="en-US" dirty="0"/>
          </a:p>
        </p:txBody>
      </p:sp>
    </p:spTree>
    <p:extLst>
      <p:ext uri="{BB962C8B-B14F-4D97-AF65-F5344CB8AC3E}">
        <p14:creationId xmlns:p14="http://schemas.microsoft.com/office/powerpoint/2010/main" val="69188156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072830-4C58-F44A-DFD7-2DB582847C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F74643-6242-2724-FE80-7CAFA6000CE5}"/>
              </a:ext>
            </a:extLst>
          </p:cNvPr>
          <p:cNvSpPr>
            <a:spLocks noGrp="1"/>
          </p:cNvSpPr>
          <p:nvPr>
            <p:ph type="title"/>
          </p:nvPr>
        </p:nvSpPr>
        <p:spPr>
          <a:xfrm>
            <a:off x="721242" y="365125"/>
            <a:ext cx="10515600" cy="1472974"/>
          </a:xfrm>
          <a:noFill/>
        </p:spPr>
        <p:txBody>
          <a:bodyPr anchor="ctr"/>
          <a:lstStyle/>
          <a:p>
            <a:pPr algn="l">
              <a:spcAft>
                <a:spcPts val="900"/>
              </a:spcAft>
            </a:pPr>
            <a:r>
              <a:rPr lang="en-PK" b="1" i="0" dirty="0">
                <a:solidFill>
                  <a:srgbClr val="202124"/>
                </a:solidFill>
                <a:effectLst/>
                <a:latin typeface="Google Sans"/>
              </a:rPr>
              <a:t>Setting up your Fiverr </a:t>
            </a:r>
            <a:r>
              <a:rPr lang="en-US" b="1" i="0" dirty="0">
                <a:solidFill>
                  <a:srgbClr val="202124"/>
                </a:solidFill>
                <a:effectLst/>
                <a:latin typeface="Google Sans"/>
              </a:rPr>
              <a:t>P</a:t>
            </a:r>
            <a:r>
              <a:rPr lang="en-PK" b="1" i="0" dirty="0">
                <a:solidFill>
                  <a:srgbClr val="202124"/>
                </a:solidFill>
                <a:effectLst/>
                <a:latin typeface="Google Sans"/>
              </a:rPr>
              <a:t>rofile</a:t>
            </a:r>
            <a:endParaRPr lang="en-US" b="1" i="0" dirty="0">
              <a:solidFill>
                <a:srgbClr val="202124"/>
              </a:solidFill>
              <a:effectLst/>
              <a:latin typeface="Google Sans"/>
            </a:endParaRPr>
          </a:p>
        </p:txBody>
      </p:sp>
      <p:sp>
        <p:nvSpPr>
          <p:cNvPr id="3" name="Content Placeholder 2">
            <a:extLst>
              <a:ext uri="{FF2B5EF4-FFF2-40B4-BE49-F238E27FC236}">
                <a16:creationId xmlns:a16="http://schemas.microsoft.com/office/drawing/2014/main" id="{E6E3B7C0-5B71-6640-7044-59E69DE3A641}"/>
              </a:ext>
            </a:extLst>
          </p:cNvPr>
          <p:cNvSpPr>
            <a:spLocks noGrp="1"/>
          </p:cNvSpPr>
          <p:nvPr>
            <p:ph sz="quarter" idx="13"/>
          </p:nvPr>
        </p:nvSpPr>
        <p:spPr>
          <a:xfrm>
            <a:off x="838200" y="1838099"/>
            <a:ext cx="10283456" cy="4732822"/>
          </a:xfrm>
          <a:noFill/>
        </p:spPr>
        <p:txBody>
          <a:bodyPr vert="horz" lIns="91440" tIns="45720" rIns="91440" bIns="45720" rtlCol="0" anchor="t">
            <a:normAutofit/>
          </a:bodyPr>
          <a:lstStyle/>
          <a:p>
            <a:pPr marL="0" marR="0">
              <a:lnSpc>
                <a:spcPct val="150000"/>
              </a:lnSpc>
              <a:spcBef>
                <a:spcPts val="1000"/>
              </a:spcBef>
            </a:pPr>
            <a:r>
              <a:rPr lang="en-US" sz="1800" b="1" dirty="0">
                <a:solidFill>
                  <a:srgbClr val="4F81BD"/>
                </a:solidFill>
                <a:effectLst/>
                <a:latin typeface="Calibri" panose="020F0502020204030204" pitchFamily="34" charset="0"/>
                <a:ea typeface="MS Gothic" panose="020B0609070205080204" pitchFamily="49" charset="-128"/>
                <a:cs typeface="Times New Roman" panose="02020603050405020304" pitchFamily="18" charset="0"/>
              </a:rPr>
              <a:t>Step 3: Create Your First Gig</a:t>
            </a:r>
          </a:p>
          <a:p>
            <a:pPr>
              <a:lnSpc>
                <a:spcPct val="150000"/>
              </a:lnSpc>
            </a:pPr>
            <a:r>
              <a:rPr lang="en-US" sz="1800" dirty="0">
                <a:effectLst/>
                <a:latin typeface="Cambria" panose="02040503050406030204" pitchFamily="18" charset="0"/>
                <a:ea typeface="MS Mincho" panose="02020609040205080304" pitchFamily="49" charset="-128"/>
                <a:cs typeface="Times New Roman" panose="02020603050405020304" pitchFamily="18" charset="0"/>
              </a:rPr>
              <a:t>1. What is a Gig? A gig is the service you offer on Fiverr. Each gig should focus on one skill or service.</a:t>
            </a:r>
            <a:br>
              <a:rPr lang="en-US" sz="1800" dirty="0">
                <a:effectLst/>
                <a:latin typeface="Cambria" panose="02040503050406030204" pitchFamily="18" charset="0"/>
                <a:ea typeface="MS Mincho" panose="02020609040205080304" pitchFamily="49" charset="-128"/>
                <a:cs typeface="Times New Roman" panose="02020603050405020304" pitchFamily="18" charset="0"/>
              </a:rPr>
            </a:br>
            <a:r>
              <a:rPr lang="en-US" sz="1800" dirty="0">
                <a:effectLst/>
                <a:latin typeface="Cambria" panose="02040503050406030204" pitchFamily="18" charset="0"/>
                <a:ea typeface="MS Mincho" panose="02020609040205080304" pitchFamily="49" charset="-128"/>
                <a:cs typeface="Times New Roman" panose="02020603050405020304" pitchFamily="18" charset="0"/>
              </a:rPr>
              <a:t>2. Click on 'Create a New Gig':</a:t>
            </a:r>
            <a:br>
              <a:rPr lang="en-US" sz="1800" dirty="0">
                <a:effectLst/>
                <a:latin typeface="Cambria" panose="02040503050406030204" pitchFamily="18" charset="0"/>
                <a:ea typeface="MS Mincho" panose="02020609040205080304" pitchFamily="49" charset="-128"/>
                <a:cs typeface="Times New Roman" panose="02020603050405020304" pitchFamily="18" charset="0"/>
              </a:rPr>
            </a:br>
            <a:r>
              <a:rPr lang="en-US" sz="1800" dirty="0">
                <a:effectLst/>
                <a:latin typeface="Cambria" panose="02040503050406030204" pitchFamily="18" charset="0"/>
                <a:ea typeface="MS Mincho" panose="02020609040205080304" pitchFamily="49" charset="-128"/>
                <a:cs typeface="Times New Roman" panose="02020603050405020304" pitchFamily="18" charset="0"/>
              </a:rPr>
              <a:t>- Navigate to your dashboard and click 'Gigs' → 'Create a New Gig'.</a:t>
            </a:r>
            <a:br>
              <a:rPr lang="en-US" sz="1800" dirty="0">
                <a:effectLst/>
                <a:latin typeface="Cambria" panose="02040503050406030204" pitchFamily="18" charset="0"/>
                <a:ea typeface="MS Mincho" panose="02020609040205080304" pitchFamily="49" charset="-128"/>
                <a:cs typeface="Times New Roman" panose="02020603050405020304" pitchFamily="18" charset="0"/>
              </a:rPr>
            </a:br>
            <a:r>
              <a:rPr lang="en-US" sz="1800" dirty="0">
                <a:effectLst/>
                <a:latin typeface="Cambria" panose="02040503050406030204" pitchFamily="18" charset="0"/>
                <a:ea typeface="MS Mincho" panose="02020609040205080304" pitchFamily="49" charset="-128"/>
                <a:cs typeface="Times New Roman" panose="02020603050405020304" pitchFamily="18" charset="0"/>
              </a:rPr>
              <a:t>3. Fill in Gig Details:</a:t>
            </a:r>
            <a:br>
              <a:rPr lang="en-US" sz="1800" dirty="0">
                <a:effectLst/>
                <a:latin typeface="Cambria" panose="02040503050406030204" pitchFamily="18" charset="0"/>
                <a:ea typeface="MS Mincho" panose="02020609040205080304" pitchFamily="49" charset="-128"/>
                <a:cs typeface="Times New Roman" panose="02020603050405020304" pitchFamily="18" charset="0"/>
              </a:rPr>
            </a:br>
            <a:r>
              <a:rPr lang="en-US" sz="1800" dirty="0">
                <a:effectLst/>
                <a:latin typeface="Cambria" panose="02040503050406030204" pitchFamily="18" charset="0"/>
                <a:ea typeface="MS Mincho" panose="02020609040205080304" pitchFamily="49" charset="-128"/>
                <a:cs typeface="Times New Roman" panose="02020603050405020304" pitchFamily="18" charset="0"/>
              </a:rPr>
              <a:t>- Title: Create a catchy and clear title. Example: 'I will design a creative logo for your business.'</a:t>
            </a:r>
            <a:br>
              <a:rPr lang="en-US" sz="1800" dirty="0">
                <a:effectLst/>
                <a:latin typeface="Cambria" panose="02040503050406030204" pitchFamily="18" charset="0"/>
                <a:ea typeface="MS Mincho" panose="02020609040205080304" pitchFamily="49" charset="-128"/>
                <a:cs typeface="Times New Roman" panose="02020603050405020304" pitchFamily="18" charset="0"/>
              </a:rPr>
            </a:br>
            <a:r>
              <a:rPr lang="en-US" sz="1800" dirty="0">
                <a:effectLst/>
                <a:latin typeface="Cambria" panose="02040503050406030204" pitchFamily="18" charset="0"/>
                <a:ea typeface="MS Mincho" panose="02020609040205080304" pitchFamily="49" charset="-128"/>
                <a:cs typeface="Times New Roman" panose="02020603050405020304" pitchFamily="18" charset="0"/>
              </a:rPr>
              <a:t>- Category: Choose a category that best fits your gig (e.g., Graphic Design, Writing, Digital Marketing).</a:t>
            </a:r>
            <a:br>
              <a:rPr lang="en-US" sz="1800" dirty="0">
                <a:effectLst/>
                <a:latin typeface="Cambria" panose="02040503050406030204" pitchFamily="18" charset="0"/>
                <a:ea typeface="MS Mincho" panose="02020609040205080304" pitchFamily="49" charset="-128"/>
                <a:cs typeface="Times New Roman" panose="02020603050405020304" pitchFamily="18" charset="0"/>
              </a:rPr>
            </a:br>
            <a:r>
              <a:rPr lang="en-US" sz="1800" dirty="0">
                <a:effectLst/>
                <a:latin typeface="Cambria" panose="02040503050406030204" pitchFamily="18" charset="0"/>
                <a:ea typeface="MS Mincho" panose="02020609040205080304" pitchFamily="49" charset="-128"/>
                <a:cs typeface="Times New Roman" panose="02020603050405020304" pitchFamily="18" charset="0"/>
              </a:rPr>
              <a:t>- Search Tags: Add keywords people might use to find your service (e.g., 'logo design,' 'creative logo').</a:t>
            </a:r>
            <a:br>
              <a:rPr lang="en-US" sz="1800" dirty="0">
                <a:effectLst/>
                <a:latin typeface="Cambria" panose="02040503050406030204" pitchFamily="18" charset="0"/>
                <a:ea typeface="MS Mincho" panose="02020609040205080304" pitchFamily="49" charset="-128"/>
                <a:cs typeface="Times New Roman" panose="02020603050405020304" pitchFamily="18" charset="0"/>
              </a:rPr>
            </a:br>
            <a:endParaRPr lang="en-US" dirty="0"/>
          </a:p>
        </p:txBody>
      </p:sp>
    </p:spTree>
    <p:extLst>
      <p:ext uri="{BB962C8B-B14F-4D97-AF65-F5344CB8AC3E}">
        <p14:creationId xmlns:p14="http://schemas.microsoft.com/office/powerpoint/2010/main" val="114490414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7204B5-FCEF-2D76-0AB1-58EA7367B1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8728D4-4F75-A341-89B8-7EE2FE625572}"/>
              </a:ext>
            </a:extLst>
          </p:cNvPr>
          <p:cNvSpPr>
            <a:spLocks noGrp="1"/>
          </p:cNvSpPr>
          <p:nvPr>
            <p:ph type="title"/>
          </p:nvPr>
        </p:nvSpPr>
        <p:spPr>
          <a:xfrm>
            <a:off x="721242" y="365125"/>
            <a:ext cx="10515600" cy="1472974"/>
          </a:xfrm>
          <a:noFill/>
        </p:spPr>
        <p:txBody>
          <a:bodyPr anchor="ctr"/>
          <a:lstStyle/>
          <a:p>
            <a:pPr algn="l">
              <a:spcAft>
                <a:spcPts val="900"/>
              </a:spcAft>
            </a:pPr>
            <a:r>
              <a:rPr lang="en-PK" b="1" i="0" dirty="0">
                <a:solidFill>
                  <a:srgbClr val="202124"/>
                </a:solidFill>
                <a:effectLst/>
                <a:latin typeface="Google Sans"/>
              </a:rPr>
              <a:t>Setting up your Fiverr </a:t>
            </a:r>
            <a:r>
              <a:rPr lang="en-US" b="1" i="0" dirty="0">
                <a:solidFill>
                  <a:srgbClr val="202124"/>
                </a:solidFill>
                <a:effectLst/>
                <a:latin typeface="Google Sans"/>
              </a:rPr>
              <a:t>P</a:t>
            </a:r>
            <a:r>
              <a:rPr lang="en-PK" b="1" i="0" dirty="0">
                <a:solidFill>
                  <a:srgbClr val="202124"/>
                </a:solidFill>
                <a:effectLst/>
                <a:latin typeface="Google Sans"/>
              </a:rPr>
              <a:t>rofile</a:t>
            </a:r>
            <a:endParaRPr lang="en-US" b="1" i="0" dirty="0">
              <a:solidFill>
                <a:srgbClr val="202124"/>
              </a:solidFill>
              <a:effectLst/>
              <a:latin typeface="Google Sans"/>
            </a:endParaRPr>
          </a:p>
        </p:txBody>
      </p:sp>
      <p:sp>
        <p:nvSpPr>
          <p:cNvPr id="3" name="Content Placeholder 2">
            <a:extLst>
              <a:ext uri="{FF2B5EF4-FFF2-40B4-BE49-F238E27FC236}">
                <a16:creationId xmlns:a16="http://schemas.microsoft.com/office/drawing/2014/main" id="{62B84F27-5882-AA7C-5804-D9D1B1270322}"/>
              </a:ext>
            </a:extLst>
          </p:cNvPr>
          <p:cNvSpPr>
            <a:spLocks noGrp="1"/>
          </p:cNvSpPr>
          <p:nvPr>
            <p:ph sz="quarter" idx="13"/>
          </p:nvPr>
        </p:nvSpPr>
        <p:spPr>
          <a:xfrm>
            <a:off x="838200" y="1838099"/>
            <a:ext cx="10283456" cy="4732822"/>
          </a:xfrm>
          <a:noFill/>
        </p:spPr>
        <p:txBody>
          <a:bodyPr vert="horz" lIns="91440" tIns="45720" rIns="91440" bIns="45720" rtlCol="0" anchor="t">
            <a:normAutofit fontScale="92500" lnSpcReduction="20000"/>
          </a:bodyPr>
          <a:lstStyle/>
          <a:p>
            <a:pPr marL="0" marR="0">
              <a:lnSpc>
                <a:spcPct val="150000"/>
              </a:lnSpc>
              <a:spcBef>
                <a:spcPts val="1000"/>
              </a:spcBef>
            </a:pPr>
            <a:r>
              <a:rPr lang="en-US" sz="1800" b="1" dirty="0">
                <a:solidFill>
                  <a:srgbClr val="4F81BD"/>
                </a:solidFill>
                <a:effectLst/>
                <a:latin typeface="Calibri" panose="020F0502020204030204" pitchFamily="34" charset="0"/>
                <a:ea typeface="MS Gothic" panose="020B0609070205080204" pitchFamily="49" charset="-128"/>
                <a:cs typeface="Times New Roman" panose="02020603050405020304" pitchFamily="18" charset="0"/>
              </a:rPr>
              <a:t>Step 3: Create Your First Gig</a:t>
            </a:r>
          </a:p>
          <a:p>
            <a:pPr marL="0" indent="0">
              <a:lnSpc>
                <a:spcPct val="150000"/>
              </a:lnSpc>
              <a:buNone/>
            </a:pPr>
            <a:r>
              <a:rPr lang="en-US" sz="1800" dirty="0">
                <a:effectLst/>
                <a:latin typeface="Cambria" panose="02040503050406030204" pitchFamily="18" charset="0"/>
                <a:ea typeface="MS Mincho" panose="02020609040205080304" pitchFamily="49" charset="-128"/>
                <a:cs typeface="Times New Roman" panose="02020603050405020304" pitchFamily="18" charset="0"/>
              </a:rPr>
              <a:t>4. Describe Your Service:</a:t>
            </a:r>
            <a:br>
              <a:rPr lang="en-US" sz="1800" dirty="0">
                <a:effectLst/>
                <a:latin typeface="Cambria" panose="02040503050406030204" pitchFamily="18" charset="0"/>
                <a:ea typeface="MS Mincho" panose="02020609040205080304" pitchFamily="49" charset="-128"/>
                <a:cs typeface="Times New Roman" panose="02020603050405020304" pitchFamily="18" charset="0"/>
              </a:rPr>
            </a:br>
            <a:r>
              <a:rPr lang="en-US" sz="1800" dirty="0">
                <a:effectLst/>
                <a:latin typeface="Cambria" panose="02040503050406030204" pitchFamily="18" charset="0"/>
                <a:ea typeface="MS Mincho" panose="02020609040205080304" pitchFamily="49" charset="-128"/>
                <a:cs typeface="Times New Roman" panose="02020603050405020304" pitchFamily="18" charset="0"/>
              </a:rPr>
              <a:t>- Write a detailed description of what you offer.</a:t>
            </a:r>
            <a:br>
              <a:rPr lang="en-US" sz="1800" dirty="0">
                <a:effectLst/>
                <a:latin typeface="Cambria" panose="02040503050406030204" pitchFamily="18" charset="0"/>
                <a:ea typeface="MS Mincho" panose="02020609040205080304" pitchFamily="49" charset="-128"/>
                <a:cs typeface="Times New Roman" panose="02020603050405020304" pitchFamily="18" charset="0"/>
              </a:rPr>
            </a:br>
            <a:r>
              <a:rPr lang="en-US" sz="1800" dirty="0">
                <a:effectLst/>
                <a:latin typeface="Cambria" panose="02040503050406030204" pitchFamily="18" charset="0"/>
                <a:ea typeface="MS Mincho" panose="02020609040205080304" pitchFamily="49" charset="-128"/>
                <a:cs typeface="Times New Roman" panose="02020603050405020304" pitchFamily="18" charset="0"/>
              </a:rPr>
              <a:t>- Include examples of your work, if possible.</a:t>
            </a:r>
            <a:br>
              <a:rPr lang="en-US" sz="1800" dirty="0">
                <a:effectLst/>
                <a:latin typeface="Cambria" panose="02040503050406030204" pitchFamily="18" charset="0"/>
                <a:ea typeface="MS Mincho" panose="02020609040205080304" pitchFamily="49" charset="-128"/>
                <a:cs typeface="Times New Roman" panose="02020603050405020304" pitchFamily="18" charset="0"/>
              </a:rPr>
            </a:br>
            <a:r>
              <a:rPr lang="en-US" sz="1800" dirty="0">
                <a:effectLst/>
                <a:latin typeface="Cambria" panose="02040503050406030204" pitchFamily="18" charset="0"/>
                <a:ea typeface="MS Mincho" panose="02020609040205080304" pitchFamily="49" charset="-128"/>
                <a:cs typeface="Times New Roman" panose="02020603050405020304" pitchFamily="18" charset="0"/>
              </a:rPr>
              <a:t>Example: 'I will design a professional logo tailored to your needs. I offer up to 3 revisions to ensure you are satisfied with the result.'</a:t>
            </a:r>
            <a:br>
              <a:rPr lang="en-US" sz="1800" dirty="0">
                <a:effectLst/>
                <a:latin typeface="Cambria" panose="02040503050406030204" pitchFamily="18" charset="0"/>
                <a:ea typeface="MS Mincho" panose="02020609040205080304" pitchFamily="49" charset="-128"/>
                <a:cs typeface="Times New Roman" panose="02020603050405020304" pitchFamily="18" charset="0"/>
              </a:rPr>
            </a:br>
            <a:r>
              <a:rPr lang="en-US" sz="1800" dirty="0">
                <a:effectLst/>
                <a:latin typeface="Cambria" panose="02040503050406030204" pitchFamily="18" charset="0"/>
                <a:ea typeface="MS Mincho" panose="02020609040205080304" pitchFamily="49" charset="-128"/>
                <a:cs typeface="Times New Roman" panose="02020603050405020304" pitchFamily="18" charset="0"/>
              </a:rPr>
              <a:t>5. Set Pricing: Choose a basic price that fits your experience (e.g., $5-$10 for starters). Offer additional services or faster delivery for higher prices.</a:t>
            </a:r>
            <a:br>
              <a:rPr lang="en-US" sz="1800" dirty="0">
                <a:effectLst/>
                <a:latin typeface="Cambria" panose="02040503050406030204" pitchFamily="18" charset="0"/>
                <a:ea typeface="MS Mincho" panose="02020609040205080304" pitchFamily="49" charset="-128"/>
                <a:cs typeface="Times New Roman" panose="02020603050405020304" pitchFamily="18" charset="0"/>
              </a:rPr>
            </a:br>
            <a:r>
              <a:rPr lang="en-US" sz="1800" dirty="0">
                <a:effectLst/>
                <a:latin typeface="Cambria" panose="02040503050406030204" pitchFamily="18" charset="0"/>
                <a:ea typeface="MS Mincho" panose="02020609040205080304" pitchFamily="49" charset="-128"/>
                <a:cs typeface="Times New Roman" panose="02020603050405020304" pitchFamily="18" charset="0"/>
              </a:rPr>
              <a:t>6. Upload Portfolio Samples (Optional): Add examples of your work to showcase your skills.</a:t>
            </a:r>
            <a:br>
              <a:rPr lang="en-US" sz="1800" dirty="0">
                <a:effectLst/>
                <a:latin typeface="Cambria" panose="02040503050406030204" pitchFamily="18" charset="0"/>
                <a:ea typeface="MS Mincho" panose="02020609040205080304" pitchFamily="49" charset="-128"/>
                <a:cs typeface="Times New Roman" panose="02020603050405020304" pitchFamily="18" charset="0"/>
              </a:rPr>
            </a:br>
            <a:r>
              <a:rPr lang="en-US" sz="1800" dirty="0">
                <a:effectLst/>
                <a:latin typeface="Cambria" panose="02040503050406030204" pitchFamily="18" charset="0"/>
                <a:ea typeface="MS Mincho" panose="02020609040205080304" pitchFamily="49" charset="-128"/>
                <a:cs typeface="Times New Roman" panose="02020603050405020304" pitchFamily="18" charset="0"/>
              </a:rPr>
              <a:t>7. Publish Your Gig: After completing the setup, click 'Publish' to make your gig live.</a:t>
            </a:r>
          </a:p>
          <a:p>
            <a:pPr marL="0" indent="0">
              <a:lnSpc>
                <a:spcPct val="150000"/>
              </a:lnSpc>
              <a:buNone/>
            </a:pPr>
            <a:br>
              <a:rPr lang="en-US" sz="1800" dirty="0">
                <a:effectLst/>
                <a:latin typeface="Cambria" panose="02040503050406030204" pitchFamily="18" charset="0"/>
                <a:ea typeface="MS Mincho" panose="02020609040205080304" pitchFamily="49" charset="-128"/>
                <a:cs typeface="Times New Roman" panose="02020603050405020304" pitchFamily="18" charset="0"/>
              </a:rPr>
            </a:br>
            <a:endParaRPr lang="en-US" dirty="0"/>
          </a:p>
        </p:txBody>
      </p:sp>
    </p:spTree>
    <p:extLst>
      <p:ext uri="{BB962C8B-B14F-4D97-AF65-F5344CB8AC3E}">
        <p14:creationId xmlns:p14="http://schemas.microsoft.com/office/powerpoint/2010/main" val="338075613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FA0AC3-45AF-518F-E5D8-39FCB25AED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125A18-B484-0D2A-DDA9-70C01C8ADDC7}"/>
              </a:ext>
            </a:extLst>
          </p:cNvPr>
          <p:cNvSpPr>
            <a:spLocks noGrp="1"/>
          </p:cNvSpPr>
          <p:nvPr>
            <p:ph type="title"/>
          </p:nvPr>
        </p:nvSpPr>
        <p:spPr>
          <a:xfrm>
            <a:off x="721242" y="365125"/>
            <a:ext cx="10515600" cy="1472974"/>
          </a:xfrm>
          <a:noFill/>
        </p:spPr>
        <p:txBody>
          <a:bodyPr anchor="ctr"/>
          <a:lstStyle/>
          <a:p>
            <a:pPr algn="l">
              <a:spcAft>
                <a:spcPts val="900"/>
              </a:spcAft>
            </a:pPr>
            <a:r>
              <a:rPr lang="en-PK" b="1" i="0" dirty="0">
                <a:solidFill>
                  <a:srgbClr val="202124"/>
                </a:solidFill>
                <a:effectLst/>
                <a:latin typeface="Google Sans"/>
              </a:rPr>
              <a:t>Setting up your Fiverr </a:t>
            </a:r>
            <a:r>
              <a:rPr lang="en-US" b="1" i="0" dirty="0">
                <a:solidFill>
                  <a:srgbClr val="202124"/>
                </a:solidFill>
                <a:effectLst/>
                <a:latin typeface="Google Sans"/>
              </a:rPr>
              <a:t>P</a:t>
            </a:r>
            <a:r>
              <a:rPr lang="en-PK" b="1" i="0" dirty="0">
                <a:solidFill>
                  <a:srgbClr val="202124"/>
                </a:solidFill>
                <a:effectLst/>
                <a:latin typeface="Google Sans"/>
              </a:rPr>
              <a:t>rofile</a:t>
            </a:r>
            <a:endParaRPr lang="en-US" b="1" i="0" dirty="0">
              <a:solidFill>
                <a:srgbClr val="202124"/>
              </a:solidFill>
              <a:effectLst/>
              <a:latin typeface="Google Sans"/>
            </a:endParaRPr>
          </a:p>
        </p:txBody>
      </p:sp>
      <p:sp>
        <p:nvSpPr>
          <p:cNvPr id="3" name="Content Placeholder 2">
            <a:extLst>
              <a:ext uri="{FF2B5EF4-FFF2-40B4-BE49-F238E27FC236}">
                <a16:creationId xmlns:a16="http://schemas.microsoft.com/office/drawing/2014/main" id="{BD43363E-8D6F-2441-EFD7-3E9E247E7918}"/>
              </a:ext>
            </a:extLst>
          </p:cNvPr>
          <p:cNvSpPr>
            <a:spLocks noGrp="1"/>
          </p:cNvSpPr>
          <p:nvPr>
            <p:ph sz="quarter" idx="13"/>
          </p:nvPr>
        </p:nvSpPr>
        <p:spPr>
          <a:xfrm>
            <a:off x="838200" y="1838099"/>
            <a:ext cx="10283456" cy="4732822"/>
          </a:xfrm>
          <a:noFill/>
        </p:spPr>
        <p:txBody>
          <a:bodyPr vert="horz" lIns="91440" tIns="45720" rIns="91440" bIns="45720" rtlCol="0" anchor="t">
            <a:normAutofit/>
          </a:bodyPr>
          <a:lstStyle/>
          <a:p>
            <a:pPr marL="0" marR="0">
              <a:lnSpc>
                <a:spcPct val="115000"/>
              </a:lnSpc>
              <a:spcBef>
                <a:spcPts val="1000"/>
              </a:spcBef>
            </a:pPr>
            <a:r>
              <a:rPr lang="en-US" sz="1800" b="1" dirty="0">
                <a:solidFill>
                  <a:srgbClr val="4F81BD"/>
                </a:solidFill>
                <a:effectLst/>
                <a:latin typeface="Calibri" panose="020F0502020204030204" pitchFamily="34" charset="0"/>
                <a:ea typeface="MS Gothic" panose="020B0609070205080204" pitchFamily="49" charset="-128"/>
                <a:cs typeface="Times New Roman" panose="02020603050405020304" pitchFamily="18" charset="0"/>
              </a:rPr>
              <a:t>Step 4: Build Your Reputation</a:t>
            </a:r>
          </a:p>
          <a:p>
            <a:pPr marL="0" marR="0">
              <a:lnSpc>
                <a:spcPct val="115000"/>
              </a:lnSpc>
              <a:spcAft>
                <a:spcPts val="1000"/>
              </a:spcAft>
            </a:pPr>
            <a:r>
              <a:rPr lang="en-US" sz="1800" dirty="0">
                <a:effectLst/>
                <a:latin typeface="Cambria" panose="02040503050406030204" pitchFamily="18" charset="0"/>
                <a:ea typeface="MS Mincho" panose="02020609040205080304" pitchFamily="49" charset="-128"/>
                <a:cs typeface="Times New Roman" panose="02020603050405020304" pitchFamily="18" charset="0"/>
              </a:rPr>
              <a:t>1. Promote Your Gig:</a:t>
            </a:r>
            <a:br>
              <a:rPr lang="en-US" sz="1800" dirty="0">
                <a:effectLst/>
                <a:latin typeface="Cambria" panose="02040503050406030204" pitchFamily="18" charset="0"/>
                <a:ea typeface="MS Mincho" panose="02020609040205080304" pitchFamily="49" charset="-128"/>
                <a:cs typeface="Times New Roman" panose="02020603050405020304" pitchFamily="18" charset="0"/>
              </a:rPr>
            </a:br>
            <a:r>
              <a:rPr lang="en-US" sz="1800" dirty="0">
                <a:effectLst/>
                <a:latin typeface="Cambria" panose="02040503050406030204" pitchFamily="18" charset="0"/>
                <a:ea typeface="MS Mincho" panose="02020609040205080304" pitchFamily="49" charset="-128"/>
                <a:cs typeface="Times New Roman" panose="02020603050405020304" pitchFamily="18" charset="0"/>
              </a:rPr>
              <a:t>	- Share your gig link on social media platforms or with friends and family.</a:t>
            </a:r>
            <a:br>
              <a:rPr lang="en-US" sz="1800" dirty="0">
                <a:effectLst/>
                <a:latin typeface="Cambria" panose="02040503050406030204" pitchFamily="18" charset="0"/>
                <a:ea typeface="MS Mincho" panose="02020609040205080304" pitchFamily="49" charset="-128"/>
                <a:cs typeface="Times New Roman" panose="02020603050405020304" pitchFamily="18" charset="0"/>
              </a:rPr>
            </a:br>
            <a:r>
              <a:rPr lang="en-US" sz="1800" dirty="0">
                <a:effectLst/>
                <a:latin typeface="Cambria" panose="02040503050406030204" pitchFamily="18" charset="0"/>
                <a:ea typeface="MS Mincho" panose="02020609040205080304" pitchFamily="49" charset="-128"/>
                <a:cs typeface="Times New Roman" panose="02020603050405020304" pitchFamily="18" charset="0"/>
              </a:rPr>
              <a:t>      2. Respond Quickly to Messages:</a:t>
            </a:r>
            <a:br>
              <a:rPr lang="en-US" sz="1800" dirty="0">
                <a:effectLst/>
                <a:latin typeface="Cambria" panose="02040503050406030204" pitchFamily="18" charset="0"/>
                <a:ea typeface="MS Mincho" panose="02020609040205080304" pitchFamily="49" charset="-128"/>
                <a:cs typeface="Times New Roman" panose="02020603050405020304" pitchFamily="18" charset="0"/>
              </a:rPr>
            </a:br>
            <a:r>
              <a:rPr lang="en-US" sz="1800" dirty="0">
                <a:effectLst/>
                <a:latin typeface="Cambria" panose="02040503050406030204" pitchFamily="18" charset="0"/>
                <a:ea typeface="MS Mincho" panose="02020609040205080304" pitchFamily="49" charset="-128"/>
                <a:cs typeface="Times New Roman" panose="02020603050405020304" pitchFamily="18" charset="0"/>
              </a:rPr>
              <a:t>	- Be professional and polite when interacting with potential buyers.</a:t>
            </a:r>
            <a:br>
              <a:rPr lang="en-US" sz="1800" dirty="0">
                <a:effectLst/>
                <a:latin typeface="Cambria" panose="02040503050406030204" pitchFamily="18" charset="0"/>
                <a:ea typeface="MS Mincho" panose="02020609040205080304" pitchFamily="49" charset="-128"/>
                <a:cs typeface="Times New Roman" panose="02020603050405020304" pitchFamily="18" charset="0"/>
              </a:rPr>
            </a:br>
            <a:r>
              <a:rPr lang="en-US" sz="1800" dirty="0">
                <a:effectLst/>
                <a:latin typeface="Cambria" panose="02040503050406030204" pitchFamily="18" charset="0"/>
                <a:ea typeface="MS Mincho" panose="02020609040205080304" pitchFamily="49" charset="-128"/>
                <a:cs typeface="Times New Roman" panose="02020603050405020304" pitchFamily="18" charset="0"/>
              </a:rPr>
              <a:t>      3. Deliver High-Quality Work:</a:t>
            </a:r>
            <a:br>
              <a:rPr lang="en-US" sz="1800" dirty="0">
                <a:effectLst/>
                <a:latin typeface="Cambria" panose="02040503050406030204" pitchFamily="18" charset="0"/>
                <a:ea typeface="MS Mincho" panose="02020609040205080304" pitchFamily="49" charset="-128"/>
                <a:cs typeface="Times New Roman" panose="02020603050405020304" pitchFamily="18" charset="0"/>
              </a:rPr>
            </a:br>
            <a:r>
              <a:rPr lang="en-US" sz="1800" dirty="0">
                <a:effectLst/>
                <a:latin typeface="Cambria" panose="02040503050406030204" pitchFamily="18" charset="0"/>
                <a:ea typeface="MS Mincho" panose="02020609040205080304" pitchFamily="49" charset="-128"/>
                <a:cs typeface="Times New Roman" panose="02020603050405020304" pitchFamily="18" charset="0"/>
              </a:rPr>
              <a:t>	- Ensure your work meets or exceeds client expectations.</a:t>
            </a:r>
            <a:br>
              <a:rPr lang="en-US" sz="1800" dirty="0">
                <a:effectLst/>
                <a:latin typeface="Cambria" panose="02040503050406030204" pitchFamily="18" charset="0"/>
                <a:ea typeface="MS Mincho" panose="02020609040205080304" pitchFamily="49" charset="-128"/>
                <a:cs typeface="Times New Roman" panose="02020603050405020304" pitchFamily="18" charset="0"/>
              </a:rPr>
            </a:br>
            <a:r>
              <a:rPr lang="en-US" sz="1800" dirty="0">
                <a:effectLst/>
                <a:latin typeface="Cambria" panose="02040503050406030204" pitchFamily="18" charset="0"/>
                <a:ea typeface="MS Mincho" panose="02020609040205080304" pitchFamily="49" charset="-128"/>
                <a:cs typeface="Times New Roman" panose="02020603050405020304" pitchFamily="18" charset="0"/>
              </a:rPr>
              <a:t>	- Deliver on time.</a:t>
            </a:r>
            <a:br>
              <a:rPr lang="en-US" sz="1800" dirty="0">
                <a:effectLst/>
                <a:latin typeface="Cambria" panose="02040503050406030204" pitchFamily="18" charset="0"/>
                <a:ea typeface="MS Mincho" panose="02020609040205080304" pitchFamily="49" charset="-128"/>
                <a:cs typeface="Times New Roman" panose="02020603050405020304" pitchFamily="18" charset="0"/>
              </a:rPr>
            </a:br>
            <a:r>
              <a:rPr lang="en-US" sz="1800" dirty="0">
                <a:effectLst/>
                <a:latin typeface="Cambria" panose="02040503050406030204" pitchFamily="18" charset="0"/>
                <a:ea typeface="MS Mincho" panose="02020609040205080304" pitchFamily="49" charset="-128"/>
                <a:cs typeface="Times New Roman" panose="02020603050405020304" pitchFamily="18" charset="0"/>
              </a:rPr>
              <a:t>      4. Request Reviews:</a:t>
            </a:r>
            <a:br>
              <a:rPr lang="en-US" sz="1800" dirty="0">
                <a:effectLst/>
                <a:latin typeface="Cambria" panose="02040503050406030204" pitchFamily="18" charset="0"/>
                <a:ea typeface="MS Mincho" panose="02020609040205080304" pitchFamily="49" charset="-128"/>
                <a:cs typeface="Times New Roman" panose="02020603050405020304" pitchFamily="18" charset="0"/>
              </a:rPr>
            </a:br>
            <a:r>
              <a:rPr lang="en-US" sz="1800" dirty="0">
                <a:effectLst/>
                <a:latin typeface="Cambria" panose="02040503050406030204" pitchFamily="18" charset="0"/>
                <a:ea typeface="MS Mincho" panose="02020609040205080304" pitchFamily="49" charset="-128"/>
                <a:cs typeface="Times New Roman" panose="02020603050405020304" pitchFamily="18" charset="0"/>
              </a:rPr>
              <a:t>	- Politely ask your clients to leave a review after completing a project.</a:t>
            </a:r>
          </a:p>
        </p:txBody>
      </p:sp>
    </p:spTree>
    <p:extLst>
      <p:ext uri="{BB962C8B-B14F-4D97-AF65-F5344CB8AC3E}">
        <p14:creationId xmlns:p14="http://schemas.microsoft.com/office/powerpoint/2010/main" val="146004032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747B54-D3CA-1EBA-303F-B58E19E6AB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60C750-4CBA-59CA-EDA5-3E92C17C841B}"/>
              </a:ext>
            </a:extLst>
          </p:cNvPr>
          <p:cNvSpPr>
            <a:spLocks noGrp="1"/>
          </p:cNvSpPr>
          <p:nvPr>
            <p:ph type="title"/>
          </p:nvPr>
        </p:nvSpPr>
        <p:spPr>
          <a:xfrm>
            <a:off x="721242" y="365125"/>
            <a:ext cx="10515600" cy="1472974"/>
          </a:xfrm>
          <a:noFill/>
        </p:spPr>
        <p:txBody>
          <a:bodyPr anchor="ctr"/>
          <a:lstStyle/>
          <a:p>
            <a:pPr algn="l">
              <a:spcAft>
                <a:spcPts val="900"/>
              </a:spcAft>
            </a:pPr>
            <a:r>
              <a:rPr lang="en-PK" b="1" i="0" dirty="0">
                <a:solidFill>
                  <a:srgbClr val="202124"/>
                </a:solidFill>
                <a:effectLst/>
                <a:latin typeface="Google Sans"/>
              </a:rPr>
              <a:t>Setting up your Fiverr </a:t>
            </a:r>
            <a:r>
              <a:rPr lang="en-US" b="1" i="0" dirty="0">
                <a:solidFill>
                  <a:srgbClr val="202124"/>
                </a:solidFill>
                <a:effectLst/>
                <a:latin typeface="Google Sans"/>
              </a:rPr>
              <a:t>P</a:t>
            </a:r>
            <a:r>
              <a:rPr lang="en-PK" b="1" i="0" dirty="0">
                <a:solidFill>
                  <a:srgbClr val="202124"/>
                </a:solidFill>
                <a:effectLst/>
                <a:latin typeface="Google Sans"/>
              </a:rPr>
              <a:t>rofile</a:t>
            </a:r>
            <a:endParaRPr lang="en-PK" b="0" i="0" dirty="0">
              <a:solidFill>
                <a:srgbClr val="202124"/>
              </a:solidFill>
              <a:effectLst/>
              <a:latin typeface="Google Sans"/>
            </a:endParaRPr>
          </a:p>
        </p:txBody>
      </p:sp>
      <p:sp>
        <p:nvSpPr>
          <p:cNvPr id="3" name="Content Placeholder 2">
            <a:extLst>
              <a:ext uri="{FF2B5EF4-FFF2-40B4-BE49-F238E27FC236}">
                <a16:creationId xmlns:a16="http://schemas.microsoft.com/office/drawing/2014/main" id="{BD9AEA09-E799-9DF7-4FBF-2EA010530ECB}"/>
              </a:ext>
            </a:extLst>
          </p:cNvPr>
          <p:cNvSpPr>
            <a:spLocks noGrp="1"/>
          </p:cNvSpPr>
          <p:nvPr>
            <p:ph sz="quarter" idx="13"/>
          </p:nvPr>
        </p:nvSpPr>
        <p:spPr>
          <a:xfrm>
            <a:off x="838200" y="1838099"/>
            <a:ext cx="9283995" cy="4284889"/>
          </a:xfrm>
          <a:noFill/>
        </p:spPr>
        <p:txBody>
          <a:bodyPr vert="horz" lIns="91440" tIns="45720" rIns="91440" bIns="45720" rtlCol="0" anchor="t">
            <a:normAutofit/>
          </a:bodyPr>
          <a:lstStyle/>
          <a:p>
            <a:pPr algn="l">
              <a:spcAft>
                <a:spcPts val="300"/>
              </a:spcAft>
              <a:buFont typeface="+mj-lt"/>
              <a:buAutoNum type="arabicPeriod"/>
            </a:pPr>
            <a:r>
              <a:rPr lang="en-US" b="0" i="0" dirty="0">
                <a:solidFill>
                  <a:srgbClr val="202124"/>
                </a:solidFill>
                <a:effectLst/>
                <a:latin typeface="Arial" panose="020B0604020202020204" pitchFamily="34" charset="0"/>
              </a:rPr>
              <a:t>A portfolio is a showcase of your skills and past work, which helps potential clients trust your abilities.  Follow these steps to create a strong portfolio for your Fiverr profile:</a:t>
            </a:r>
          </a:p>
          <a:p>
            <a:pPr lvl="1">
              <a:spcAft>
                <a:spcPts val="300"/>
              </a:spcAft>
              <a:buFont typeface="+mj-lt"/>
              <a:buAutoNum type="arabicPeriod"/>
            </a:pPr>
            <a:r>
              <a:rPr lang="en-US" b="0" i="0" dirty="0">
                <a:solidFill>
                  <a:srgbClr val="202124"/>
                </a:solidFill>
                <a:effectLst/>
                <a:latin typeface="Arial" panose="020B0604020202020204" pitchFamily="34" charset="0"/>
              </a:rPr>
              <a:t>Identify Your Skills:</a:t>
            </a:r>
          </a:p>
          <a:p>
            <a:pPr lvl="1">
              <a:spcAft>
                <a:spcPts val="300"/>
              </a:spcAft>
              <a:buFont typeface="+mj-lt"/>
              <a:buAutoNum type="arabicPeriod"/>
            </a:pPr>
            <a:r>
              <a:rPr lang="en-US" b="0" i="0" dirty="0">
                <a:solidFill>
                  <a:srgbClr val="202124"/>
                </a:solidFill>
                <a:effectLst/>
                <a:latin typeface="Arial" panose="020B0604020202020204" pitchFamily="34" charset="0"/>
              </a:rPr>
              <a:t>List the services you plan to offer, such as graphic design, writing, or web development.</a:t>
            </a:r>
          </a:p>
          <a:p>
            <a:pPr lvl="1">
              <a:spcAft>
                <a:spcPts val="300"/>
              </a:spcAft>
              <a:buFont typeface="+mj-lt"/>
              <a:buAutoNum type="arabicPeriod"/>
            </a:pPr>
            <a:r>
              <a:rPr lang="en-US" b="0" i="0" dirty="0">
                <a:solidFill>
                  <a:srgbClr val="202124"/>
                </a:solidFill>
                <a:effectLst/>
                <a:latin typeface="Arial" panose="020B0604020202020204" pitchFamily="34" charset="0"/>
              </a:rPr>
              <a:t>Focus on your strongest and most marketable skills.</a:t>
            </a:r>
          </a:p>
          <a:p>
            <a:pPr lvl="1">
              <a:spcAft>
                <a:spcPts val="300"/>
              </a:spcAft>
              <a:buFont typeface="+mj-lt"/>
              <a:buAutoNum type="arabicPeriod"/>
            </a:pPr>
            <a:r>
              <a:rPr lang="en-US" b="0" i="0" dirty="0">
                <a:solidFill>
                  <a:srgbClr val="202124"/>
                </a:solidFill>
                <a:effectLst/>
                <a:latin typeface="Arial" panose="020B0604020202020204" pitchFamily="34" charset="0"/>
              </a:rPr>
              <a:t>Create Sample Work:</a:t>
            </a:r>
          </a:p>
          <a:p>
            <a:pPr lvl="2">
              <a:spcAft>
                <a:spcPts val="300"/>
              </a:spcAft>
              <a:buFont typeface="+mj-lt"/>
              <a:buAutoNum type="arabicPeriod"/>
            </a:pPr>
            <a:r>
              <a:rPr lang="en-US" b="0" i="0" dirty="0">
                <a:solidFill>
                  <a:srgbClr val="202124"/>
                </a:solidFill>
                <a:effectLst/>
                <a:latin typeface="Arial" panose="020B0604020202020204" pitchFamily="34" charset="0"/>
              </a:rPr>
              <a:t>If you don't have previous projects, create mock examples related to your services.</a:t>
            </a:r>
          </a:p>
          <a:p>
            <a:pPr lvl="2">
              <a:spcAft>
                <a:spcPts val="300"/>
              </a:spcAft>
              <a:buFont typeface="+mj-lt"/>
              <a:buAutoNum type="arabicPeriod"/>
            </a:pPr>
            <a:r>
              <a:rPr lang="en-US" b="0" i="0" dirty="0">
                <a:solidFill>
                  <a:srgbClr val="202124"/>
                </a:solidFill>
                <a:effectLst/>
                <a:latin typeface="Arial" panose="020B0604020202020204" pitchFamily="34" charset="0"/>
              </a:rPr>
              <a:t>For example, design a logo for a fictional company or write a sample blog post.</a:t>
            </a:r>
          </a:p>
          <a:p>
            <a:pPr lvl="2">
              <a:spcAft>
                <a:spcPts val="300"/>
              </a:spcAft>
              <a:buFont typeface="+mj-lt"/>
              <a:buAutoNum type="arabicPeriod"/>
            </a:pPr>
            <a:r>
              <a:rPr lang="en-US" b="0" i="0" dirty="0">
                <a:solidFill>
                  <a:srgbClr val="202124"/>
                </a:solidFill>
                <a:effectLst/>
                <a:latin typeface="Arial" panose="020B0604020202020204" pitchFamily="34" charset="0"/>
              </a:rPr>
              <a:t>Use Free Tools (If Needed):</a:t>
            </a:r>
          </a:p>
          <a:p>
            <a:pPr lvl="2">
              <a:spcAft>
                <a:spcPts val="300"/>
              </a:spcAft>
              <a:buFont typeface="+mj-lt"/>
              <a:buAutoNum type="arabicPeriod"/>
            </a:pPr>
            <a:r>
              <a:rPr lang="en-US" b="0" i="0" dirty="0">
                <a:solidFill>
                  <a:srgbClr val="202124"/>
                </a:solidFill>
                <a:effectLst/>
                <a:latin typeface="Arial" panose="020B0604020202020204" pitchFamily="34" charset="0"/>
              </a:rPr>
              <a:t>Utilize free tools to create high-quality work, such as Canva for design, Google Docs for writing, or Figma for UI/UX design.</a:t>
            </a:r>
          </a:p>
          <a:p>
            <a:pPr lvl="1">
              <a:spcAft>
                <a:spcPts val="300"/>
              </a:spcAft>
              <a:buFont typeface="+mj-lt"/>
              <a:buAutoNum type="arabicPeriod"/>
            </a:pPr>
            <a:r>
              <a:rPr lang="en-US" b="0" i="0" dirty="0">
                <a:solidFill>
                  <a:srgbClr val="202124"/>
                </a:solidFill>
                <a:effectLst/>
                <a:latin typeface="Arial" panose="020B0604020202020204" pitchFamily="34" charset="0"/>
              </a:rPr>
              <a:t>Ensure your samples are visually appealing and error-free.</a:t>
            </a:r>
          </a:p>
          <a:p>
            <a:pPr algn="l">
              <a:spcAft>
                <a:spcPts val="300"/>
              </a:spcAft>
              <a:buFont typeface="+mj-lt"/>
              <a:buAutoNum type="arabicPeriod"/>
            </a:pPr>
            <a:endParaRPr lang="en-US" b="0" i="0" dirty="0">
              <a:solidFill>
                <a:srgbClr val="202124"/>
              </a:solidFill>
              <a:effectLst/>
              <a:latin typeface="Arial" panose="020B0604020202020204" pitchFamily="34" charset="0"/>
            </a:endParaRPr>
          </a:p>
        </p:txBody>
      </p:sp>
    </p:spTree>
    <p:extLst>
      <p:ext uri="{BB962C8B-B14F-4D97-AF65-F5344CB8AC3E}">
        <p14:creationId xmlns:p14="http://schemas.microsoft.com/office/powerpoint/2010/main" val="446380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6131B2-A53C-32FB-8ABC-82E5210D3F0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99D7BA-C340-7D36-B239-5D34F06D66FB}"/>
              </a:ext>
            </a:extLst>
          </p:cNvPr>
          <p:cNvSpPr>
            <a:spLocks noGrp="1"/>
          </p:cNvSpPr>
          <p:nvPr>
            <p:ph type="title"/>
          </p:nvPr>
        </p:nvSpPr>
        <p:spPr>
          <a:xfrm>
            <a:off x="721242" y="365125"/>
            <a:ext cx="10515600" cy="1472974"/>
          </a:xfrm>
          <a:noFill/>
        </p:spPr>
        <p:txBody>
          <a:bodyPr anchor="ctr"/>
          <a:lstStyle/>
          <a:p>
            <a:pPr algn="l">
              <a:spcAft>
                <a:spcPts val="900"/>
              </a:spcAft>
            </a:pPr>
            <a:r>
              <a:rPr lang="en-PK" b="1" i="0" dirty="0">
                <a:solidFill>
                  <a:srgbClr val="202124"/>
                </a:solidFill>
                <a:effectLst/>
                <a:latin typeface="Google Sans"/>
              </a:rPr>
              <a:t>Setting up your Fiverr </a:t>
            </a:r>
            <a:r>
              <a:rPr lang="en-US" b="1" i="0" dirty="0">
                <a:solidFill>
                  <a:srgbClr val="202124"/>
                </a:solidFill>
                <a:effectLst/>
                <a:latin typeface="Google Sans"/>
              </a:rPr>
              <a:t>P</a:t>
            </a:r>
            <a:r>
              <a:rPr lang="en-PK" b="1" i="0" dirty="0">
                <a:solidFill>
                  <a:srgbClr val="202124"/>
                </a:solidFill>
                <a:effectLst/>
                <a:latin typeface="Google Sans"/>
              </a:rPr>
              <a:t>rofile</a:t>
            </a:r>
            <a:endParaRPr lang="en-PK" b="0" i="0" dirty="0">
              <a:solidFill>
                <a:srgbClr val="202124"/>
              </a:solidFill>
              <a:effectLst/>
              <a:latin typeface="Google Sans"/>
            </a:endParaRPr>
          </a:p>
        </p:txBody>
      </p:sp>
      <p:sp>
        <p:nvSpPr>
          <p:cNvPr id="3" name="Content Placeholder 2">
            <a:extLst>
              <a:ext uri="{FF2B5EF4-FFF2-40B4-BE49-F238E27FC236}">
                <a16:creationId xmlns:a16="http://schemas.microsoft.com/office/drawing/2014/main" id="{152899C8-FB35-43C2-6723-66F3B47F9024}"/>
              </a:ext>
            </a:extLst>
          </p:cNvPr>
          <p:cNvSpPr>
            <a:spLocks noGrp="1"/>
          </p:cNvSpPr>
          <p:nvPr>
            <p:ph sz="quarter" idx="13"/>
          </p:nvPr>
        </p:nvSpPr>
        <p:spPr>
          <a:xfrm>
            <a:off x="838200" y="1594884"/>
            <a:ext cx="9283995" cy="5103628"/>
          </a:xfrm>
          <a:noFill/>
        </p:spPr>
        <p:txBody>
          <a:bodyPr vert="horz" lIns="91440" tIns="45720" rIns="91440" bIns="45720" rtlCol="0" anchor="t">
            <a:normAutofit/>
          </a:bodyPr>
          <a:lstStyle/>
          <a:p>
            <a:pPr marL="342900" indent="-342900" algn="l">
              <a:spcAft>
                <a:spcPts val="300"/>
              </a:spcAft>
              <a:buFont typeface="+mj-lt"/>
              <a:buAutoNum type="arabicPeriod" startAt="6"/>
            </a:pPr>
            <a:r>
              <a:rPr lang="en-US" sz="1500" b="0" i="0" dirty="0">
                <a:solidFill>
                  <a:srgbClr val="202124"/>
                </a:solidFill>
                <a:effectLst/>
                <a:latin typeface="Arial" panose="020B0604020202020204" pitchFamily="34" charset="0"/>
              </a:rPr>
              <a:t>Upload Your Portfolio to Fiverr:</a:t>
            </a:r>
          </a:p>
          <a:p>
            <a:pPr lvl="1">
              <a:spcAft>
                <a:spcPts val="300"/>
              </a:spcAft>
              <a:buFont typeface="+mj-lt"/>
              <a:buAutoNum type="arabicPeriod"/>
            </a:pPr>
            <a:r>
              <a:rPr lang="en-US" sz="1500" b="0" i="0" dirty="0">
                <a:solidFill>
                  <a:srgbClr val="202124"/>
                </a:solidFill>
                <a:effectLst/>
                <a:latin typeface="Arial" panose="020B0604020202020204" pitchFamily="34" charset="0"/>
              </a:rPr>
              <a:t>Go to your Fiverr profile settings and navigate to the portfolio section.</a:t>
            </a:r>
          </a:p>
          <a:p>
            <a:pPr lvl="1">
              <a:spcAft>
                <a:spcPts val="300"/>
              </a:spcAft>
              <a:buFont typeface="+mj-lt"/>
              <a:buAutoNum type="arabicPeriod"/>
            </a:pPr>
            <a:r>
              <a:rPr lang="en-US" sz="1500" b="0" i="0" dirty="0">
                <a:solidFill>
                  <a:srgbClr val="202124"/>
                </a:solidFill>
                <a:effectLst/>
                <a:latin typeface="Arial" panose="020B0604020202020204" pitchFamily="34" charset="0"/>
              </a:rPr>
              <a:t>Upload your samples with a clear title and description.</a:t>
            </a:r>
          </a:p>
          <a:p>
            <a:pPr lvl="1">
              <a:spcAft>
                <a:spcPts val="300"/>
              </a:spcAft>
              <a:buFont typeface="+mj-lt"/>
              <a:buAutoNum type="arabicPeriod"/>
            </a:pPr>
            <a:r>
              <a:rPr lang="en-US" sz="1500" b="0" i="0" dirty="0">
                <a:solidFill>
                  <a:srgbClr val="202124"/>
                </a:solidFill>
                <a:effectLst/>
                <a:latin typeface="Arial" panose="020B0604020202020204" pitchFamily="34" charset="0"/>
              </a:rPr>
              <a:t>Highlight what makes each sample unique or valuable.</a:t>
            </a:r>
          </a:p>
          <a:p>
            <a:pPr algn="l">
              <a:spcAft>
                <a:spcPts val="300"/>
              </a:spcAft>
              <a:buFont typeface="+mj-lt"/>
              <a:buAutoNum type="arabicPeriod" startAt="6"/>
            </a:pPr>
            <a:r>
              <a:rPr lang="en-US" sz="1500" b="0" i="0" dirty="0">
                <a:solidFill>
                  <a:srgbClr val="202124"/>
                </a:solidFill>
                <a:effectLst/>
                <a:latin typeface="Arial" panose="020B0604020202020204" pitchFamily="34" charset="0"/>
              </a:rPr>
              <a:t>Keep Updating Your Portfolio:</a:t>
            </a:r>
          </a:p>
          <a:p>
            <a:pPr lvl="1">
              <a:spcAft>
                <a:spcPts val="300"/>
              </a:spcAft>
              <a:buFont typeface="+mj-lt"/>
              <a:buAutoNum type="arabicPeriod"/>
            </a:pPr>
            <a:r>
              <a:rPr lang="en-US" sz="1500" b="0" i="0" dirty="0">
                <a:solidFill>
                  <a:srgbClr val="202124"/>
                </a:solidFill>
                <a:effectLst/>
                <a:latin typeface="Arial" panose="020B0604020202020204" pitchFamily="34" charset="0"/>
              </a:rPr>
              <a:t>As you complete more projects on Fiverr, update your portfolio with new examples.</a:t>
            </a:r>
          </a:p>
          <a:p>
            <a:pPr lvl="1">
              <a:spcAft>
                <a:spcPts val="300"/>
              </a:spcAft>
              <a:buFont typeface="+mj-lt"/>
              <a:buAutoNum type="arabicPeriod"/>
            </a:pPr>
            <a:r>
              <a:rPr lang="en-US" sz="1500" b="0" i="0" dirty="0">
                <a:solidFill>
                  <a:srgbClr val="202124"/>
                </a:solidFill>
                <a:effectLst/>
                <a:latin typeface="Arial" panose="020B0604020202020204" pitchFamily="34" charset="0"/>
              </a:rPr>
              <a:t>Remove older samples that no longer represent your best work.</a:t>
            </a:r>
          </a:p>
          <a:p>
            <a:pPr algn="l">
              <a:spcAft>
                <a:spcPts val="300"/>
              </a:spcAft>
              <a:buFont typeface="+mj-lt"/>
              <a:buAutoNum type="arabicPeriod" startAt="6"/>
            </a:pPr>
            <a:r>
              <a:rPr lang="en-US" sz="1500" b="0" i="0" dirty="0">
                <a:solidFill>
                  <a:srgbClr val="202124"/>
                </a:solidFill>
                <a:effectLst/>
                <a:latin typeface="Arial" panose="020B0604020202020204" pitchFamily="34" charset="0"/>
              </a:rPr>
              <a:t>Include a Variety of Work:</a:t>
            </a:r>
          </a:p>
          <a:p>
            <a:pPr algn="l">
              <a:spcAft>
                <a:spcPts val="300"/>
              </a:spcAft>
              <a:buFont typeface="+mj-lt"/>
              <a:buAutoNum type="arabicPeriod" startAt="6"/>
            </a:pPr>
            <a:r>
              <a:rPr lang="en-US" sz="1500" b="0" i="0" dirty="0">
                <a:solidFill>
                  <a:srgbClr val="202124"/>
                </a:solidFill>
                <a:effectLst/>
                <a:latin typeface="Arial" panose="020B0604020202020204" pitchFamily="34" charset="0"/>
              </a:rPr>
              <a:t>Show diversity in your samples to appeal to a broader audience.</a:t>
            </a:r>
          </a:p>
          <a:p>
            <a:pPr lvl="1">
              <a:spcAft>
                <a:spcPts val="300"/>
              </a:spcAft>
              <a:buFont typeface="+mj-lt"/>
              <a:buAutoNum type="arabicPeriod"/>
            </a:pPr>
            <a:r>
              <a:rPr lang="en-US" sz="1500" b="0" i="0" dirty="0">
                <a:solidFill>
                  <a:srgbClr val="202124"/>
                </a:solidFill>
                <a:effectLst/>
                <a:latin typeface="Arial" panose="020B0604020202020204" pitchFamily="34" charset="0"/>
              </a:rPr>
              <a:t>For example, if you're a graphic designer, include logos, banners, and social media posts</a:t>
            </a:r>
          </a:p>
          <a:p>
            <a:pPr algn="l">
              <a:spcAft>
                <a:spcPts val="300"/>
              </a:spcAft>
              <a:buFont typeface="+mj-lt"/>
              <a:buAutoNum type="arabicPeriod" startAt="6"/>
            </a:pPr>
            <a:r>
              <a:rPr lang="en-US" sz="1500" b="0" i="0" dirty="0">
                <a:solidFill>
                  <a:srgbClr val="202124"/>
                </a:solidFill>
                <a:effectLst/>
                <a:latin typeface="Arial" panose="020B0604020202020204" pitchFamily="34" charset="0"/>
              </a:rPr>
              <a:t>Use Descriptions Effectively:</a:t>
            </a:r>
          </a:p>
          <a:p>
            <a:pPr lvl="1">
              <a:spcAft>
                <a:spcPts val="300"/>
              </a:spcAft>
              <a:buFont typeface="+mj-lt"/>
              <a:buAutoNum type="arabicPeriod"/>
            </a:pPr>
            <a:r>
              <a:rPr lang="en-US" sz="1500" b="0" i="0" dirty="0">
                <a:solidFill>
                  <a:srgbClr val="202124"/>
                </a:solidFill>
                <a:effectLst/>
                <a:latin typeface="Arial" panose="020B0604020202020204" pitchFamily="34" charset="0"/>
              </a:rPr>
              <a:t>Write a brief description for each portfolio item, explaining its purpose and how it solves client problems.</a:t>
            </a:r>
          </a:p>
          <a:p>
            <a:pPr lvl="1">
              <a:spcAft>
                <a:spcPts val="300"/>
              </a:spcAft>
              <a:buFont typeface="+mj-lt"/>
              <a:buAutoNum type="arabicPeriod"/>
            </a:pPr>
            <a:r>
              <a:rPr lang="en-US" sz="1500" b="0" i="0" dirty="0">
                <a:solidFill>
                  <a:srgbClr val="202124"/>
                </a:solidFill>
                <a:effectLst/>
                <a:latin typeface="Arial" panose="020B0604020202020204" pitchFamily="34" charset="0"/>
              </a:rPr>
              <a:t>Mention the tools or methods you used.</a:t>
            </a:r>
          </a:p>
          <a:p>
            <a:pPr algn="l">
              <a:spcAft>
                <a:spcPts val="300"/>
              </a:spcAft>
              <a:buFont typeface="+mj-lt"/>
              <a:buAutoNum type="arabicPeriod" startAt="6"/>
            </a:pPr>
            <a:endParaRPr lang="en-US" b="0" i="0" dirty="0">
              <a:solidFill>
                <a:srgbClr val="202124"/>
              </a:solidFill>
              <a:effectLst/>
              <a:latin typeface="Arial" panose="020B0604020202020204" pitchFamily="34" charset="0"/>
            </a:endParaRPr>
          </a:p>
        </p:txBody>
      </p:sp>
    </p:spTree>
    <p:extLst>
      <p:ext uri="{BB962C8B-B14F-4D97-AF65-F5344CB8AC3E}">
        <p14:creationId xmlns:p14="http://schemas.microsoft.com/office/powerpoint/2010/main" val="164585714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2980CD-4498-53EC-57D8-30BE4B83F733}"/>
              </a:ext>
            </a:extLst>
          </p:cNvPr>
          <p:cNvSpPr>
            <a:spLocks noGrp="1"/>
          </p:cNvSpPr>
          <p:nvPr>
            <p:ph type="title"/>
          </p:nvPr>
        </p:nvSpPr>
        <p:spPr/>
        <p:txBody>
          <a:bodyPr/>
          <a:lstStyle/>
          <a:p>
            <a:r>
              <a:rPr lang="en-US" dirty="0"/>
              <a:t>Tips for High School Freelancers</a:t>
            </a:r>
          </a:p>
        </p:txBody>
      </p:sp>
      <p:sp>
        <p:nvSpPr>
          <p:cNvPr id="3" name="Content Placeholder 2">
            <a:extLst>
              <a:ext uri="{FF2B5EF4-FFF2-40B4-BE49-F238E27FC236}">
                <a16:creationId xmlns:a16="http://schemas.microsoft.com/office/drawing/2014/main" id="{5A7C325C-9FE3-020C-9F4E-338AAC19A9A0}"/>
              </a:ext>
            </a:extLst>
          </p:cNvPr>
          <p:cNvSpPr>
            <a:spLocks noGrp="1"/>
          </p:cNvSpPr>
          <p:nvPr>
            <p:ph sz="quarter" idx="13"/>
          </p:nvPr>
        </p:nvSpPr>
        <p:spPr>
          <a:xfrm>
            <a:off x="838199" y="1838099"/>
            <a:ext cx="9315893" cy="4284889"/>
          </a:xfrm>
        </p:spPr>
        <p:txBody>
          <a:bodyPr>
            <a:normAutofit/>
          </a:bodyPr>
          <a:lstStyle/>
          <a:p>
            <a:pPr>
              <a:lnSpc>
                <a:spcPct val="150000"/>
              </a:lnSpc>
            </a:pPr>
            <a:r>
              <a:rPr lang="en-US" sz="2000" dirty="0">
                <a:effectLst/>
                <a:latin typeface="Cambria" panose="02040503050406030204" pitchFamily="18" charset="0"/>
                <a:ea typeface="MS Mincho" panose="02020609040205080304" pitchFamily="49" charset="-128"/>
                <a:cs typeface="Times New Roman" panose="02020603050405020304" pitchFamily="18" charset="0"/>
              </a:rPr>
              <a:t>- Start Small: Offer simple and affordable services to build your reputation.</a:t>
            </a:r>
            <a:br>
              <a:rPr lang="en-US" sz="2000" dirty="0">
                <a:effectLst/>
                <a:latin typeface="Cambria" panose="02040503050406030204" pitchFamily="18" charset="0"/>
                <a:ea typeface="MS Mincho" panose="02020609040205080304" pitchFamily="49" charset="-128"/>
                <a:cs typeface="Times New Roman" panose="02020603050405020304" pitchFamily="18" charset="0"/>
              </a:rPr>
            </a:br>
            <a:r>
              <a:rPr lang="en-US" sz="2000" dirty="0">
                <a:effectLst/>
                <a:latin typeface="Cambria" panose="02040503050406030204" pitchFamily="18" charset="0"/>
                <a:ea typeface="MS Mincho" panose="02020609040205080304" pitchFamily="49" charset="-128"/>
                <a:cs typeface="Times New Roman" panose="02020603050405020304" pitchFamily="18" charset="0"/>
              </a:rPr>
              <a:t>- Be Honest: Clearly communicate your skills and avoid over-promising.</a:t>
            </a:r>
            <a:br>
              <a:rPr lang="en-US" sz="2000" dirty="0">
                <a:effectLst/>
                <a:latin typeface="Cambria" panose="02040503050406030204" pitchFamily="18" charset="0"/>
                <a:ea typeface="MS Mincho" panose="02020609040205080304" pitchFamily="49" charset="-128"/>
                <a:cs typeface="Times New Roman" panose="02020603050405020304" pitchFamily="18" charset="0"/>
              </a:rPr>
            </a:br>
            <a:r>
              <a:rPr lang="en-US" sz="2000" dirty="0">
                <a:effectLst/>
                <a:latin typeface="Cambria" panose="02040503050406030204" pitchFamily="18" charset="0"/>
                <a:ea typeface="MS Mincho" panose="02020609040205080304" pitchFamily="49" charset="-128"/>
                <a:cs typeface="Times New Roman" panose="02020603050405020304" pitchFamily="18" charset="0"/>
              </a:rPr>
              <a:t>- Learn Continuously: Take free courses or watch tutorials to improve your skills.</a:t>
            </a:r>
            <a:br>
              <a:rPr lang="en-US" sz="2000" dirty="0">
                <a:effectLst/>
                <a:latin typeface="Cambria" panose="02040503050406030204" pitchFamily="18" charset="0"/>
                <a:ea typeface="MS Mincho" panose="02020609040205080304" pitchFamily="49" charset="-128"/>
                <a:cs typeface="Times New Roman" panose="02020603050405020304" pitchFamily="18" charset="0"/>
              </a:rPr>
            </a:br>
            <a:r>
              <a:rPr lang="en-US" sz="2000" dirty="0">
                <a:effectLst/>
                <a:latin typeface="Cambria" panose="02040503050406030204" pitchFamily="18" charset="0"/>
                <a:ea typeface="MS Mincho" panose="02020609040205080304" pitchFamily="49" charset="-128"/>
                <a:cs typeface="Times New Roman" panose="02020603050405020304" pitchFamily="18" charset="0"/>
              </a:rPr>
              <a:t>- Stay Safe Online: Do not share personal information with clients.</a:t>
            </a:r>
            <a:endParaRPr lang="en-US" sz="2000" dirty="0"/>
          </a:p>
        </p:txBody>
      </p:sp>
    </p:spTree>
    <p:extLst>
      <p:ext uri="{BB962C8B-B14F-4D97-AF65-F5344CB8AC3E}">
        <p14:creationId xmlns:p14="http://schemas.microsoft.com/office/powerpoint/2010/main" val="85545795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35F5E3-2B1C-7C0A-8581-67A9052D13AA}"/>
              </a:ext>
            </a:extLst>
          </p:cNvPr>
          <p:cNvSpPr>
            <a:spLocks noGrp="1"/>
          </p:cNvSpPr>
          <p:nvPr>
            <p:ph type="title"/>
          </p:nvPr>
        </p:nvSpPr>
        <p:spPr>
          <a:xfrm>
            <a:off x="721242" y="365125"/>
            <a:ext cx="10515600" cy="1472974"/>
          </a:xfrm>
          <a:noFill/>
        </p:spPr>
        <p:txBody>
          <a:bodyPr anchor="ctr"/>
          <a:lstStyle/>
          <a:p>
            <a:pPr algn="l">
              <a:spcAft>
                <a:spcPts val="900"/>
              </a:spcAft>
            </a:pPr>
            <a:r>
              <a:rPr lang="en-PK" b="1" i="0" dirty="0">
                <a:solidFill>
                  <a:srgbClr val="202124"/>
                </a:solidFill>
                <a:effectLst/>
                <a:latin typeface="Google Sans"/>
              </a:rPr>
              <a:t>Setting up your Fiverr </a:t>
            </a:r>
            <a:r>
              <a:rPr lang="en-US" b="1" i="0" dirty="0">
                <a:solidFill>
                  <a:srgbClr val="202124"/>
                </a:solidFill>
                <a:effectLst/>
                <a:latin typeface="Google Sans"/>
              </a:rPr>
              <a:t>P</a:t>
            </a:r>
            <a:r>
              <a:rPr lang="en-PK" b="1" i="0" dirty="0">
                <a:solidFill>
                  <a:srgbClr val="202124"/>
                </a:solidFill>
                <a:effectLst/>
                <a:latin typeface="Google Sans"/>
              </a:rPr>
              <a:t>rofile</a:t>
            </a:r>
            <a:r>
              <a:rPr lang="en-US" b="1" dirty="0">
                <a:solidFill>
                  <a:srgbClr val="202124"/>
                </a:solidFill>
                <a:latin typeface="Google Sans"/>
              </a:rPr>
              <a:t>( In a Nutshell)</a:t>
            </a:r>
            <a:endParaRPr lang="en-PK" b="0" i="0" dirty="0">
              <a:solidFill>
                <a:srgbClr val="202124"/>
              </a:solidFill>
              <a:effectLst/>
              <a:latin typeface="Google Sans"/>
            </a:endParaRPr>
          </a:p>
        </p:txBody>
      </p:sp>
      <p:sp>
        <p:nvSpPr>
          <p:cNvPr id="3" name="Content Placeholder 2">
            <a:extLst>
              <a:ext uri="{FF2B5EF4-FFF2-40B4-BE49-F238E27FC236}">
                <a16:creationId xmlns:a16="http://schemas.microsoft.com/office/drawing/2014/main" id="{A6A33159-D030-2F82-A142-F75940728319}"/>
              </a:ext>
            </a:extLst>
          </p:cNvPr>
          <p:cNvSpPr>
            <a:spLocks noGrp="1"/>
          </p:cNvSpPr>
          <p:nvPr>
            <p:ph sz="quarter" idx="13"/>
          </p:nvPr>
        </p:nvSpPr>
        <p:spPr>
          <a:xfrm>
            <a:off x="838200" y="1838099"/>
            <a:ext cx="8012113" cy="4284889"/>
          </a:xfrm>
          <a:noFill/>
        </p:spPr>
        <p:txBody>
          <a:bodyPr vert="horz" lIns="91440" tIns="45720" rIns="91440" bIns="45720" rtlCol="0" anchor="t">
            <a:normAutofit/>
          </a:bodyPr>
          <a:lstStyle/>
          <a:p>
            <a:pPr algn="l">
              <a:spcAft>
                <a:spcPts val="300"/>
              </a:spcAft>
              <a:buFont typeface="+mj-lt"/>
              <a:buAutoNum type="arabicPeriod"/>
            </a:pPr>
            <a:r>
              <a:rPr lang="en-PK" b="0" i="0" dirty="0">
                <a:solidFill>
                  <a:srgbClr val="202124"/>
                </a:solidFill>
                <a:effectLst/>
                <a:latin typeface="Google Sans"/>
              </a:rPr>
              <a:t>Add your Profile picture: ...</a:t>
            </a:r>
          </a:p>
          <a:p>
            <a:pPr algn="l">
              <a:spcAft>
                <a:spcPts val="300"/>
              </a:spcAft>
              <a:buFont typeface="+mj-lt"/>
              <a:buAutoNum type="arabicPeriod"/>
            </a:pPr>
            <a:r>
              <a:rPr lang="en-PK" b="0" i="0" dirty="0">
                <a:solidFill>
                  <a:srgbClr val="202124"/>
                </a:solidFill>
                <a:effectLst/>
                <a:latin typeface="Google Sans"/>
              </a:rPr>
              <a:t>Provide a "one-liner" about your business: ...</a:t>
            </a:r>
          </a:p>
          <a:p>
            <a:pPr algn="l">
              <a:spcAft>
                <a:spcPts val="300"/>
              </a:spcAft>
              <a:buFont typeface="+mj-lt"/>
              <a:buAutoNum type="arabicPeriod"/>
            </a:pPr>
            <a:r>
              <a:rPr lang="en-PK" b="0" i="0" dirty="0">
                <a:solidFill>
                  <a:srgbClr val="202124"/>
                </a:solidFill>
                <a:effectLst/>
                <a:latin typeface="Google Sans"/>
              </a:rPr>
              <a:t>Fill in your education details: ...</a:t>
            </a:r>
          </a:p>
          <a:p>
            <a:pPr algn="l">
              <a:spcAft>
                <a:spcPts val="300"/>
              </a:spcAft>
              <a:buFont typeface="+mj-lt"/>
              <a:buAutoNum type="arabicPeriod"/>
            </a:pPr>
            <a:r>
              <a:rPr lang="en-PK" b="0" i="0" dirty="0">
                <a:solidFill>
                  <a:srgbClr val="202124"/>
                </a:solidFill>
                <a:effectLst/>
                <a:latin typeface="Google Sans"/>
              </a:rPr>
              <a:t>Provide your certifications: ...</a:t>
            </a:r>
          </a:p>
          <a:p>
            <a:pPr algn="l">
              <a:spcAft>
                <a:spcPts val="300"/>
              </a:spcAft>
              <a:buFont typeface="+mj-lt"/>
              <a:buAutoNum type="arabicPeriod"/>
            </a:pPr>
            <a:r>
              <a:rPr lang="en-PK" b="0" i="0" dirty="0">
                <a:solidFill>
                  <a:srgbClr val="202124"/>
                </a:solidFill>
                <a:effectLst/>
                <a:latin typeface="Google Sans"/>
              </a:rPr>
              <a:t>Add your description: ...</a:t>
            </a:r>
          </a:p>
          <a:p>
            <a:pPr algn="l">
              <a:spcAft>
                <a:spcPts val="300"/>
              </a:spcAft>
              <a:buFont typeface="+mj-lt"/>
              <a:buAutoNum type="arabicPeriod"/>
            </a:pPr>
            <a:r>
              <a:rPr lang="en-PK" b="0" i="0" dirty="0">
                <a:solidFill>
                  <a:srgbClr val="202124"/>
                </a:solidFill>
                <a:effectLst/>
                <a:latin typeface="Google Sans"/>
              </a:rPr>
              <a:t>Tag your most relevant skills, based on the service you provide: ...</a:t>
            </a:r>
          </a:p>
          <a:p>
            <a:pPr algn="l">
              <a:spcAft>
                <a:spcPts val="300"/>
              </a:spcAft>
              <a:buFont typeface="+mj-lt"/>
              <a:buAutoNum type="arabicPeriod"/>
            </a:pPr>
            <a:r>
              <a:rPr lang="en-PK" b="0" i="0" dirty="0">
                <a:solidFill>
                  <a:srgbClr val="202124"/>
                </a:solidFill>
                <a:effectLst/>
                <a:latin typeface="Google Sans"/>
              </a:rPr>
              <a:t>Add your Top clients: ...</a:t>
            </a:r>
          </a:p>
          <a:p>
            <a:pPr algn="l">
              <a:spcAft>
                <a:spcPts val="300"/>
              </a:spcAft>
              <a:buFont typeface="+mj-lt"/>
              <a:buAutoNum type="arabicPeriod"/>
            </a:pPr>
            <a:r>
              <a:rPr lang="en-PK" b="0" i="0" dirty="0">
                <a:solidFill>
                  <a:srgbClr val="202124"/>
                </a:solidFill>
                <a:effectLst/>
                <a:latin typeface="Google Sans"/>
              </a:rPr>
              <a:t>Add your portfolio:</a:t>
            </a:r>
            <a:br>
              <a:rPr lang="en-US" b="0" i="0" dirty="0">
                <a:solidFill>
                  <a:srgbClr val="202124"/>
                </a:solidFill>
                <a:effectLst/>
                <a:latin typeface="Arial" panose="020B0604020202020204" pitchFamily="34" charset="0"/>
              </a:rPr>
            </a:br>
            <a:endParaRPr lang="en-US" dirty="0"/>
          </a:p>
        </p:txBody>
      </p:sp>
    </p:spTree>
    <p:extLst>
      <p:ext uri="{BB962C8B-B14F-4D97-AF65-F5344CB8AC3E}">
        <p14:creationId xmlns:p14="http://schemas.microsoft.com/office/powerpoint/2010/main" val="366667467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A6F574-193D-5A10-840B-ABCDFE2F7401}"/>
            </a:ext>
          </a:extLst>
        </p:cNvPr>
        <p:cNvGrpSpPr/>
        <p:nvPr/>
      </p:nvGrpSpPr>
      <p:grpSpPr>
        <a:xfrm>
          <a:off x="0" y="0"/>
          <a:ext cx="0" cy="0"/>
          <a:chOff x="0" y="0"/>
          <a:chExt cx="0" cy="0"/>
        </a:xfrm>
      </p:grpSpPr>
      <p:pic>
        <p:nvPicPr>
          <p:cNvPr id="11" name="Picture Placeholder 5" descr="Boy playing in playground in front of apartment building&#10;">
            <a:extLst>
              <a:ext uri="{FF2B5EF4-FFF2-40B4-BE49-F238E27FC236}">
                <a16:creationId xmlns:a16="http://schemas.microsoft.com/office/drawing/2014/main" id="{2FCB8950-813C-B851-F46D-1661E4EC69E7}"/>
              </a:ext>
            </a:extLst>
          </p:cNvPr>
          <p:cNvPicPr>
            <a:picLocks noGrp="1" noChangeAspect="1"/>
          </p:cNvPicPr>
          <p:nvPr>
            <p:ph type="pic" sz="quarter" idx="10"/>
          </p:nvPr>
        </p:nvPicPr>
        <p:blipFill rotWithShape="1">
          <a:blip r:embed="rId3"/>
          <a:srcRect/>
          <a:stretch/>
        </p:blipFill>
        <p:spPr>
          <a:xfrm>
            <a:off x="0" y="0"/>
            <a:ext cx="12192000" cy="6858000"/>
          </a:xfrm>
        </p:spPr>
      </p:pic>
      <p:sp>
        <p:nvSpPr>
          <p:cNvPr id="3" name="Title 2">
            <a:extLst>
              <a:ext uri="{FF2B5EF4-FFF2-40B4-BE49-F238E27FC236}">
                <a16:creationId xmlns:a16="http://schemas.microsoft.com/office/drawing/2014/main" id="{97475187-122D-1773-446C-68AC4EBCC86E}"/>
              </a:ext>
            </a:extLst>
          </p:cNvPr>
          <p:cNvSpPr>
            <a:spLocks noGrp="1"/>
          </p:cNvSpPr>
          <p:nvPr>
            <p:ph type="title"/>
          </p:nvPr>
        </p:nvSpPr>
        <p:spPr>
          <a:xfrm>
            <a:off x="2868168" y="923544"/>
            <a:ext cx="6455664" cy="5010912"/>
          </a:xfrm>
          <a:noFill/>
        </p:spPr>
        <p:txBody>
          <a:bodyPr anchor="ctr"/>
          <a:lstStyle/>
          <a:p>
            <a:r>
              <a:rPr lang="en-US" b="1" dirty="0"/>
              <a:t>Step-by-Step Guide to Setting Up a LinkedIn Profile</a:t>
            </a:r>
          </a:p>
        </p:txBody>
      </p:sp>
    </p:spTree>
    <p:extLst>
      <p:ext uri="{BB962C8B-B14F-4D97-AF65-F5344CB8AC3E}">
        <p14:creationId xmlns:p14="http://schemas.microsoft.com/office/powerpoint/2010/main" val="130316180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6D8162-F523-F338-319B-D3E8BAFF89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FE2330-CB16-5EDE-65DB-30707DEF374E}"/>
              </a:ext>
            </a:extLst>
          </p:cNvPr>
          <p:cNvSpPr>
            <a:spLocks noGrp="1"/>
          </p:cNvSpPr>
          <p:nvPr>
            <p:ph type="title"/>
          </p:nvPr>
        </p:nvSpPr>
        <p:spPr>
          <a:xfrm>
            <a:off x="721242" y="365125"/>
            <a:ext cx="10515600" cy="1472974"/>
          </a:xfrm>
          <a:noFill/>
        </p:spPr>
        <p:txBody>
          <a:bodyPr anchor="ctr"/>
          <a:lstStyle/>
          <a:p>
            <a:r>
              <a:rPr lang="en-US" b="1" dirty="0"/>
              <a:t>Step-by-Step Guide to Setting Up a LinkedIn Profile</a:t>
            </a:r>
          </a:p>
        </p:txBody>
      </p:sp>
      <p:sp>
        <p:nvSpPr>
          <p:cNvPr id="3" name="Content Placeholder 2">
            <a:extLst>
              <a:ext uri="{FF2B5EF4-FFF2-40B4-BE49-F238E27FC236}">
                <a16:creationId xmlns:a16="http://schemas.microsoft.com/office/drawing/2014/main" id="{BFE4C51B-FDD7-A706-C939-F0C01CC8298E}"/>
              </a:ext>
            </a:extLst>
          </p:cNvPr>
          <p:cNvSpPr>
            <a:spLocks noGrp="1"/>
          </p:cNvSpPr>
          <p:nvPr>
            <p:ph sz="quarter" idx="13"/>
          </p:nvPr>
        </p:nvSpPr>
        <p:spPr>
          <a:xfrm>
            <a:off x="838200" y="1838099"/>
            <a:ext cx="9220200" cy="4284889"/>
          </a:xfrm>
          <a:noFill/>
        </p:spPr>
        <p:txBody>
          <a:bodyPr vert="horz" lIns="91440" tIns="45720" rIns="91440" bIns="45720" rtlCol="0" anchor="t">
            <a:normAutofit fontScale="92500" lnSpcReduction="20000"/>
          </a:bodyPr>
          <a:lstStyle/>
          <a:p>
            <a:pPr marL="0" indent="0">
              <a:buNone/>
            </a:pPr>
            <a:r>
              <a:rPr lang="en-US" sz="3000" b="1" dirty="0"/>
              <a:t>Step 1: Sign Up for LinkedIn</a:t>
            </a:r>
          </a:p>
          <a:p>
            <a:pPr>
              <a:buFont typeface="+mj-lt"/>
              <a:buAutoNum type="arabicPeriod"/>
            </a:pPr>
            <a:r>
              <a:rPr lang="en-US" sz="2200" dirty="0"/>
              <a:t>Visit the LinkedIn website at </a:t>
            </a:r>
            <a:r>
              <a:rPr lang="en-US" sz="2200" dirty="0">
                <a:hlinkClick r:id="rId3"/>
              </a:rPr>
              <a:t>www.linkedin.com</a:t>
            </a:r>
            <a:r>
              <a:rPr lang="en-US" sz="2200" dirty="0"/>
              <a:t>.</a:t>
            </a:r>
          </a:p>
          <a:p>
            <a:pPr>
              <a:buFont typeface="+mj-lt"/>
              <a:buAutoNum type="arabicPeriod"/>
            </a:pPr>
            <a:r>
              <a:rPr lang="en-US" sz="2200" dirty="0"/>
              <a:t>Click on the </a:t>
            </a:r>
            <a:r>
              <a:rPr lang="en-US" sz="2200" b="1" dirty="0"/>
              <a:t>Join Now</a:t>
            </a:r>
            <a:r>
              <a:rPr lang="en-US" sz="2200" dirty="0"/>
              <a:t> button.</a:t>
            </a:r>
          </a:p>
          <a:p>
            <a:pPr>
              <a:buFont typeface="+mj-lt"/>
              <a:buAutoNum type="arabicPeriod"/>
            </a:pPr>
            <a:r>
              <a:rPr lang="en-US" sz="2200" dirty="0"/>
              <a:t>Enter your details:</a:t>
            </a:r>
          </a:p>
          <a:p>
            <a:pPr marL="742950" lvl="1" indent="-285750">
              <a:buFont typeface="+mj-lt"/>
              <a:buAutoNum type="arabicPeriod"/>
            </a:pPr>
            <a:r>
              <a:rPr lang="en-US" sz="1900" dirty="0"/>
              <a:t>First and Last Name</a:t>
            </a:r>
          </a:p>
          <a:p>
            <a:pPr marL="742950" lvl="1" indent="-285750">
              <a:buFont typeface="+mj-lt"/>
              <a:buAutoNum type="arabicPeriod"/>
            </a:pPr>
            <a:r>
              <a:rPr lang="en-US" sz="1900" dirty="0"/>
              <a:t>Email Address</a:t>
            </a:r>
          </a:p>
          <a:p>
            <a:pPr marL="742950" lvl="1" indent="-285750">
              <a:buFont typeface="+mj-lt"/>
              <a:buAutoNum type="arabicPeriod"/>
            </a:pPr>
            <a:r>
              <a:rPr lang="en-US" sz="1900" dirty="0"/>
              <a:t>Create a Strong Password</a:t>
            </a:r>
          </a:p>
          <a:p>
            <a:pPr>
              <a:buFont typeface="+mj-lt"/>
              <a:buAutoNum type="arabicPeriod"/>
            </a:pPr>
            <a:r>
              <a:rPr lang="en-US" sz="2200" dirty="0"/>
              <a:t>Click </a:t>
            </a:r>
            <a:r>
              <a:rPr lang="en-US" sz="2200" b="1" dirty="0"/>
              <a:t>Agree &amp; Join</a:t>
            </a:r>
            <a:endParaRPr lang="en-US" sz="2200" dirty="0"/>
          </a:p>
          <a:p>
            <a:pPr marL="0" indent="0" algn="l">
              <a:spcAft>
                <a:spcPts val="300"/>
              </a:spcAft>
              <a:buNone/>
            </a:pPr>
            <a:br>
              <a:rPr lang="en-US" b="0" i="0" dirty="0">
                <a:solidFill>
                  <a:srgbClr val="202124"/>
                </a:solidFill>
                <a:effectLst/>
                <a:latin typeface="Arial" panose="020B0604020202020204" pitchFamily="34" charset="0"/>
              </a:rPr>
            </a:br>
            <a:endParaRPr lang="en-US" dirty="0"/>
          </a:p>
        </p:txBody>
      </p:sp>
      <p:pic>
        <p:nvPicPr>
          <p:cNvPr id="5" name="Picture 4">
            <a:extLst>
              <a:ext uri="{FF2B5EF4-FFF2-40B4-BE49-F238E27FC236}">
                <a16:creationId xmlns:a16="http://schemas.microsoft.com/office/drawing/2014/main" id="{18F017EC-AD89-45D5-0A58-34F19AD6985C}"/>
              </a:ext>
            </a:extLst>
          </p:cNvPr>
          <p:cNvPicPr>
            <a:picLocks noChangeAspect="1"/>
          </p:cNvPicPr>
          <p:nvPr/>
        </p:nvPicPr>
        <p:blipFill>
          <a:blip r:embed="rId4"/>
          <a:stretch>
            <a:fillRect/>
          </a:stretch>
        </p:blipFill>
        <p:spPr>
          <a:xfrm>
            <a:off x="4983914" y="2849481"/>
            <a:ext cx="7208086" cy="3273507"/>
          </a:xfrm>
          <a:prstGeom prst="rect">
            <a:avLst/>
          </a:prstGeom>
        </p:spPr>
      </p:pic>
    </p:spTree>
    <p:extLst>
      <p:ext uri="{BB962C8B-B14F-4D97-AF65-F5344CB8AC3E}">
        <p14:creationId xmlns:p14="http://schemas.microsoft.com/office/powerpoint/2010/main" val="5378375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E8AC54-24F9-7E16-5BE8-BBFFA809EC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81D0C7-DFF1-61E9-D19C-4EC5B3936BD7}"/>
              </a:ext>
            </a:extLst>
          </p:cNvPr>
          <p:cNvSpPr>
            <a:spLocks noGrp="1"/>
          </p:cNvSpPr>
          <p:nvPr>
            <p:ph type="title"/>
          </p:nvPr>
        </p:nvSpPr>
        <p:spPr>
          <a:xfrm>
            <a:off x="721242" y="365125"/>
            <a:ext cx="10515600" cy="1472974"/>
          </a:xfrm>
          <a:noFill/>
        </p:spPr>
        <p:txBody>
          <a:bodyPr anchor="ctr"/>
          <a:lstStyle/>
          <a:p>
            <a:r>
              <a:rPr lang="en-US" b="1" dirty="0"/>
              <a:t>Step-by-Step Guide to Setting Up a LinkedIn Profile</a:t>
            </a:r>
          </a:p>
        </p:txBody>
      </p:sp>
      <p:sp>
        <p:nvSpPr>
          <p:cNvPr id="3" name="Content Placeholder 2">
            <a:extLst>
              <a:ext uri="{FF2B5EF4-FFF2-40B4-BE49-F238E27FC236}">
                <a16:creationId xmlns:a16="http://schemas.microsoft.com/office/drawing/2014/main" id="{A1D5F625-152E-653D-F433-7F44C6FA4A1C}"/>
              </a:ext>
            </a:extLst>
          </p:cNvPr>
          <p:cNvSpPr>
            <a:spLocks noGrp="1"/>
          </p:cNvSpPr>
          <p:nvPr>
            <p:ph sz="quarter" idx="13"/>
          </p:nvPr>
        </p:nvSpPr>
        <p:spPr>
          <a:xfrm>
            <a:off x="838200" y="1838099"/>
            <a:ext cx="10038907" cy="4284889"/>
          </a:xfrm>
          <a:noFill/>
        </p:spPr>
        <p:txBody>
          <a:bodyPr vert="horz" lIns="91440" tIns="45720" rIns="91440" bIns="45720" rtlCol="0" anchor="t">
            <a:normAutofit/>
          </a:bodyPr>
          <a:lstStyle/>
          <a:p>
            <a:pPr marL="0" indent="0">
              <a:buNone/>
            </a:pPr>
            <a:r>
              <a:rPr lang="en-US" sz="2400" b="1" dirty="0"/>
              <a:t>Step 2: Add Your Profile Picture</a:t>
            </a:r>
          </a:p>
          <a:p>
            <a:pPr>
              <a:buFont typeface="+mj-lt"/>
              <a:buAutoNum type="arabicPeriod"/>
            </a:pPr>
            <a:r>
              <a:rPr lang="en-US" sz="2400" dirty="0"/>
              <a:t>Choose a professional headshot or a clear photo where you’re dressed appropriately.</a:t>
            </a:r>
          </a:p>
          <a:p>
            <a:pPr>
              <a:buFont typeface="+mj-lt"/>
              <a:buAutoNum type="arabicPeriod"/>
            </a:pPr>
            <a:r>
              <a:rPr lang="en-US" sz="2400" dirty="0"/>
              <a:t>Upload the image by clicking on the photo icon in the profile section.</a:t>
            </a:r>
          </a:p>
          <a:p>
            <a:pPr>
              <a:buFont typeface="+mj-lt"/>
              <a:buAutoNum type="arabicPeriod"/>
            </a:pPr>
            <a:r>
              <a:rPr lang="en-US" sz="2400" dirty="0"/>
              <a:t>Ensure the photo is high-quality and has a neutral background</a:t>
            </a:r>
          </a:p>
          <a:p>
            <a:pPr marL="0" indent="0" algn="l">
              <a:spcAft>
                <a:spcPts val="300"/>
              </a:spcAft>
              <a:buNone/>
            </a:pPr>
            <a:br>
              <a:rPr lang="en-US" b="0" i="0" dirty="0">
                <a:solidFill>
                  <a:srgbClr val="202124"/>
                </a:solidFill>
                <a:effectLst/>
                <a:latin typeface="Arial" panose="020B0604020202020204" pitchFamily="34" charset="0"/>
              </a:rPr>
            </a:br>
            <a:endParaRPr lang="en-US" dirty="0"/>
          </a:p>
        </p:txBody>
      </p:sp>
    </p:spTree>
    <p:extLst>
      <p:ext uri="{BB962C8B-B14F-4D97-AF65-F5344CB8AC3E}">
        <p14:creationId xmlns:p14="http://schemas.microsoft.com/office/powerpoint/2010/main" val="106236264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700006-4F9D-96DE-4B81-A16BCA1BC5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63827D-63CD-EBDA-16E8-E0FC2E34487F}"/>
              </a:ext>
            </a:extLst>
          </p:cNvPr>
          <p:cNvSpPr>
            <a:spLocks noGrp="1"/>
          </p:cNvSpPr>
          <p:nvPr>
            <p:ph type="title"/>
          </p:nvPr>
        </p:nvSpPr>
        <p:spPr>
          <a:xfrm>
            <a:off x="721242" y="365125"/>
            <a:ext cx="10515600" cy="1472974"/>
          </a:xfrm>
          <a:noFill/>
        </p:spPr>
        <p:txBody>
          <a:bodyPr anchor="ctr"/>
          <a:lstStyle/>
          <a:p>
            <a:r>
              <a:rPr lang="en-US" b="1" dirty="0"/>
              <a:t>Step-by-Step Guide to Setting Up a LinkedIn Profile</a:t>
            </a:r>
          </a:p>
        </p:txBody>
      </p:sp>
      <p:sp>
        <p:nvSpPr>
          <p:cNvPr id="3" name="Content Placeholder 2">
            <a:extLst>
              <a:ext uri="{FF2B5EF4-FFF2-40B4-BE49-F238E27FC236}">
                <a16:creationId xmlns:a16="http://schemas.microsoft.com/office/drawing/2014/main" id="{649785D4-D582-8405-7B88-4FCBC4045687}"/>
              </a:ext>
            </a:extLst>
          </p:cNvPr>
          <p:cNvSpPr>
            <a:spLocks noGrp="1"/>
          </p:cNvSpPr>
          <p:nvPr>
            <p:ph sz="quarter" idx="13"/>
          </p:nvPr>
        </p:nvSpPr>
        <p:spPr>
          <a:xfrm>
            <a:off x="838200" y="1838099"/>
            <a:ext cx="9305260" cy="4284889"/>
          </a:xfrm>
          <a:noFill/>
        </p:spPr>
        <p:txBody>
          <a:bodyPr vert="horz" lIns="91440" tIns="45720" rIns="91440" bIns="45720" rtlCol="0" anchor="t">
            <a:normAutofit/>
          </a:bodyPr>
          <a:lstStyle/>
          <a:p>
            <a:pPr marL="0" indent="0">
              <a:buNone/>
            </a:pPr>
            <a:r>
              <a:rPr lang="en-US" sz="2400" b="1" dirty="0"/>
              <a:t>Step 3: Enter Your Headline</a:t>
            </a:r>
          </a:p>
          <a:p>
            <a:pPr>
              <a:buFont typeface="+mj-lt"/>
              <a:buAutoNum type="arabicPeriod"/>
            </a:pPr>
            <a:r>
              <a:rPr lang="en-US" sz="2000" dirty="0"/>
              <a:t>Your headline appears below your name.</a:t>
            </a:r>
          </a:p>
          <a:p>
            <a:pPr>
              <a:buFont typeface="+mj-lt"/>
              <a:buAutoNum type="arabicPeriod"/>
            </a:pPr>
            <a:r>
              <a:rPr lang="en-US" sz="2000" dirty="0"/>
              <a:t>Write a short, compelling statement summarizing your skills or aspirations.</a:t>
            </a:r>
          </a:p>
          <a:p>
            <a:pPr marL="742950" lvl="1" indent="-285750">
              <a:buFont typeface="+mj-lt"/>
              <a:buAutoNum type="arabicPeriod"/>
            </a:pPr>
            <a:r>
              <a:rPr lang="en-US" sz="1800" dirty="0"/>
              <a:t>Example: “High School Student | Aspiring Graphic Designer | Freelance Writer.”</a:t>
            </a:r>
          </a:p>
          <a:p>
            <a:pPr marL="0" indent="0" algn="l">
              <a:spcAft>
                <a:spcPts val="300"/>
              </a:spcAft>
              <a:buNone/>
            </a:pPr>
            <a:br>
              <a:rPr lang="en-US" b="0" i="0" dirty="0">
                <a:solidFill>
                  <a:srgbClr val="202124"/>
                </a:solidFill>
                <a:effectLst/>
                <a:latin typeface="Arial" panose="020B0604020202020204" pitchFamily="34" charset="0"/>
              </a:rPr>
            </a:br>
            <a:endParaRPr lang="en-US" dirty="0"/>
          </a:p>
        </p:txBody>
      </p:sp>
    </p:spTree>
    <p:extLst>
      <p:ext uri="{BB962C8B-B14F-4D97-AF65-F5344CB8AC3E}">
        <p14:creationId xmlns:p14="http://schemas.microsoft.com/office/powerpoint/2010/main" val="252997638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73E5CB-0F05-2724-7157-9F63CED055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9919DB-1E0C-66B7-B5EC-F1B61A23DAB9}"/>
              </a:ext>
            </a:extLst>
          </p:cNvPr>
          <p:cNvSpPr>
            <a:spLocks noGrp="1"/>
          </p:cNvSpPr>
          <p:nvPr>
            <p:ph type="title"/>
          </p:nvPr>
        </p:nvSpPr>
        <p:spPr>
          <a:xfrm>
            <a:off x="721242" y="365125"/>
            <a:ext cx="10515600" cy="1472974"/>
          </a:xfrm>
          <a:noFill/>
        </p:spPr>
        <p:txBody>
          <a:bodyPr anchor="ctr"/>
          <a:lstStyle/>
          <a:p>
            <a:r>
              <a:rPr lang="en-US" b="1" dirty="0"/>
              <a:t>Step-by-Step Guide to Setting Up a LinkedIn Profile</a:t>
            </a:r>
          </a:p>
        </p:txBody>
      </p:sp>
      <p:sp>
        <p:nvSpPr>
          <p:cNvPr id="3" name="Content Placeholder 2">
            <a:extLst>
              <a:ext uri="{FF2B5EF4-FFF2-40B4-BE49-F238E27FC236}">
                <a16:creationId xmlns:a16="http://schemas.microsoft.com/office/drawing/2014/main" id="{8C54B9BC-82B1-BDD5-D809-43872F99D957}"/>
              </a:ext>
            </a:extLst>
          </p:cNvPr>
          <p:cNvSpPr>
            <a:spLocks noGrp="1"/>
          </p:cNvSpPr>
          <p:nvPr>
            <p:ph sz="quarter" idx="13"/>
          </p:nvPr>
        </p:nvSpPr>
        <p:spPr>
          <a:xfrm>
            <a:off x="838200" y="1838099"/>
            <a:ext cx="9730563" cy="4284889"/>
          </a:xfrm>
          <a:noFill/>
        </p:spPr>
        <p:txBody>
          <a:bodyPr vert="horz" lIns="91440" tIns="45720" rIns="91440" bIns="45720" rtlCol="0" anchor="t">
            <a:normAutofit lnSpcReduction="10000"/>
          </a:bodyPr>
          <a:lstStyle/>
          <a:p>
            <a:pPr marL="0" indent="0">
              <a:buNone/>
            </a:pPr>
            <a:r>
              <a:rPr lang="en-US" sz="2400" b="1" dirty="0"/>
              <a:t>Step 4: Fill Out Your Summary</a:t>
            </a:r>
          </a:p>
          <a:p>
            <a:pPr>
              <a:buFont typeface="+mj-lt"/>
              <a:buAutoNum type="arabicPeriod"/>
            </a:pPr>
            <a:r>
              <a:rPr lang="en-US" dirty="0"/>
              <a:t>Scroll to the </a:t>
            </a:r>
            <a:r>
              <a:rPr lang="en-US" b="1" dirty="0"/>
              <a:t>About</a:t>
            </a:r>
            <a:r>
              <a:rPr lang="en-US" dirty="0"/>
              <a:t> section and click </a:t>
            </a:r>
            <a:r>
              <a:rPr lang="en-US" b="1" dirty="0"/>
              <a:t>Add Summary.</a:t>
            </a:r>
            <a:endParaRPr lang="en-US" dirty="0"/>
          </a:p>
          <a:p>
            <a:pPr>
              <a:buFont typeface="+mj-lt"/>
              <a:buAutoNum type="arabicPeriod"/>
            </a:pPr>
            <a:r>
              <a:rPr lang="en-US" dirty="0"/>
              <a:t>Write a short paragraph (100-200 words) about yourself, focusing on:</a:t>
            </a:r>
          </a:p>
          <a:p>
            <a:pPr marL="742950" lvl="1" indent="-285750">
              <a:buFont typeface="+mj-lt"/>
              <a:buAutoNum type="arabicPeriod"/>
            </a:pPr>
            <a:r>
              <a:rPr lang="en-US" dirty="0"/>
              <a:t>Your goals</a:t>
            </a:r>
          </a:p>
          <a:p>
            <a:pPr marL="742950" lvl="1" indent="-285750">
              <a:buFont typeface="+mj-lt"/>
              <a:buAutoNum type="arabicPeriod"/>
            </a:pPr>
            <a:r>
              <a:rPr lang="en-US" dirty="0"/>
              <a:t>Key skills</a:t>
            </a:r>
          </a:p>
          <a:p>
            <a:pPr marL="742950" lvl="1" indent="-285750">
              <a:buFont typeface="+mj-lt"/>
              <a:buAutoNum type="arabicPeriod"/>
            </a:pPr>
            <a:r>
              <a:rPr lang="en-US" dirty="0"/>
              <a:t>Experience or projects</a:t>
            </a:r>
          </a:p>
          <a:p>
            <a:pPr>
              <a:buFont typeface="+mj-lt"/>
              <a:buAutoNum type="arabicPeriod"/>
            </a:pPr>
            <a:r>
              <a:rPr lang="en-US" dirty="0"/>
              <a:t>End with a call-to-action, like:</a:t>
            </a:r>
          </a:p>
          <a:p>
            <a:pPr marL="742950" lvl="1" indent="-285750">
              <a:buFont typeface="+mj-lt"/>
              <a:buAutoNum type="arabicPeriod"/>
            </a:pPr>
            <a:r>
              <a:rPr lang="en-US" dirty="0"/>
              <a:t>“Feel free to connect with me for collaboration opportunities!”</a:t>
            </a:r>
          </a:p>
          <a:p>
            <a:pPr marL="0" indent="0" algn="l">
              <a:spcAft>
                <a:spcPts val="300"/>
              </a:spcAft>
              <a:buNone/>
            </a:pPr>
            <a:br>
              <a:rPr lang="en-US" b="0" i="0" dirty="0">
                <a:solidFill>
                  <a:srgbClr val="202124"/>
                </a:solidFill>
                <a:effectLst/>
                <a:latin typeface="Arial" panose="020B0604020202020204" pitchFamily="34" charset="0"/>
              </a:rPr>
            </a:br>
            <a:endParaRPr lang="en-US" dirty="0"/>
          </a:p>
        </p:txBody>
      </p:sp>
    </p:spTree>
    <p:extLst>
      <p:ext uri="{BB962C8B-B14F-4D97-AF65-F5344CB8AC3E}">
        <p14:creationId xmlns:p14="http://schemas.microsoft.com/office/powerpoint/2010/main" val="381325438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709E0E-41FA-783D-3913-9F37732A71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69F8C8-9A45-7F81-D2AE-39CB127D9A3E}"/>
              </a:ext>
            </a:extLst>
          </p:cNvPr>
          <p:cNvSpPr>
            <a:spLocks noGrp="1"/>
          </p:cNvSpPr>
          <p:nvPr>
            <p:ph type="title"/>
          </p:nvPr>
        </p:nvSpPr>
        <p:spPr>
          <a:xfrm>
            <a:off x="721242" y="365125"/>
            <a:ext cx="10515600" cy="1472974"/>
          </a:xfrm>
          <a:noFill/>
        </p:spPr>
        <p:txBody>
          <a:bodyPr anchor="ctr"/>
          <a:lstStyle/>
          <a:p>
            <a:r>
              <a:rPr lang="en-US" b="1" dirty="0"/>
              <a:t>Step-by-Step Guide to Setting Up a LinkedIn Profile</a:t>
            </a:r>
          </a:p>
        </p:txBody>
      </p:sp>
      <p:sp>
        <p:nvSpPr>
          <p:cNvPr id="3" name="Content Placeholder 2">
            <a:extLst>
              <a:ext uri="{FF2B5EF4-FFF2-40B4-BE49-F238E27FC236}">
                <a16:creationId xmlns:a16="http://schemas.microsoft.com/office/drawing/2014/main" id="{16B2E73F-8B0C-4911-9A24-BB61E14C054A}"/>
              </a:ext>
            </a:extLst>
          </p:cNvPr>
          <p:cNvSpPr>
            <a:spLocks noGrp="1"/>
          </p:cNvSpPr>
          <p:nvPr>
            <p:ph sz="quarter" idx="13"/>
          </p:nvPr>
        </p:nvSpPr>
        <p:spPr>
          <a:xfrm>
            <a:off x="838200" y="1838099"/>
            <a:ext cx="9262730" cy="4284889"/>
          </a:xfrm>
          <a:noFill/>
        </p:spPr>
        <p:txBody>
          <a:bodyPr vert="horz" lIns="91440" tIns="45720" rIns="91440" bIns="45720" rtlCol="0" anchor="t">
            <a:normAutofit lnSpcReduction="10000"/>
          </a:bodyPr>
          <a:lstStyle/>
          <a:p>
            <a:pPr marL="0" indent="0">
              <a:buNone/>
            </a:pPr>
            <a:r>
              <a:rPr lang="en-US" sz="2400" b="1" dirty="0"/>
              <a:t>Step 5: Add Your Education Details</a:t>
            </a:r>
          </a:p>
          <a:p>
            <a:pPr>
              <a:buFont typeface="+mj-lt"/>
              <a:buAutoNum type="arabicPeriod"/>
            </a:pPr>
            <a:r>
              <a:rPr lang="en-US" dirty="0"/>
              <a:t>Go to the </a:t>
            </a:r>
            <a:r>
              <a:rPr lang="en-US" b="1" dirty="0"/>
              <a:t>Education</a:t>
            </a:r>
            <a:r>
              <a:rPr lang="en-US" dirty="0"/>
              <a:t> section and click </a:t>
            </a:r>
            <a:r>
              <a:rPr lang="en-US" b="1" dirty="0"/>
              <a:t>Add Education.</a:t>
            </a:r>
            <a:endParaRPr lang="en-US" dirty="0"/>
          </a:p>
          <a:p>
            <a:pPr>
              <a:buFont typeface="+mj-lt"/>
              <a:buAutoNum type="arabicPeriod"/>
            </a:pPr>
            <a:r>
              <a:rPr lang="en-US" dirty="0"/>
              <a:t>Fill in:</a:t>
            </a:r>
          </a:p>
          <a:p>
            <a:pPr marL="742950" lvl="1" indent="-285750">
              <a:buFont typeface="+mj-lt"/>
              <a:buAutoNum type="arabicPeriod"/>
            </a:pPr>
            <a:r>
              <a:rPr lang="en-US" dirty="0"/>
              <a:t>School Name</a:t>
            </a:r>
          </a:p>
          <a:p>
            <a:pPr marL="742950" lvl="1" indent="-285750">
              <a:buFont typeface="+mj-lt"/>
              <a:buAutoNum type="arabicPeriod"/>
            </a:pPr>
            <a:r>
              <a:rPr lang="en-US" dirty="0"/>
              <a:t>Degree (e.g., High School Diploma)</a:t>
            </a:r>
          </a:p>
          <a:p>
            <a:pPr marL="742950" lvl="1" indent="-285750">
              <a:buFont typeface="+mj-lt"/>
              <a:buAutoNum type="arabicPeriod"/>
            </a:pPr>
            <a:r>
              <a:rPr lang="en-US" dirty="0"/>
              <a:t>Field of Study (if applicable)</a:t>
            </a:r>
          </a:p>
          <a:p>
            <a:pPr marL="742950" lvl="1" indent="-285750">
              <a:buFont typeface="+mj-lt"/>
              <a:buAutoNum type="arabicPeriod"/>
            </a:pPr>
            <a:r>
              <a:rPr lang="en-US" dirty="0"/>
              <a:t>Start and End Dates</a:t>
            </a:r>
          </a:p>
          <a:p>
            <a:pPr>
              <a:buFont typeface="+mj-lt"/>
              <a:buAutoNum type="arabicPeriod"/>
            </a:pPr>
            <a:r>
              <a:rPr lang="en-US" dirty="0"/>
              <a:t>Optionally, add activities, awards, or notable projects.</a:t>
            </a:r>
          </a:p>
          <a:p>
            <a:pPr marL="0" indent="0" algn="l">
              <a:spcAft>
                <a:spcPts val="300"/>
              </a:spcAft>
              <a:buNone/>
            </a:pPr>
            <a:br>
              <a:rPr lang="en-US" b="0" i="0" dirty="0">
                <a:solidFill>
                  <a:srgbClr val="202124"/>
                </a:solidFill>
                <a:effectLst/>
                <a:latin typeface="Arial" panose="020B0604020202020204" pitchFamily="34" charset="0"/>
              </a:rPr>
            </a:br>
            <a:endParaRPr lang="en-US" dirty="0"/>
          </a:p>
        </p:txBody>
      </p:sp>
    </p:spTree>
    <p:extLst>
      <p:ext uri="{BB962C8B-B14F-4D97-AF65-F5344CB8AC3E}">
        <p14:creationId xmlns:p14="http://schemas.microsoft.com/office/powerpoint/2010/main" val="416179873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68B859-E985-E1F1-489A-506DD5E7A8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E08D92-6696-8438-1A8C-70AC2B86776E}"/>
              </a:ext>
            </a:extLst>
          </p:cNvPr>
          <p:cNvSpPr>
            <a:spLocks noGrp="1"/>
          </p:cNvSpPr>
          <p:nvPr>
            <p:ph type="title"/>
          </p:nvPr>
        </p:nvSpPr>
        <p:spPr>
          <a:xfrm>
            <a:off x="721242" y="365125"/>
            <a:ext cx="10515600" cy="1472974"/>
          </a:xfrm>
          <a:noFill/>
        </p:spPr>
        <p:txBody>
          <a:bodyPr anchor="ctr"/>
          <a:lstStyle/>
          <a:p>
            <a:r>
              <a:rPr lang="en-US" b="1" dirty="0"/>
              <a:t>Step-by-Step Guide to Setting Up a LinkedIn Profile</a:t>
            </a:r>
          </a:p>
        </p:txBody>
      </p:sp>
      <p:sp>
        <p:nvSpPr>
          <p:cNvPr id="3" name="Content Placeholder 2">
            <a:extLst>
              <a:ext uri="{FF2B5EF4-FFF2-40B4-BE49-F238E27FC236}">
                <a16:creationId xmlns:a16="http://schemas.microsoft.com/office/drawing/2014/main" id="{12F2B8C1-6DAB-1F32-041B-508936A6F0CA}"/>
              </a:ext>
            </a:extLst>
          </p:cNvPr>
          <p:cNvSpPr>
            <a:spLocks noGrp="1"/>
          </p:cNvSpPr>
          <p:nvPr>
            <p:ph sz="quarter" idx="13"/>
          </p:nvPr>
        </p:nvSpPr>
        <p:spPr>
          <a:xfrm>
            <a:off x="838200" y="1838099"/>
            <a:ext cx="9262730" cy="4284889"/>
          </a:xfrm>
          <a:noFill/>
        </p:spPr>
        <p:txBody>
          <a:bodyPr vert="horz" lIns="91440" tIns="45720" rIns="91440" bIns="45720" rtlCol="0" anchor="t">
            <a:normAutofit lnSpcReduction="10000"/>
          </a:bodyPr>
          <a:lstStyle/>
          <a:p>
            <a:pPr marL="0" indent="0">
              <a:buNone/>
            </a:pPr>
            <a:r>
              <a:rPr lang="en-US" sz="2600" b="1" dirty="0"/>
              <a:t>Step 6: Highlight Your Skills</a:t>
            </a:r>
          </a:p>
          <a:p>
            <a:pPr marL="742950" lvl="1" indent="-285750">
              <a:buFont typeface="+mj-lt"/>
              <a:buAutoNum type="arabicPeriod"/>
            </a:pPr>
            <a:r>
              <a:rPr lang="en-US" sz="1800" dirty="0"/>
              <a:t>Scroll to the Skills section and click Add a Skill.</a:t>
            </a:r>
          </a:p>
          <a:p>
            <a:pPr marL="742950" lvl="1" indent="-285750">
              <a:buFont typeface="+mj-lt"/>
              <a:buAutoNum type="arabicPeriod"/>
            </a:pPr>
            <a:r>
              <a:rPr lang="en-US" sz="1800" dirty="0"/>
              <a:t>Add at least 5-10 skills related to your field.</a:t>
            </a:r>
          </a:p>
          <a:p>
            <a:pPr marL="742950" lvl="1" indent="-285750">
              <a:buFont typeface="+mj-lt"/>
              <a:buAutoNum type="arabicPeriod"/>
            </a:pPr>
            <a:r>
              <a:rPr lang="en-US" sz="1800" dirty="0"/>
              <a:t>Examples: </a:t>
            </a:r>
          </a:p>
          <a:p>
            <a:pPr marL="1200150" lvl="2" indent="-285750">
              <a:buFont typeface="+mj-lt"/>
              <a:buAutoNum type="arabicPeriod"/>
            </a:pPr>
            <a:r>
              <a:rPr lang="en-US" sz="1600" dirty="0"/>
              <a:t>Communication, </a:t>
            </a:r>
          </a:p>
          <a:p>
            <a:pPr marL="1200150" lvl="2" indent="-285750">
              <a:buFont typeface="+mj-lt"/>
              <a:buAutoNum type="arabicPeriod"/>
            </a:pPr>
            <a:r>
              <a:rPr lang="en-US" sz="1600" dirty="0"/>
              <a:t>Teamwork, </a:t>
            </a:r>
          </a:p>
          <a:p>
            <a:pPr marL="1200150" lvl="2" indent="-285750">
              <a:buFont typeface="+mj-lt"/>
              <a:buAutoNum type="arabicPeriod"/>
            </a:pPr>
            <a:r>
              <a:rPr lang="en-US" sz="1600" dirty="0"/>
              <a:t>Graphic,</a:t>
            </a:r>
          </a:p>
          <a:p>
            <a:pPr marL="1200150" lvl="2" indent="-285750">
              <a:buFont typeface="+mj-lt"/>
              <a:buAutoNum type="arabicPeriod"/>
            </a:pPr>
            <a:r>
              <a:rPr lang="en-US" sz="1600" dirty="0"/>
              <a:t> Design. </a:t>
            </a:r>
          </a:p>
          <a:p>
            <a:pPr marL="742950" lvl="1" indent="-285750">
              <a:buFont typeface="+mj-lt"/>
              <a:buAutoNum type="arabicPeriod"/>
            </a:pPr>
            <a:r>
              <a:rPr lang="en-US" sz="1800" dirty="0"/>
              <a:t>Writing Endorsements will strengthen this section over time</a:t>
            </a:r>
            <a:br>
              <a:rPr lang="en-US" dirty="0"/>
            </a:br>
            <a:endParaRPr lang="en-US" dirty="0"/>
          </a:p>
        </p:txBody>
      </p:sp>
    </p:spTree>
    <p:extLst>
      <p:ext uri="{BB962C8B-B14F-4D97-AF65-F5344CB8AC3E}">
        <p14:creationId xmlns:p14="http://schemas.microsoft.com/office/powerpoint/2010/main" val="102916738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6D82A2-CEE6-660D-B6BF-6E243B8CC2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525F9E-A207-38E4-0262-65B82BB6C8D2}"/>
              </a:ext>
            </a:extLst>
          </p:cNvPr>
          <p:cNvSpPr>
            <a:spLocks noGrp="1"/>
          </p:cNvSpPr>
          <p:nvPr>
            <p:ph type="title"/>
          </p:nvPr>
        </p:nvSpPr>
        <p:spPr>
          <a:xfrm>
            <a:off x="721242" y="365125"/>
            <a:ext cx="10515600" cy="1472974"/>
          </a:xfrm>
          <a:noFill/>
        </p:spPr>
        <p:txBody>
          <a:bodyPr anchor="ctr"/>
          <a:lstStyle/>
          <a:p>
            <a:r>
              <a:rPr lang="en-US" b="1" dirty="0"/>
              <a:t>Step-by-Step Guide to Setting Up a LinkedIn Profile</a:t>
            </a:r>
          </a:p>
        </p:txBody>
      </p:sp>
      <p:sp>
        <p:nvSpPr>
          <p:cNvPr id="3" name="Content Placeholder 2">
            <a:extLst>
              <a:ext uri="{FF2B5EF4-FFF2-40B4-BE49-F238E27FC236}">
                <a16:creationId xmlns:a16="http://schemas.microsoft.com/office/drawing/2014/main" id="{494750B1-B8CC-849C-38D5-06B1CBB76B7A}"/>
              </a:ext>
            </a:extLst>
          </p:cNvPr>
          <p:cNvSpPr>
            <a:spLocks noGrp="1"/>
          </p:cNvSpPr>
          <p:nvPr>
            <p:ph sz="quarter" idx="13"/>
          </p:nvPr>
        </p:nvSpPr>
        <p:spPr>
          <a:xfrm>
            <a:off x="838200" y="1838099"/>
            <a:ext cx="9262730" cy="4284889"/>
          </a:xfrm>
          <a:noFill/>
        </p:spPr>
        <p:txBody>
          <a:bodyPr vert="horz" lIns="91440" tIns="45720" rIns="91440" bIns="45720" rtlCol="0" anchor="t">
            <a:normAutofit lnSpcReduction="10000"/>
          </a:bodyPr>
          <a:lstStyle/>
          <a:p>
            <a:pPr marL="0" indent="0">
              <a:buNone/>
            </a:pPr>
            <a:r>
              <a:rPr lang="en-US" sz="2400" b="1" dirty="0"/>
              <a:t>Step 7: Include Work Experience or Volunteering</a:t>
            </a:r>
          </a:p>
          <a:p>
            <a:pPr>
              <a:buFont typeface="+mj-lt"/>
              <a:buAutoNum type="arabicPeriod"/>
            </a:pPr>
            <a:r>
              <a:rPr lang="en-US" sz="2000" dirty="0"/>
              <a:t>Go to the </a:t>
            </a:r>
            <a:r>
              <a:rPr lang="en-US" sz="2000" b="1" dirty="0"/>
              <a:t>Experience</a:t>
            </a:r>
            <a:r>
              <a:rPr lang="en-US" sz="2000" dirty="0"/>
              <a:t> section and click </a:t>
            </a:r>
            <a:r>
              <a:rPr lang="en-US" sz="2000" b="1" dirty="0"/>
              <a:t>Add Experience.</a:t>
            </a:r>
            <a:endParaRPr lang="en-US" sz="2000" dirty="0"/>
          </a:p>
          <a:p>
            <a:pPr>
              <a:buFont typeface="+mj-lt"/>
              <a:buAutoNum type="arabicPeriod"/>
            </a:pPr>
            <a:r>
              <a:rPr lang="en-US" sz="2000" dirty="0"/>
              <a:t>If you have work experience or volunteering, include:</a:t>
            </a:r>
          </a:p>
          <a:p>
            <a:pPr marL="742950" lvl="1" indent="-285750">
              <a:buFont typeface="+mj-lt"/>
              <a:buAutoNum type="arabicPeriod"/>
            </a:pPr>
            <a:r>
              <a:rPr lang="en-US" sz="1800" dirty="0"/>
              <a:t>Job Title</a:t>
            </a:r>
          </a:p>
          <a:p>
            <a:pPr marL="742950" lvl="1" indent="-285750">
              <a:buFont typeface="+mj-lt"/>
              <a:buAutoNum type="arabicPeriod"/>
            </a:pPr>
            <a:r>
              <a:rPr lang="en-US" sz="1800" dirty="0"/>
              <a:t>Organization Name</a:t>
            </a:r>
          </a:p>
          <a:p>
            <a:pPr marL="742950" lvl="1" indent="-285750">
              <a:buFont typeface="+mj-lt"/>
              <a:buAutoNum type="arabicPeriod"/>
            </a:pPr>
            <a:r>
              <a:rPr lang="en-US" sz="1800" dirty="0"/>
              <a:t>Dates of Employment</a:t>
            </a:r>
          </a:p>
          <a:p>
            <a:pPr marL="742950" lvl="1" indent="-285750">
              <a:buFont typeface="+mj-lt"/>
              <a:buAutoNum type="arabicPeriod"/>
            </a:pPr>
            <a:r>
              <a:rPr lang="en-US" sz="1800" dirty="0"/>
              <a:t>Key Responsibilities and Achievements</a:t>
            </a:r>
          </a:p>
          <a:p>
            <a:pPr>
              <a:buFont typeface="+mj-lt"/>
              <a:buAutoNum type="arabicPeriod"/>
            </a:pPr>
            <a:r>
              <a:rPr lang="en-US" sz="2000" dirty="0"/>
              <a:t>For students, list part-time jobs, internships, or school projects.</a:t>
            </a:r>
          </a:p>
          <a:p>
            <a:pPr marL="457200" lvl="1" indent="0">
              <a:buNone/>
            </a:pPr>
            <a:br>
              <a:rPr lang="en-US" dirty="0"/>
            </a:br>
            <a:endParaRPr lang="en-US" dirty="0"/>
          </a:p>
        </p:txBody>
      </p:sp>
    </p:spTree>
    <p:extLst>
      <p:ext uri="{BB962C8B-B14F-4D97-AF65-F5344CB8AC3E}">
        <p14:creationId xmlns:p14="http://schemas.microsoft.com/office/powerpoint/2010/main" val="74625281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053A33-857B-43C4-737F-FDFE237E95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2F3E6A-F48E-81DD-5655-DA9B4EEA3884}"/>
              </a:ext>
            </a:extLst>
          </p:cNvPr>
          <p:cNvSpPr>
            <a:spLocks noGrp="1"/>
          </p:cNvSpPr>
          <p:nvPr>
            <p:ph type="title"/>
          </p:nvPr>
        </p:nvSpPr>
        <p:spPr>
          <a:xfrm>
            <a:off x="721242" y="365125"/>
            <a:ext cx="10515600" cy="1472974"/>
          </a:xfrm>
          <a:noFill/>
        </p:spPr>
        <p:txBody>
          <a:bodyPr anchor="ctr"/>
          <a:lstStyle/>
          <a:p>
            <a:r>
              <a:rPr lang="en-US" b="1" dirty="0"/>
              <a:t>Step-by-Step Guide to Setting Up a LinkedIn Profile</a:t>
            </a:r>
          </a:p>
        </p:txBody>
      </p:sp>
      <p:sp>
        <p:nvSpPr>
          <p:cNvPr id="3" name="Content Placeholder 2">
            <a:extLst>
              <a:ext uri="{FF2B5EF4-FFF2-40B4-BE49-F238E27FC236}">
                <a16:creationId xmlns:a16="http://schemas.microsoft.com/office/drawing/2014/main" id="{EF54C951-8A50-EDFB-D669-7B0A8F9CD9A1}"/>
              </a:ext>
            </a:extLst>
          </p:cNvPr>
          <p:cNvSpPr>
            <a:spLocks noGrp="1"/>
          </p:cNvSpPr>
          <p:nvPr>
            <p:ph sz="quarter" idx="13"/>
          </p:nvPr>
        </p:nvSpPr>
        <p:spPr>
          <a:xfrm>
            <a:off x="838200" y="1838099"/>
            <a:ext cx="9262730" cy="4284889"/>
          </a:xfrm>
          <a:noFill/>
        </p:spPr>
        <p:txBody>
          <a:bodyPr vert="horz" lIns="91440" tIns="45720" rIns="91440" bIns="45720" rtlCol="0" anchor="t">
            <a:normAutofit/>
          </a:bodyPr>
          <a:lstStyle/>
          <a:p>
            <a:pPr marL="0" indent="0">
              <a:buNone/>
            </a:pPr>
            <a:r>
              <a:rPr lang="en-US" sz="2400" b="1" dirty="0"/>
              <a:t>Step 8: Build Your Network</a:t>
            </a:r>
          </a:p>
          <a:p>
            <a:pPr>
              <a:buFont typeface="+mj-lt"/>
              <a:buAutoNum type="arabicPeriod"/>
            </a:pPr>
            <a:r>
              <a:rPr lang="en-US" sz="2000" dirty="0"/>
              <a:t>Use the </a:t>
            </a:r>
            <a:r>
              <a:rPr lang="en-US" sz="2000" b="1" dirty="0"/>
              <a:t>Search Bar</a:t>
            </a:r>
            <a:r>
              <a:rPr lang="en-US" sz="2000" dirty="0"/>
              <a:t> to find classmates, teachers, or professionals in your field of interest.</a:t>
            </a:r>
          </a:p>
          <a:p>
            <a:pPr>
              <a:buFont typeface="+mj-lt"/>
              <a:buAutoNum type="arabicPeriod"/>
            </a:pPr>
            <a:r>
              <a:rPr lang="en-US" sz="2000" dirty="0"/>
              <a:t>Click </a:t>
            </a:r>
            <a:r>
              <a:rPr lang="en-US" sz="2000" b="1" dirty="0"/>
              <a:t>Connect</a:t>
            </a:r>
            <a:r>
              <a:rPr lang="en-US" sz="2000" dirty="0"/>
              <a:t> to send an invitation.</a:t>
            </a:r>
          </a:p>
          <a:p>
            <a:pPr>
              <a:buFont typeface="+mj-lt"/>
              <a:buAutoNum type="arabicPeriod"/>
            </a:pPr>
            <a:r>
              <a:rPr lang="en-US" sz="2000" dirty="0"/>
              <a:t>Write a short, polite note with your connection requests, like:</a:t>
            </a:r>
          </a:p>
          <a:p>
            <a:pPr marL="742950" lvl="1" indent="-285750">
              <a:buFont typeface="+mj-lt"/>
              <a:buAutoNum type="arabicPeriod"/>
            </a:pPr>
            <a:r>
              <a:rPr lang="en-US" sz="1800" dirty="0"/>
              <a:t>“Hi [Name], I’m excited to connect with you as I build my professional network!”</a:t>
            </a:r>
          </a:p>
          <a:p>
            <a:pPr marL="457200" lvl="1" indent="0">
              <a:buNone/>
            </a:pPr>
            <a:br>
              <a:rPr lang="en-US" dirty="0"/>
            </a:br>
            <a:endParaRPr lang="en-US" dirty="0"/>
          </a:p>
        </p:txBody>
      </p:sp>
    </p:spTree>
    <p:extLst>
      <p:ext uri="{BB962C8B-B14F-4D97-AF65-F5344CB8AC3E}">
        <p14:creationId xmlns:p14="http://schemas.microsoft.com/office/powerpoint/2010/main" val="2231724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97A7B5-30D0-C658-E275-65CD046469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189E50-774B-8E2F-4338-858F654A985F}"/>
              </a:ext>
            </a:extLst>
          </p:cNvPr>
          <p:cNvSpPr>
            <a:spLocks noGrp="1"/>
          </p:cNvSpPr>
          <p:nvPr>
            <p:ph type="title"/>
          </p:nvPr>
        </p:nvSpPr>
        <p:spPr>
          <a:xfrm>
            <a:off x="721242" y="365125"/>
            <a:ext cx="10515600" cy="1472974"/>
          </a:xfrm>
          <a:noFill/>
        </p:spPr>
        <p:txBody>
          <a:bodyPr anchor="ctr"/>
          <a:lstStyle/>
          <a:p>
            <a:r>
              <a:rPr lang="en-US" b="1" dirty="0"/>
              <a:t>Step-by-Step Guide to Setting Up a LinkedIn Profile</a:t>
            </a:r>
          </a:p>
        </p:txBody>
      </p:sp>
      <p:sp>
        <p:nvSpPr>
          <p:cNvPr id="3" name="Content Placeholder 2">
            <a:extLst>
              <a:ext uri="{FF2B5EF4-FFF2-40B4-BE49-F238E27FC236}">
                <a16:creationId xmlns:a16="http://schemas.microsoft.com/office/drawing/2014/main" id="{83F573AB-1911-F90A-7CC4-39AE019461F7}"/>
              </a:ext>
            </a:extLst>
          </p:cNvPr>
          <p:cNvSpPr>
            <a:spLocks noGrp="1"/>
          </p:cNvSpPr>
          <p:nvPr>
            <p:ph sz="quarter" idx="13"/>
          </p:nvPr>
        </p:nvSpPr>
        <p:spPr>
          <a:xfrm>
            <a:off x="838200" y="1838099"/>
            <a:ext cx="9262730" cy="4284889"/>
          </a:xfrm>
          <a:noFill/>
        </p:spPr>
        <p:txBody>
          <a:bodyPr vert="horz" lIns="91440" tIns="45720" rIns="91440" bIns="45720" rtlCol="0" anchor="t">
            <a:normAutofit/>
          </a:bodyPr>
          <a:lstStyle/>
          <a:p>
            <a:pPr marL="0" indent="0">
              <a:buNone/>
            </a:pPr>
            <a:r>
              <a:rPr lang="en-US" sz="2400" b="1" dirty="0"/>
              <a:t>Step 9: Follow Relevant Pages</a:t>
            </a:r>
          </a:p>
          <a:p>
            <a:pPr>
              <a:buFont typeface="+mj-lt"/>
              <a:buAutoNum type="arabicPeriod"/>
            </a:pPr>
            <a:r>
              <a:rPr lang="en-US" dirty="0"/>
              <a:t>Follow companies, industry leaders, or organizations related to your field.</a:t>
            </a:r>
          </a:p>
          <a:p>
            <a:pPr>
              <a:buFont typeface="+mj-lt"/>
              <a:buAutoNum type="arabicPeriod"/>
            </a:pPr>
            <a:r>
              <a:rPr lang="en-US" dirty="0"/>
              <a:t>Engage with their posts to stay updated and showcase your interest.</a:t>
            </a:r>
          </a:p>
          <a:p>
            <a:pPr marL="0" indent="0">
              <a:buNone/>
            </a:pPr>
            <a:endParaRPr lang="en-US" b="1" dirty="0"/>
          </a:p>
          <a:p>
            <a:pPr marL="0" indent="0">
              <a:buNone/>
            </a:pPr>
            <a:r>
              <a:rPr lang="en-US" sz="2400" b="1" dirty="0"/>
              <a:t>Step 10: Regularly Update Your Profile</a:t>
            </a:r>
          </a:p>
          <a:p>
            <a:pPr>
              <a:buFont typeface="+mj-lt"/>
              <a:buAutoNum type="arabicPeriod"/>
            </a:pPr>
            <a:r>
              <a:rPr lang="en-US" dirty="0"/>
              <a:t>Add new experiences, certifications, or skills as you gain them.</a:t>
            </a:r>
          </a:p>
          <a:p>
            <a:pPr>
              <a:buFont typeface="+mj-lt"/>
              <a:buAutoNum type="arabicPeriod"/>
            </a:pPr>
            <a:r>
              <a:rPr lang="en-US" dirty="0"/>
              <a:t>Post about your achievements or share articles relevant to your field</a:t>
            </a:r>
          </a:p>
          <a:p>
            <a:pPr marL="457200" lvl="1" indent="0">
              <a:buNone/>
            </a:pPr>
            <a:br>
              <a:rPr lang="en-US" dirty="0"/>
            </a:br>
            <a:endParaRPr lang="en-US" dirty="0"/>
          </a:p>
        </p:txBody>
      </p:sp>
    </p:spTree>
    <p:extLst>
      <p:ext uri="{BB962C8B-B14F-4D97-AF65-F5344CB8AC3E}">
        <p14:creationId xmlns:p14="http://schemas.microsoft.com/office/powerpoint/2010/main" val="29230737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BAC361-0D7A-DC05-86B5-6DD77D322F5B}"/>
              </a:ext>
            </a:extLst>
          </p:cNvPr>
          <p:cNvSpPr>
            <a:spLocks noGrp="1"/>
          </p:cNvSpPr>
          <p:nvPr>
            <p:ph type="title"/>
          </p:nvPr>
        </p:nvSpPr>
        <p:spPr>
          <a:xfrm>
            <a:off x="383876" y="764502"/>
            <a:ext cx="5315035" cy="5328996"/>
          </a:xfrm>
          <a:noFill/>
        </p:spPr>
        <p:txBody>
          <a:bodyPr/>
          <a:lstStyle/>
          <a:p>
            <a:r>
              <a:rPr lang="en-US" dirty="0"/>
              <a:t>Thank you</a:t>
            </a:r>
          </a:p>
        </p:txBody>
      </p:sp>
      <p:sp>
        <p:nvSpPr>
          <p:cNvPr id="3" name="Content Placeholder 2">
            <a:extLst>
              <a:ext uri="{FF2B5EF4-FFF2-40B4-BE49-F238E27FC236}">
                <a16:creationId xmlns:a16="http://schemas.microsoft.com/office/drawing/2014/main" id="{1BE98EFF-197D-3136-70B9-7BBD30A48931}"/>
              </a:ext>
            </a:extLst>
          </p:cNvPr>
          <p:cNvSpPr>
            <a:spLocks noGrp="1"/>
          </p:cNvSpPr>
          <p:nvPr>
            <p:ph idx="1"/>
          </p:nvPr>
        </p:nvSpPr>
        <p:spPr>
          <a:xfrm>
            <a:off x="6605455" y="755171"/>
            <a:ext cx="4619937" cy="5315035"/>
          </a:xfrm>
          <a:noFill/>
        </p:spPr>
        <p:txBody>
          <a:bodyPr>
            <a:normAutofit/>
          </a:bodyPr>
          <a:lstStyle/>
          <a:p>
            <a:r>
              <a:rPr lang="en-US" sz="2800" dirty="0" err="1"/>
              <a:t>Mr</a:t>
            </a:r>
            <a:r>
              <a:rPr lang="en-US" sz="2800" dirty="0"/>
              <a:t> Khurram Iqbal, </a:t>
            </a:r>
          </a:p>
          <a:p>
            <a:r>
              <a:rPr lang="en-US" dirty="0"/>
              <a:t>COMSATS University, Islamabad.</a:t>
            </a:r>
          </a:p>
          <a:p>
            <a:r>
              <a:rPr lang="en-US" dirty="0"/>
              <a:t>Khurram.Iqbal@comsats.edu.pk</a:t>
            </a:r>
          </a:p>
        </p:txBody>
      </p:sp>
    </p:spTree>
    <p:extLst>
      <p:ext uri="{BB962C8B-B14F-4D97-AF65-F5344CB8AC3E}">
        <p14:creationId xmlns:p14="http://schemas.microsoft.com/office/powerpoint/2010/main" val="1562484837"/>
      </p:ext>
    </p:extLst>
  </p:cSld>
  <p:clrMapOvr>
    <a:masterClrMapping/>
  </p:clrMapOvr>
</p:sld>
</file>

<file path=ppt/theme/theme1.xml><?xml version="1.0" encoding="utf-8"?>
<a:theme xmlns:a="http://schemas.openxmlformats.org/drawingml/2006/main" name="Custom">
  <a:themeElements>
    <a:clrScheme name="TM78504181">
      <a:dk1>
        <a:srgbClr val="000000"/>
      </a:dk1>
      <a:lt1>
        <a:srgbClr val="FFFFFF"/>
      </a:lt1>
      <a:dk2>
        <a:srgbClr val="FFF8F4"/>
      </a:dk2>
      <a:lt2>
        <a:srgbClr val="E8E8E8"/>
      </a:lt2>
      <a:accent1>
        <a:srgbClr val="EE7660"/>
      </a:accent1>
      <a:accent2>
        <a:srgbClr val="4D90EF"/>
      </a:accent2>
      <a:accent3>
        <a:srgbClr val="5B5160"/>
      </a:accent3>
      <a:accent4>
        <a:srgbClr val="2BC2B4"/>
      </a:accent4>
      <a:accent5>
        <a:srgbClr val="C097F8"/>
      </a:accent5>
      <a:accent6>
        <a:srgbClr val="FF9413"/>
      </a:accent6>
      <a:hlink>
        <a:srgbClr val="467886"/>
      </a:hlink>
      <a:folHlink>
        <a:srgbClr val="96607D"/>
      </a:folHlink>
    </a:clrScheme>
    <a:fontScheme name="Custom 49">
      <a:majorFont>
        <a:latin typeface="Tw Cen MT"/>
        <a:ea typeface=""/>
        <a:cs typeface=""/>
      </a:majorFont>
      <a:minorFont>
        <a:latin typeface="Avenir Next LT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TM78504181_Win32_SL_V11" id="{D9600F65-346D-4C25-A611-673E5C44A142}" vid="{299F2556-E258-444F-A1E6-FA759CE2285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130005B-6102-4F3C-A26F-485DF1BF9717}">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4E60708A-6461-4D7F-883F-7E25D731D326}">
  <ds:schemaRefs>
    <ds:schemaRef ds:uri="http://schemas.microsoft.com/sharepoint/v3/contenttype/forms"/>
  </ds:schemaRefs>
</ds:datastoreItem>
</file>

<file path=customXml/itemProps3.xml><?xml version="1.0" encoding="utf-8"?>
<ds:datastoreItem xmlns:ds="http://schemas.openxmlformats.org/officeDocument/2006/customXml" ds:itemID="{2BC90B52-91C7-4BE9-8AE0-180FFFE1100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{E9445752-0904-46BF-8DC5-D6DEE2AE00B2}tf78504181_win32</Template>
  <TotalTime>1456</TotalTime>
  <Words>4014</Words>
  <Application>Microsoft Office PowerPoint</Application>
  <PresentationFormat>Widescreen</PresentationFormat>
  <Paragraphs>350</Paragraphs>
  <Slides>46</Slides>
  <Notes>45</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46</vt:i4>
      </vt:variant>
    </vt:vector>
  </HeadingPairs>
  <TitlesOfParts>
    <vt:vector size="57" baseType="lpstr">
      <vt:lpstr>__sofiaProRegular_765997</vt:lpstr>
      <vt:lpstr>Aptos</vt:lpstr>
      <vt:lpstr>Arial</vt:lpstr>
      <vt:lpstr>Avenir Next LT Pro</vt:lpstr>
      <vt:lpstr>Avenir Next LT Pro Light</vt:lpstr>
      <vt:lpstr>Calibri</vt:lpstr>
      <vt:lpstr>Cambria</vt:lpstr>
      <vt:lpstr>Georgia</vt:lpstr>
      <vt:lpstr>Google Sans</vt:lpstr>
      <vt:lpstr>Tw Cen MT</vt:lpstr>
      <vt:lpstr>Custom</vt:lpstr>
      <vt:lpstr>Introduction to  Freelancing   </vt:lpstr>
      <vt:lpstr>Agenda</vt:lpstr>
      <vt:lpstr>What is a freelancer?</vt:lpstr>
      <vt:lpstr>What is a freelancer?</vt:lpstr>
      <vt:lpstr>What are Pros &amp; Cons of being freelancer?</vt:lpstr>
      <vt:lpstr>How to Become a Freelancer</vt:lpstr>
      <vt:lpstr>How to Become a Freelancer</vt:lpstr>
      <vt:lpstr>Step 1: Consider whether freelancing is for you.</vt:lpstr>
      <vt:lpstr>Step 2: Find a Platform.</vt:lpstr>
      <vt:lpstr>Step 3: Build your profile.</vt:lpstr>
      <vt:lpstr>Step 4: Build your portfolio.</vt:lpstr>
      <vt:lpstr>Step 5: Determine your price.</vt:lpstr>
      <vt:lpstr>Step 6: Find work.</vt:lpstr>
      <vt:lpstr>Step 7: Focus on client relationships.</vt:lpstr>
      <vt:lpstr>Available Platforms</vt:lpstr>
      <vt:lpstr>Freelancing Platforms:</vt:lpstr>
      <vt:lpstr>How to make the perfect Fiverr account</vt:lpstr>
      <vt:lpstr>Create Your Account On Fiverr</vt:lpstr>
      <vt:lpstr>Set Up Your Profile</vt:lpstr>
      <vt:lpstr>Create Gigs On Fiverr</vt:lpstr>
      <vt:lpstr>Create Gigs On Fiverr</vt:lpstr>
      <vt:lpstr>The Price Of Your Gigs</vt:lpstr>
      <vt:lpstr>Mention Frequently Asked Questions (FAQ’s)</vt:lpstr>
      <vt:lpstr>Your Requirements</vt:lpstr>
      <vt:lpstr>Make impactful Gigs Gallery Content</vt:lpstr>
      <vt:lpstr>Tutorial Setting up your Fiverr Profile</vt:lpstr>
      <vt:lpstr>Setting up your Fiverr Profile</vt:lpstr>
      <vt:lpstr>Setting up your Fiverr Profile</vt:lpstr>
      <vt:lpstr>Setting up your Fiverr Profile</vt:lpstr>
      <vt:lpstr>Setting up your Fiverr Profile</vt:lpstr>
      <vt:lpstr>Setting up your Fiverr Profile</vt:lpstr>
      <vt:lpstr>Setting up your Fiverr Profile</vt:lpstr>
      <vt:lpstr>Setting up your Fiverr Profile</vt:lpstr>
      <vt:lpstr>Tips for High School Freelancers</vt:lpstr>
      <vt:lpstr>Setting up your Fiverr Profile( In a Nutshell)</vt:lpstr>
      <vt:lpstr>Step-by-Step Guide to Setting Up a LinkedIn Profile</vt:lpstr>
      <vt:lpstr>Step-by-Step Guide to Setting Up a LinkedIn Profile</vt:lpstr>
      <vt:lpstr>Step-by-Step Guide to Setting Up a LinkedIn Profile</vt:lpstr>
      <vt:lpstr>Step-by-Step Guide to Setting Up a LinkedIn Profile</vt:lpstr>
      <vt:lpstr>Step-by-Step Guide to Setting Up a LinkedIn Profile</vt:lpstr>
      <vt:lpstr>Step-by-Step Guide to Setting Up a LinkedIn Profile</vt:lpstr>
      <vt:lpstr>Step-by-Step Guide to Setting Up a LinkedIn Profile</vt:lpstr>
      <vt:lpstr>Step-by-Step Guide to Setting Up a LinkedIn Profile</vt:lpstr>
      <vt:lpstr>Step-by-Step Guide to Setting Up a LinkedIn Profile</vt:lpstr>
      <vt:lpstr>Step-by-Step Guide to Setting Up a LinkedIn Profile</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Khurram Iqbal</dc:creator>
  <cp:lastModifiedBy>Khurram Iqbal</cp:lastModifiedBy>
  <cp:revision>3</cp:revision>
  <dcterms:created xsi:type="dcterms:W3CDTF">2024-11-25T13:59:09Z</dcterms:created>
  <dcterms:modified xsi:type="dcterms:W3CDTF">2024-11-26T14:15:18Z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