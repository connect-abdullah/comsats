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41"/>
  </p:notesMasterIdLst>
  <p:sldIdLst>
    <p:sldId id="256" r:id="rId2"/>
    <p:sldId id="463" r:id="rId3"/>
    <p:sldId id="464" r:id="rId4"/>
    <p:sldId id="465" r:id="rId5"/>
    <p:sldId id="466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482" r:id="rId22"/>
    <p:sldId id="483" r:id="rId23"/>
    <p:sldId id="484" r:id="rId24"/>
    <p:sldId id="485" r:id="rId25"/>
    <p:sldId id="486" r:id="rId26"/>
    <p:sldId id="487" r:id="rId27"/>
    <p:sldId id="488" r:id="rId28"/>
    <p:sldId id="489" r:id="rId29"/>
    <p:sldId id="490" r:id="rId30"/>
    <p:sldId id="491" r:id="rId31"/>
    <p:sldId id="492" r:id="rId32"/>
    <p:sldId id="493" r:id="rId33"/>
    <p:sldId id="494" r:id="rId34"/>
    <p:sldId id="495" r:id="rId35"/>
    <p:sldId id="496" r:id="rId36"/>
    <p:sldId id="497" r:id="rId37"/>
    <p:sldId id="498" r:id="rId38"/>
    <p:sldId id="499" r:id="rId39"/>
    <p:sldId id="500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6F5D3-6E95-1B0F-F0CA-4BFECBA4CB22}" v="15" dt="2023-02-20T08:59:32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0" autoAdjust="0"/>
  </p:normalViewPr>
  <p:slideViewPr>
    <p:cSldViewPr>
      <p:cViewPr varScale="1">
        <p:scale>
          <a:sx n="114" d="100"/>
          <a:sy n="114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89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1c2427dda35d2ee6a2307f81f3e58f292c47afc6611ded4c180efc746fe912c::" providerId="AD" clId="Web-{A7B6F5D3-6E95-1B0F-F0CA-4BFECBA4CB22}"/>
    <pc:docChg chg="modSld">
      <pc:chgData name="Guest User" userId="S::urn:spo:anon#01c2427dda35d2ee6a2307f81f3e58f292c47afc6611ded4c180efc746fe912c::" providerId="AD" clId="Web-{A7B6F5D3-6E95-1B0F-F0CA-4BFECBA4CB22}" dt="2023-02-20T08:59:32.193" v="13" actId="20577"/>
      <pc:docMkLst>
        <pc:docMk/>
      </pc:docMkLst>
      <pc:sldChg chg="modSp">
        <pc:chgData name="Guest User" userId="S::urn:spo:anon#01c2427dda35d2ee6a2307f81f3e58f292c47afc6611ded4c180efc746fe912c::" providerId="AD" clId="Web-{A7B6F5D3-6E95-1B0F-F0CA-4BFECBA4CB22}" dt="2023-02-20T08:59:32.193" v="13" actId="20577"/>
        <pc:sldMkLst>
          <pc:docMk/>
          <pc:sldMk cId="0" sldId="314"/>
        </pc:sldMkLst>
        <pc:spChg chg="mod">
          <ac:chgData name="Guest User" userId="S::urn:spo:anon#01c2427dda35d2ee6a2307f81f3e58f292c47afc6611ded4c180efc746fe912c::" providerId="AD" clId="Web-{A7B6F5D3-6E95-1B0F-F0CA-4BFECBA4CB22}" dt="2023-02-20T08:59:32.193" v="13" actId="20577"/>
          <ac:spMkLst>
            <pc:docMk/>
            <pc:sldMk cId="0" sldId="314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4:38.93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869 303,'0'0,"-25"25,25 0,-25 0,0 0,1 24,-1 1,0-1,25 1,25-25,-25 25,25-26,-1-24,1 25,0-50,25 25,-26 0,1-24,25 24,-25-25,-1 25,1-25,0 0,-25 0,0 0,0 1,0-1,25 25,-25 0,0 0,0 0,0 0,0 0,0 0,0-25,0 25,0 0,0 0,0-25,0 0,0 1,0-1,0 25,0 0,0 0,0 0,-25 0,25 0,-25 0,0 0,25-25,0 25,-24-25,-1 25,25 0,-25-25,25 25,-25 25,0-25,1 25,24-25,-25 25</inkml:trace>
  <inkml:trace contextRef="#ctx0" brushRef="#br0" timeOffset="1377">1167 527,'0'0,"0"0,0 24,0 1,0 0,0 25,0 24,24 25,-24 1,25-26,-50 25,25-24,0 24,-24 0,24-25,-25 0,25-24,0-1,25-24,-25-50,0 0</inkml:trace>
  <inkml:trace contextRef="#ctx0" brushRef="#br0" timeOffset="2214">1439 551,'0'0,"0"0,0-24,25 24,0-25,0 0,0 0,-1 25,1 0,25 0,-1 0,1 25,0-25,-26 0,-24 0,0 25,0 24,-24 1,-26 25,25-1,-24 0,24-24,-25 0,50-26,-25 1,25 0,0-25,25 0,-25-25,25 25,0-25,24 1,-24-1,25 25,-25 0,-1 0,1 25,0-1,-25 26,25-25,0 0,-25-1,0 1,24 0,-24 25,0-1,-24 1,-1 0,-25-26,1 26,-1-26,-24 1,-1-25,26 0,-1-25,25 25</inkml:trace>
  <inkml:trace contextRef="#ctx0" brushRef="#br0" timeOffset="3823">2309 551,'-25'-24,"25"24,0 0,-25 0,50 0,-25-25,25 25,-1-25,1 25,0-25,0 25,24 0,-24 0,0 25,25 0,-50 0,24 24,-24 1,0 0,0-1,0 26,-24-26,-1 1,0-1,-25 1,26 24,-26-24,25 0,-24-1,24 1,0-25,25 0,-25-1,25-24,25 0,-25 25,25-50,0 25,-1-24,1 24,25-25,-25 0,24 25,1-25,-1 0,1 25,0-25,-26 25,-24 0,0 0,25 25,0-25,-25 0</inkml:trace>
  <inkml:trace contextRef="#ctx0" brushRef="#br0" timeOffset="5489">2681 6,'0'0,"-25"0,50 0,-25 0,24 0,1 0,0 0,-25 0,50 49,-26 1,26 0,0 24,-1 0,-24 1,25-1,-25 1,-1-1,26 50,-50 0,25 0,-50 0,0 0,-24-24</inkml:trace>
  <inkml:trace contextRef="#ctx0" brushRef="#br0" timeOffset="6708">545 254,'0'25,"0"-1,-24 1,-1 25,-25 24,25 1,1-1,-1 25,-25 50,50 0,-25 25,25-1,25-25,0 1,0-25,24-25,26-49,24-1,0-24,26-50,-1 25</inkml:trace>
  <inkml:trace contextRef="#ctx0" brushRef="#br0" timeOffset="7822">3525 1816,'0'0,"0"0,0 24,0 1,-25 0,-1 25,2-1,-1 1,0 24,0 1,25-50,0 24,25-49,0 0,0 0</inkml:trace>
  <inkml:trace contextRef="#ctx0" brushRef="#br0" timeOffset="8233">3823 1791,'0'0,"-25"0,0 0,25 49,-25 1,25 0,-24 24,48 1,-24-26,25 1,0-25,25-25,-26 0,26-25,-25 0,-25-25,25 26,-25-26,-25 0,-25 1,1 24,-1 0,25 0</inkml:trace>
  <inkml:trace contextRef="#ctx0" brushRef="#br0" timeOffset="9425">3922 874,'25'0,"0"-25,-1 25,26 0,-25 0,24 0,1 0,0-25,-1 25,1-24,-25-1,24 0,-24 25</inkml:trace>
  <inkml:trace contextRef="#ctx0" brushRef="#br0" timeOffset="9879">3897 1172,'0'0,"0"-25,25 25,0-25,0 0,24 0,1 25,24 0,1 25,24-25,-50 0</inkml:trace>
  <inkml:trace contextRef="#ctx0" brushRef="#br0" timeOffset="11064">5114 80,'0'25,"-25"25,-25-1,25 26,-24-1,24 50,-25 25,50 0,0 0,75-50,24 0,75-49,24-1,-74-24</inkml:trace>
  <inkml:trace contextRef="#ctx0" brushRef="#br0" timeOffset="56256">1464 3155,'0'0,"0"0,0-25,0 25,-25-24,25-1,-24-25,-1 25,0 25,0-24,-24-1,-1 0,-24 25,-1 25,25 0,1 24,24 1,0-1,0 1,50 24,-25-49,25 25,0-25,24 0,-24-25,0 24,25-48,-25-1,24 0,1 0,-25-25,-1 26,-24-1,25 0,-25 25,0 0,0-25,0 25,25 0,-25 0,0 0,0 0,0 25,0 0,0 24,0-24,0 50,0-1,0 1,-25 24,25 0,0-25,-25 26,25-26,0 1,0-51,0 1,25-25,0 0,0-25</inkml:trace>
  <inkml:trace contextRef="#ctx0" brushRef="#br0" timeOffset="57842">1737 3180,'0'0,"0"0,-25 0,25 0,0 0,0 0,0 25,25-25,0-25,24 25,1-25,-25 25,24-25,1 25,-25-24,0 48,-25-24,0 25,0 25,-50-1,25 26,-24-25,24 24,-25-24,1-1,24 1,25-25,0-25,25 0,-25-25,49 0,-24 0,0 25,24 0,-24 0,0 0,0 25,0 0,0 0,-1-1,-24 1,0 0,0 25,-24-1,-1-24,-25 25,0-26,1-24,-26 25,26 0,-1-25,25-25,25 0,25 1</inkml:trace>
  <inkml:trace contextRef="#ctx0" brushRef="#br0" timeOffset="58996">2358 3279,'0'0,"-25"0,1 0,-1 0,25 0,-25-25,25 25,0-49,25 24,24 0,-24 0,25 1,-25-1,24 25,-24 0,25 25,-26-1,1 26,0 24,0 1,0 24,-50-24,0 24,-25 0,-24-25,0 1,24-26,0-24,1 0,24-75,50 1,-25-1,49 1,-24 24,25 0,-1 0,1 25,24 50,1-1,-1 1,-24 0,-25-26,-1 1,1-25</inkml:trace>
  <inkml:trace contextRef="#ctx0" brushRef="#br0" timeOffset="63997">0 4692,'0'0,"0"0,0 0,0 0,0 0,0 25,24-25,1 25,0-25,0 0,24 0,1 0,0 0,-1 0,1 0,0 0,-1 0,1 0,24 0,1 0,0-25,24 25,-24-25,24 1,0-1,0 0,1 25,-26 0,25 25,-24-25,24 0,-25 0,1 0,24-25,-25 25,26-25,-25 25,24-25,0 25,1-25,-26 25,0 0,1 0,-1 0,1 0,-1 0,1 0,-1 0,-24 0,24 0,0 0,-24 0,24 0,-24 0,24 0,-23-24,-1 24,-1 0,1 0,0-25,-26 25,1 0,0 0,0 0,-25 0,0 0,0 0,0 0</inkml:trace>
  <inkml:trace contextRef="#ctx0" brushRef="#br0" timeOffset="68470">248 3552,'0'0,"0"0,0 0,0 0,0 25,-25-25,25 25,0-25,-25-25,0 0,0 0,25 1,0-1,0 0,0 0,25 25,0 0,0 0,25 0,-26 25,1 0,0 0,0-1,0 26,-1 0,-24 24,0-24,-24 24,-1 0,-25 1,1-25,-1-1,0-24,1 25,24-50,0 24,0-24,0 0,25-24,0-1,0 25,0-25,25 0,0 0,0 25,24 0,-24 0,0 0,25 0,-25 25,-1-25,1 25,0 0,0-25,0 0,-25 0,24 0</inkml:trace>
  <inkml:trace contextRef="#ctx0" brushRef="#br0" timeOffset="72121">1415 5114,'0'0,"0"0,0 0,0-25,0 25,0-25,0 25,0 0,0 0,0 0,0 0,0-24,0 24,0 0,0 24,0-24,0 0,0 0,0 0,0 0,-25 0,25 0,0 0,0 25,0-25,0 25,-25 25,25-1,0 1,-25 24,25-24,-25 0,25-26,0 1,-24-25,24 25,0-25,0-25,0 25,0 0,24 0,-24 0,25 0,0 0,0 0,0 0,24-25,-24 25,0-24,0 24,-1 0,-24 0,0 0,0 0,0 0,25-25,-25 25</inkml:trace>
  <inkml:trace contextRef="#ctx0" brushRef="#br0" timeOffset="73177">1613 5337,'0'25,"-25"0,25 25,0-1,-25 26,25-26,-24 26,24-51,-25 1,25 0,25 0,-25-25,24 0</inkml:trace>
  <inkml:trace contextRef="#ctx0" brushRef="#br0" timeOffset="74646">2010 5164,'25'-25,"-25"25,0 0,0 0,0 0,0 0,0 25,0-25,0 0,0 0,0 0,0 0,0 0,0-25,0 25,0 0,0 0,0-25</inkml:trace>
  <inkml:trace contextRef="#ctx0" brushRef="#br0" timeOffset="75647">2060 5164,'0'0,"0"0,0 0,0 0,0 0,0 0,0 0,0 0,0 0,0 0,0-25,0 25,0 0,0 0,0 0,0 0,0-25,0 25,0 0,0 0,0 25,0-25,0 0,0 25,-25-1,25 1,-25 0,25 0,0 0,-25-1,25 26,-25-25,25 0,0 0,0-1,0 1,-25 0,25 0,0 0,0-1,0 1,0-25,0 25,0 0,0-25,25 0,-25 25,0-25,0 24,0-24,0 0,0 0,0 0,25 25,-25-25,0 0,0 25,0-25,25 0,-25 0,25 0,-25 0,25 0,-1 0,2 0,-26 0,25 0,-25 0,25-25,-25 25,0-25,25 25,-25-24,24 24,-24-25,0 25,0-25,0 25,-24-25,24 25,0-25,0 25,-25-24,25-1,-25 25,0-25,-1 25,-23 25,24 0,25-1</inkml:trace>
  <inkml:trace contextRef="#ctx0" brushRef="#br0" timeOffset="77436">2656 5064,'-25'0,"25"0,0 0,-25 25,0 0,1 0,-1 24,0 1,0 24,0-24,25 25,-24-26,24 1,0-1,0 1,24 0,-24-26,0 1,25 0,-25 0,0 0,25-25,-25 24,25-24,0 0,-1 25,1-50,0 25,0-24,0 24,-1-25,-24 0,25 0,-25 0,25-24,-25 49,0-25,0 0,-25 0,25 1,-25-1,1 0,-1 25,-25 25,-24 0,24 24,1-24</inkml:trace>
  <inkml:trace contextRef="#ctx0" brushRef="#br0" timeOffset="80598">3053 5486,'-25'0,"25"0,-25 0,25 0,0 0,-25 0,50 0,25 0,-1 0,51 0,-1-25,-25 1,1 24,-25 0,-25 0,-25 0,0 24,-25-24,25 25,0-25</inkml:trace>
  <inkml:trace contextRef="#ctx0" brushRef="#br0" timeOffset="81390">3922 5040,'-25'0,"0"24,1 1,-1 0,-25 0,25 24,1-24,24 25,0-1,0-24,0 0,24 25,1-25,-25-1,25 1,0-25,0 0,-1 0,1 25,25-50,-25 25,-1-25,1 1,0-1,0 0,0 0,-1 0,1-24,-25 24,0 0,0-25,0 26,-25-26,-24 0,-26 26,1 24,0 0</inkml:trace>
  <inkml:trace contextRef="#ctx0" brushRef="#br0" timeOffset="85740">173 5337,'-25'0,"25"-25,0 25,0 0,0 0,0 0,25 0,-25-24,25 24,-25 0,25 0,0 0,0 0,-1 0,-24 0,25 0,-25 24,25-24,0 25,0-25,-1 0,-24 0,25 25,-25-25,0 0,0 25,0-25,-25 25,25 0,-24 24,-1-24,25 25,-25-26,0 26,25-25,-25 0,25-1,-24-24,24 25,0-25,0 0,0 0,0 0,0 0,24 0,1 0,0 0,0-25,0 25,-1 0,26-24,-25 24,0 0,-25 0,0 0,24 0,-24 0</inkml:trace>
  <inkml:trace contextRef="#ctx0" brushRef="#br0" timeOffset="87413">1340 6454,'0'0,"25"-25,-25 25,25-25,0 25,24-25,-24 50,0-25,-25 25,25 24,-25-24,0 25,-25-1,0 1,0 0,0-1,1 1,-1-25,25 0,0-25,0 0,25-25,-1 0,26 0,0 0,24 1,-24-1,-1 0,-24 25,0 0</inkml:trace>
  <inkml:trace contextRef="#ctx0" brushRef="#br0" timeOffset="88186">1886 6354,'0'0,"-25"0,25 0,25 0,-25 0,25 0,-1 0,1 0,0 0,25 0,-25 0,-1 25,2-25,-1 0,-25 25,-25 0,-1 24,2-24,-1 25,0-1,0-24,0 0,25-25,0 0,0 0,25-25,0 25,25-25,0 25,-25 0,0 0,0 0,-1 25,-24-25,25 0,-25 25,-25-25,1 25,-26 0,-1 24,2-24,24 0,0-25,0 25,0-25</inkml:trace>
  <inkml:trace contextRef="#ctx0" brushRef="#br0" timeOffset="89260">2358 6404,'25'0,"-25"0,25-25,0 0,-1 25,26 0,-25 0,-25 0,25 25,-25 0,0 0,-25 24,0 1,-25 0,26-26,-1 26,25-50,25 0,-1 0</inkml:trace>
  <inkml:trace contextRef="#ctx0" brushRef="#br0" timeOffset="89653">2705 6677,'0'25,"0"0,-24-1,-1 1,-25-25,1 0,-1 0,0 0,1 0</inkml:trace>
  <inkml:trace contextRef="#ctx0" brushRef="#br0" timeOffset="90442">2954 6503,'0'0,"0"0,0 0,0 0,0 0,24 0,1 25,0-25,25 0,24-25,0 25,1-25,-1 1,-24-1,-1 25,-49 0,0 25,-24-1,24 1,0 0</inkml:trace>
  <inkml:trace contextRef="#ctx0" brushRef="#br0" timeOffset="91633">3996 6280,'0'0,"0"25,0-25,0 0,0-25,0 25,0 0,0 0,0 0,0 0,0 0,0 0,0 0,-24 0,24 0,0 25,0-50,0 25,0 0,0 0,-25-25,25 25,0 25,-25-25,0 25,0 0,25-1,-24 1,-1 25,0-25,0-1,25 1,-25 0,25 0,0-25,25 0,0 25,-25-25,25 0,-25 24,25 1,-25 0,24 0,-24 0,25-25,0 0,0 0,0 0,-1 0,1-25,0 25,25-25,-50 25,24-25,1 25,-25-25,0 1,25-1,-25-25,0 25,0 25,0-24,0-1,0 0,-25 0,0 0,25 25,-24-24,-26 24,0 0,1 0,-1 24</inkml:trace>
  <inkml:trace contextRef="#ctx0" brushRef="#br0" timeOffset="99749">248 6478,'0'-24,"0"24,0 0,0-25,0 25,0 0,-25 0,25 0,0 0,0 0,0 0,0-25,0 25,0 0,0 0,0 0,25 0,0 0,-1-25,1 25,0 0,0 0,0 0,-1 0,-24 25,25 0,-25 0,0-1,0 1,-25 0,25 25,-24-26,-1 1,25 0,-25 25,0-50,0 25,1 24,-1-24,25 0,-25 0,0-1,25 1,-25-25,25 0,0 0,0 0,25 0,-25-25,0 25,25 0,0 0,24-24,-24 24,25-25,-25 25,-1 0,1 0,0 25,0-25</inkml:trace>
  <inkml:trace contextRef="#ctx0" brushRef="#br0" timeOffset="104897">1613 7470,'0'0,"0"-25,0 25,0-25,0 25,0 0,0 0,0 0,0 0,0 25,0 25,0-1,0-24,0 49,0 1,0-26,-25-24,25 25,0-50,0 25,0-25,0 0,0 0,25-25,0 0</inkml:trace>
  <inkml:trace contextRef="#ctx0" brushRef="#br0" timeOffset="106291">2035 7445,'0'0,"0"-25,0 25,0 0,0 0,0 0,0 25,0-25,0 0,0 0,0 0,0 0,0 0,0 0,0 25,-25-25,25 25,0 24,0 26,-25-1,25 0,-25 1,25-50,0-1,0-24,0 0,0-24,0-1,25 0,-25 0</inkml:trace>
  <inkml:trace contextRef="#ctx0" brushRef="#br0" timeOffset="107182">2507 7296,'0'0,"0"0,0 0,-25 0,25 0,0 0,0 0,0 0,0 25,-25 0,1 0,-1 24,25 26,-25-26,25 1,-25 24,25-24,0-1,0 1,25-50,-25 25,25-25,0 0,24-25,-24 0,25 25,-26-25,1 1,-25-1,25 0,-25 0,0 0,-25 1,0-1,1 25,-51 0,26 0,-1 49,25-24,25 0</inkml:trace>
  <inkml:trace contextRef="#ctx0" brushRef="#br0" timeOffset="108339">3003 7569,'0'0,"-25"0,25 0,0 0,-24 0,24 0,24-25,-24 25,25 0,0 0,49 0,26-25,-1 25,0-24,-25 24,2 0,-27 0,-24 0,-25 0,0 0,0 24,0 1,0-25</inkml:trace>
  <inkml:trace contextRef="#ctx0" brushRef="#br0" timeOffset="109175">4046 7222,'25'0,"-25"-25,0 25,0 0,0 0,-25 25,25-1,0 26,0 0,0 24,-25 1,25-1,-25 0,25-24,-24-25,24 0,0-25,0 0,24 0,-24 0</inkml:trace>
  <inkml:trace contextRef="#ctx0" brushRef="#br0" timeOffset="112798">297 7643,'0'0,"0"0,0 0,-24-24,24 24,0 0,24 0,-24-25,25 0,0 25,0 0,0 0,-1 0,26 0,-25 0,-25 0,25 0,-25 25,0 0,0-25,0 24,0 1,0 0,-25 25,25-26,-25 26,0-25,0 0,1 24,24-24,-25-25,25 25,0-25,0 0,0 0,0 0,0 0,0 0,0 0,0 0,25 0,-1 0,1 0,0-25,25 25,-26 0,1-25,0 25,0-25,-25 25,25 0,-25 25,0-25</inkml:trace>
  <inkml:trace contextRef="#ctx0" brushRef="#br0" timeOffset="121367">1687 8487,'0'-25,"-24"25,24 0,24 0,-24-25,0 25,0 0,0 0,0 0,0 25,0-25,0 0,0 0,0 0,0 0,0 0,0 0,0 0,0 0,0-25,0 25,0 0,0 0,25 0,-50 0,25 25,0-25,0 0,0 0,0 0,0 0,0 0,25 0,-25 0,0 0,-25 0,25 0,0 0,0 0,0 25,0-25,0 0,0 0,0 0,0 0,0 0,0 0,0 0,0 0,0 0,0 0,0 0,0 0,0 0,0 0,0 0,0 0,0 0,0 0,-24 0,24 0,0 0,0 0,0 0,0 0,0 0,24 0,-24 0,0 0,0 0,0 0,0 0,0 0,0 0,0 0,0 0,0 0,0 0,0 0,0 0,0 0,0 0,0 0,0 0,0 0,0 0,0 0,0 0,0 0,0 0,0 0,0 0,0 0,0 0,0 0,0 0,0-25,0 25,0 0,0 25,0-25,0 0,0 0,0 0,0 0,0 0,0 0,0 0,0 0,0 0,0 0,0 0,0 0,0 0,0 0,0 0,0 0,0 0,0 0,0 0,0 0,0 0,-24 25,24-25,0 0,0 0,0 0,0 0,0 0,0 0,0 24,24-24,-24 25,0 0,0 0,0 0,-24-1,24-24,0 25,0-25,0 25,0-25,0 0,24 0,-24 0,0 0,0 25,0-25,0 0,0 0,0 0,25-25,-25 25,25 0,-25 0,25-25,0 25,-25 0,24 0,1 0,0 25,25-25,-26 0,1 0,0 25,-25-25,25 25,-25-25,0 25,0-1,25 1,-50 25,25-25,0-1,0 1,-25 0,0 25,25-26,-25 1,1-25,-1 0,-25 0,1 0,-1 0,25-25,-24 1</inkml:trace>
  <inkml:trace contextRef="#ctx0" brushRef="#br0" timeOffset="124738">1787 8462,'0'0,"0"0,-25 0,25 0,0 0,0 0,0 0,0 0,0 0,0 0,0 0,0 0,0 0,0 0,0 0,0-25,25 25,-1 0,1 0,0 0,0-25,24 25,-24 0,25-24,-25 24,0 0,-1 0,2 0,-26 0,25-25,-25 25,0 0,0 0,-25 0,25 0,0 25,-26-25</inkml:trace>
  <inkml:trace contextRef="#ctx0" brushRef="#br0" timeOffset="126763">2606 8512,'0'-25,"0"25,0 0,0-25,0 25,0-25,0 25,0 0,-25 0,25-25,0 25,-24 0,-1 25,-25 0,25 0,-24 24,24-24,0 0,25 25,-25-50,25 24,25 1,-25-25,0 25,25-25,0 25,0-25,24 0,-24 0,25 0,-26 0,26 25,-25-25,0 25,-25 24,24-24,-24 0,25 0,-50 24,25-24,-24-25,24 25,-25 0,-25-25,25 0,25 0,-24 0,-1 0,0 0,0 0,0-25,25 0,0 0,0-24,0-1,0 0,25-24,0-1,0 26,0-1,-1 25</inkml:trace>
  <inkml:trace contextRef="#ctx0" brushRef="#br0" timeOffset="128108">2954 8636,'0'0,"0"0,-25 24,50-24,-1-24,1 24,25 24,-1-24,26-24,-26 24,1 0,0 0,-26-25,1 25,-25 0,0 0,0 25</inkml:trace>
  <inkml:trace contextRef="#ctx0" brushRef="#br0" timeOffset="128738">3972 8338,'-25'0,"25"-25,-25 25,0 25,0 0,1 0,-26 24,25 1,25-1,0 1,0-25,25 24,0-24,0-25,-1 25,26-25,0 0,-26-25,26 25,-25-25,0 1,-1-1,1-25,-25 1,25-1,-50-24,0 49,-24 25,-26 25,-24 24,50-24</inkml:trace>
  <inkml:trace contextRef="#ctx0" brushRef="#br0" timeOffset="130116">273 9380,'0'0,"0"0,0 0,0 0,24 0,-24 0,25-25,0 25,0-25,0 25,24 0,-24 25,0-25,0 0,24 25,1-25,-1 0,27 0,-27 0,1 0,24 0,1 0,-1 0,1-25,-1 25,1 0,-1 0,0 0,1-25,24 25,-25 0,1 0,24 0,-25 0,1 0,-1 0,2 0,-2 0,1 0,24 0,-25 0,25-25,1 25,24-24,-25-1,25 0,0 0,-25 0,25 1,-25-1,2 25,-2-25,0 25,-24 0,-1 0,0 0,-24 25,24-25,-24 0,0 0,24 0,-24 0,-1 0,1 0,-25 0,-1 0,1 0,-50 25,25-1</inkml:trace>
  <inkml:trace contextRef="#ctx0" brushRef="#br0" timeOffset="131965">248 8660,'0'-24,"0"24,0-25,25 25,-25 0,0-25,24 25,26 0,0-25,-1 25,-24 25,25-25,-26 25,-24 0,0 24,0-24,-24 25,-1 24,0 1,-25-1,26-24,-1-1,0-24,25-25,0 0,0-25,25 25,0 0,-1-25,26 25,0-24,-1-1,26 25,-26-25,-23 25,-1 0,-25 25,0-25</inkml:trace>
  <inkml:trace contextRef="#ctx0" brushRef="#br0" timeOffset="133382">1712 9628,'0'0,"25"0,-25-25,0 25,25 0,0-25,-1 25,1 25,25-25,-25 25,-25 0,0 24,0 26,-25-26,-25 25,25 0,1-24,-1-25,25 0,0-25,0 0,25-25,24 25,1-25,24 0,1 0,0 0,-25 1,24 24</inkml:trace>
  <inkml:trace contextRef="#ctx0" brushRef="#br0" timeOffset="134104">2705 9554,'-24'0,"-1"-25,0 0,0 25,-24 0,-1 0,25 25,-24 0,-1 24,50-24,-25 0,50 0,0-25,49 0,-24-25,24-25,-24 25,-25-24,-1 49,-24 0,-24 0,24 25,0 24,-25 26,25-1,0 0,0 0,0-25,0 1,0-25,0 0,0-25,-25 25,25-25,0 0,25-25,0 25</inkml:trace>
  <inkml:trace contextRef="#ctx0" brushRef="#br0" timeOffset="134943">3003 9777,'0'0,"0"-25,25 25,-25-25,25 25,0-25,24 25,1-24,24-1,-24 0,-1 25,-24 0,-25 0,25 0,-25 25,0-25</inkml:trace>
  <inkml:trace contextRef="#ctx0" brushRef="#br0" timeOffset="135565">4021 9454,'0'0,"-25"0,25-24,-24 24,-1 0,0 24,0 1,0 0,1 0,-1 49,25-24,-25 24,25 1,25-27,0-23,-1 0,51-50,-26 0,1-23,0 23,-26 0,1-25,0 26,-25-26,0 0,0-24,-50 24,1 26,-1 24,1 24,24-24</inkml:trace>
  <inkml:trace contextRef="#ctx0" brushRef="#br0" timeOffset="138344">248 9777,'0'0,"25"-25,-1 25,1-25,0 0,-25 25,25 0,0 0,-1 0,1 25,0 0,-25-25,25 25,0 24,-1-49,-24 24,25 26,-25-25,0-1,-25 1,1 0,24 0,-25 0,0 0,0-1,25-24,-25 25,25-25,0 0,0 25,0-25,0 0,25 0,0-25,0 25,49-25,-24-24,24 24,-23 25,-26-25,24 25,-24 0</inkml:trace>
  <inkml:trace contextRef="#ctx0" brushRef="#br0" timeOffset="139763">1935 10619,'0'-25,"0"25,-24-24,24 24,0 0,0 24,0 26,0 25,0-1,-25 0,0-24,25 0,-25-1,25-24,25 0,0-25</inkml:trace>
  <inkml:trace contextRef="#ctx0" brushRef="#br0" timeOffset="140913">2457 10470,'0'0,"0"0,-24-24,24 24,-25 0,25 24,-25 1,0 0,25 25,-25-1,1 26,24-1,-25 1,0-26,25 1,0-25,0-1,0-24,25 0,0 0,-25 0,24 0,26-24,-25-1,24 25,-24-25,0 25,-25 0,25 0,-25 0</inkml:trace>
  <inkml:trace contextRef="#ctx0" brushRef="#br0" timeOffset="141503">2631 10719,'0'0,"0"0,0 0,0 24,25 1,-25 25,-25 24,25-24,-25-1,25 1,-25 0,25-1</inkml:trace>
  <inkml:trace contextRef="#ctx0" brushRef="#br0" timeOffset="142019">3078 10743,'0'0,"-25"0,25 25,0-25,0 0,25 25,-1-25,51 0,-1-25,1 0,-1 1,-24 24,0-25,-25 50,0-25,0 0,-50 24,25-24,0 25</inkml:trace>
  <inkml:trace contextRef="#ctx0" brushRef="#br0" timeOffset="142682">3922 10371,'0'0,"0"0,0 0,0 0,0 0,0 25,-25 0,25 0,0 49,0-24,-25 24,50-24,-25-25,0-1,0 1,0 0,25 0,-25-25</inkml:trace>
  <inkml:trace contextRef="#ctx0" brushRef="#br0" timeOffset="145272">297 10719,'0'0,"0"0,0 0,0-25,25 25,-25-25,25 25,25-25,-26 25,1 0,0 0,0 0,0 25,-1-25,-24 25,25 0,-25 24,-25-24,25 0,-24 24,-1-24,0 25,0-25,25-1,-25-24,25 25,0-25,0 0,25 0,0-25,0 1,49-1,1-25,0 25</inkml:trace>
  <inkml:trace contextRef="#ctx0" brushRef="#br0" timeOffset="159673">2060 13223,'0'0,"0"0,-25 25,25-25,25-25,-25 25,0 25,0 0,0-1,0 26,0 0,0 24,-25-49,25 25,25-26,-1-48,-24 24</inkml:trace>
  <inkml:trace contextRef="#ctx0" brushRef="#br0" timeOffset="160404">2482 13446,'-25'0,"25"0,0 0,25 0,-25-24,0 24,25 0,-25 0,0 0,25-25,0 25,24 0,-24-25,49 25,-24-25,24 25,1 0,-1-25,26 0,-26 1,0-1,1 25,-50 0,-1 0,-48 49,-26-24,0 0,1 25</inkml:trace>
  <inkml:trace contextRef="#ctx0" brushRef="#br0" timeOffset="161347">3773 13124,'-25'0,"25"0,-24 0,24 0,0 0,0 0,0 0,0-25,24 50,-48 0,24 24,-25 26,0 24,25-25,0 1,-25-26,25-24,25-25,0-25</inkml:trace>
  <inkml:trace contextRef="#ctx0" brushRef="#br0" timeOffset="164491">2433 14042,'0'0,"0"0,0 0,0-25,0 25,24 25,-24-25,25 24,25-24,-1 0,26 0,24-24,0-1,-24 25,49-25,-25 0,0 0,25 1,-25-1,26 0,0 25,-1-25,0-24,0 24,-25 0,0 0,0 0,-24 1,-1-1,1 0,-1 0,-24 0,-26 1,1 24,-25 0,0 0,-25 24,25-48,-24 24,24-25,0 0,0 0,0-24,0-26,24 1,-24-1,25-24,-25 0,25-25,0 0,0 1,0-1,0 0,0 0,0 0,0-25,-25 25,24-25,1 0,0 0,-25 0,25 0,-25 1,25-1,-25 0,0 25,0-25,0 0,-25 25,25-25,0 1,0-25,0 24,25-25,-1 1,-24-1,0 0,25 1,-25 24,-25-25,25 1,0-1,-24-25,24 26,0-1,0-24,-25 24,25-23,0 23,0-25,0 26,0-1,0 0,0 26,-25 24,25 0,-25 24,0-24,25 25,-24-25,-1 50,0-1,0 1,25 49,-25-25,25 50,-25-24,25 24,0 0,-25 24,0 1,25 0,-25 25,0-1,-24 1,24 24,-25-24,26-25,24-1,-25-24,25 0,25 25,-25-25,0 0,24 25</inkml:trace>
  <inkml:trace contextRef="#ctx0" brushRef="#br0" timeOffset="166592">4741 4866,'0'0,"0"-25,24 25,26 0,-25 25,25 0,0-25,0 25,-1 24,1-24,-1 25,-24-26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6:01.81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25 298,'0'0,"0"0,0 0,0 0,24 0,-24 0,25 0,25 0,-25 0,24 0,-24 0,25 0,-1 0,1 0,24-25,1 25,-26 0,26 0,-1 0,1 0,-26 0,26 0,-1 0,0 0,1 0,-25 0,24 0,0 0,1 0,-1 0,1 0,24 0,-25 0,1-25,24 25,-25 0,1 0,-1 0,25 0,1 0,-26 0,24 0,-23 0,24 0,-25 0,1-25,24 25,0-25,0 1,1-1,-1 25,0-25,0 0,0 0,1 25,-1-24,-25 24,26 0,-26 0,0 0,1 0,-1 0,1 0,-26 0,26-25,-51 25,26 0,-25 0,0 0,-25-25,0 25</inkml:trace>
  <inkml:trace contextRef="#ctx0" brushRef="#br0" timeOffset="18323">0 1512,'0'0,"0"0,0 0,0 0,0 0,0 25,0-25,0 0,0 0,25 0,-25 0,24 0,1 0,0 0,0 0,0 0,-1 0,1 0,0 0,0 25,25-25,-26 0,1 0,0 0,0-25,24 25,-24 0,25 0,-25 0,24 0,-24 25,25-25,-1 0,1-25,24 25,-24 0,24 0,1-25,-1 25,25 0,-24-25,24 25,0-24,0-1,1 0,-1 25,0 0,0-25,1 0,-26 25,25 0,-24 0,-1 0,-1-24,2 24,-26 0,1 0,24 0,-24 0,0-25,-1 25,1 0,0 0,-1 0,1 0,-1 0,26 0,-26 0,26-25,-1 25,1-25,24 25,-25 0,1-25,-1 25,1 0,-1 0,0 0,1 0,-1 0,1 0,-1-24,0-1,1 0,24 0,-24 0,-1 1,-24-1,-1 25,-49 0,25 25</inkml:trace>
  <inkml:trace contextRef="#ctx0" brushRef="#br0" timeOffset="28238">124 2430,'0'0,"0"0,0 0,0 25,0-25,0 0,0 0,0 0,25 0,-1 0,1 0,25 0,0 0,-26 0,26 0,24 0,-24 0,49 0,-24-25,24 25,-25-25,25 25,1-24,-1 24,0-25,0 0,25 25,-24-25,24 0,-25 25,0-25,25 25,-25-24,1 24,-26 0,25-25,-25 25,0 0,0 0,1 0,-1 0,1 0,24 0,0-25,-24 25,24 0,-25 0,25 0,-24 0,24 0,0-25,1 25,-1 0,0-25,0 25,0 0,1 0,-1 0,0 0,0 0,-24 0,-1 0,-49 25,0 0,0-25</inkml:trace>
  <inkml:trace contextRef="#ctx0" brushRef="#br0" timeOffset="53787">149 4587,'0'0,"0"0,0 0,0 0,-25 25,50-25,-25 0,49 0,-24 0,50 0,-26 0,26 0,-1-25,0 25,1 0,-1-24,25 24,-24-25,24 25,-25-25,26 25,-1-25,0 25,-24-25,24 25,-25 0,25 0,1 0,-1-24,0 24,-24 0,24 0,0 0,0 0,24-25,-24 25,1 0,24-25,-25 0,25 25,-25-25,25 1,-25 24,1-25,-1 25,0-25,-24 25,24 0,-25 0,1-25,24 25,-25-25,25 0,-24 25,24-24,0 24,-24 0,-1 0,-24 0,-25 0,24 0</inkml:trace>
  <inkml:trace contextRef="#ctx0" brushRef="#br0" timeOffset="60685">99 5653,'0'0,"-25"0,0 0,25 0,-24 0,24 0,0 0,24 0,1 25,0-25,25 0,-1 0,26 0,-26 0,26 0,-1 25,1-25,-1 0,0 0,1 0,-1 0,25 0,-24-25,-1 25,1 0,24 0,-25-25,26 0,-1 0,0 25,0-24,-24 24,24-25,-25 25,26 0,-26-25,25 25,0 0,-25-25,25 25,0-25,0 25,1-24,-1 24,0-25,0 25,1-25,-1 0,0 0,-25 1,26-26,-26 50,1-25,-26 25,1 0,24 0,-49 0,49 0,-24 25,0-25,-26 0,26-25,0 25,-1-25,-24 25,0-24,-25 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05.30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1999 322,'0'0,"0"-24,0-1,-25 25,25 0,25 0,-25 0,25 0,24-25,1 0,25 25,0-25,-50 25,-1 25,2 0,-26 0,-26 24,2-24,24 25,-25 24,0-24,25 24,-25-24,25-1,0-24,25-25,-25 25</inkml:trace>
  <inkml:trace contextRef="#ctx0" brushRef="#br0" timeOffset="821">2597 570,'0'0,"-25"0,25 0,0 0,-24 25,48-25,-24-25,50 25,0-24,0 24,25-25,24-25,-24 25,-25 1,-25-1,0 25,-25 0,25 0,-25-25</inkml:trace>
  <inkml:trace contextRef="#ctx0" brushRef="#br0" timeOffset="2471">3794 149,'0'0,"0"-25,0 25,25-50,-25 25,0 25,-25-24,25-1,0 25,-25 0,25 0,-50 25,26-1,-1 26,-1 0,1 24,0-24,25 24,0-24,0-25,25-1,0 1,-25-25,26 25,-1-25,24 0,-24-25,25 0,-24-24,23-1,-24 1,0 24,-25 0,-25-25,0 26,0-1,-25 0,0 25,25 0</inkml:trace>
  <inkml:trace contextRef="#ctx0" brushRef="#br0" timeOffset="3760">104 967,'0'0,"0"0,0 0,0 0,0 0,24 25,1-50,0 25,25 0,-26-24,27 24,-26 24,25-24,-26 0,26 0,1 25,-2-25,1 0,25 0,-25 0,24-25,2 25,-27 0,26 0,-25 0,0 0,24 0,2-24,-27 24,26-25,0 25,0 0,0-25,-1 0,1 25,25-25,-26 1,2-1,-2 25,1 0,-25 0,25 0,-26 0,27 0,-2-25,26 25,-25 0,0 0,0-25,-1 25,1 0,0 0,0 0,25-25,-26 25,26-25,-25 1,0 24,-1-25,2 25,-2 0,-24 0,1 0,-2-25,1 0,-1 0,-24 1,1 24,-1-25,-25 25</inkml:trace>
  <inkml:trace contextRef="#ctx0" brushRef="#br0" timeOffset="5515">328 372,'0'-25,"0"25,0 0,0 0,0 25,0-25,0 0,25 25,0-25,-1 0,26-25,1 25,-27 0,1 0,0 25,-25 0,0 24,-25-24,25 25,-25-26,1 26,-1 0,-1-1,1-24,0 0,1 0,24-25,0 0,0 0,0 0,24-25,1 25,0-25,26 25,-27-25,26 0,-25 25,0 0,-1 0,-24 0,26 25</inkml:trace>
  <inkml:trace contextRef="#ctx0" brushRef="#br0" timeOffset="6753">1974 1042,'0'0,"0"0,0 0,0-25,0 25,25-25,-25 25,25-25,-25 25,24 0,1-24,0 48,0-24,-25 0,25 25,-25 0,0 0,0 24,-25 1,0 0,25-1,-25-24,25 0,25-25,0-25,0 25,25-25,-25 25,25-25,-25 25,-1 0,2 0,-1 25,0-25,-25 25,0 0,-25 24,0 1,-1-25,-48 25,24-26,-25 1,25 0,-24-25,49-25,-1 25</inkml:trace>
  <inkml:trace contextRef="#ctx0" brushRef="#br0" timeOffset="8129">2821 1191,'0'0,"0"0,0 24,0-24,-24 25,24-25,0 25,0 0,0-25,24 0,1 0,25 0,25-25,-25 0,25 25,0-25,-50 1,-1 24,-24 0,-24 24,48-24,-24 25</inkml:trace>
  <inkml:trace contextRef="#ctx0" brushRef="#br0" timeOffset="8927">3744 992,'25'-25,"-25"25,-25 0,25 0,0-24,0 24,0 0,-25 24,25-24,0 25,0 0,0 25,-24-1,24 1,-25 24,25 1,-26-1,26-24,-25-25,25-1,0-24,25 0,-25-24,26-1</inkml:trace>
  <inkml:trace contextRef="#ctx0" brushRef="#br0" timeOffset="10176">28 1786,'0'-25,"0"25,0 0,0 25,0-50,0 25,0 25,0-25,-25 0,25 0,0 25,25-50,-25 25,0 0,25 0,0 0,1-25,-2 25,26 0,-25 0,49 0,-23 0,-1 0,-26 0,52 0,-27 0,1 0,0 0,0-25,0 25,-1 0,1-24,1 24,-2-25,1 25,-1 0,27-25,-27 25,1 0,26 0,-27-25,1 25,0 0,0 25,0-25,-26 0,27 0,-26 0,0 25,24-25,1 0,0 0,0 0,0 0,25 0,-25 0,-1-25,1 25,1 0,23 0,-24 0,0 0,0 0,-1 0,26 0,-25 0,25 0,0-25,24 25,-24-25,25 25,-25-24,25 24,-26-25,26 25,0-25,-25 0,24 0,-23 25,-27 0,26 0,-25 0,0-24,0 24,25-25,-25 0,-1 0,-49 25,-25 25,25-25</inkml:trace>
  <inkml:trace contextRef="#ctx0" brushRef="#br0" timeOffset="12153">203 1315,'-25'0,"25"-25,-25 25,25 0,0 0,25-25,0 25,0 0,-1 0,27 0,-1 25,-25-25,-1 25,1-25,0 24,-50 26,25 0,-25-1,-24-24,24 25,25-25,-25-1,25-24,25-24,0 24,0-25,24 0,-24 0,50 25,-50-25,25 1,-50 24,25 0,-25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28.76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0,'0'0,"0"0,0 25,0-25,25 0,-25 0,0 0,0 0,0 27,0-27,0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31.56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17 0,'0'0,"0"0,0 0,0 0,0 0,0 0,0 25,0-25,0 25,0-25,0 25,0-25,0 49,0-24,0 25,0-1,0 27,0 23,0-49,0-1,0 1,-17-50,17 25,0-25,0-25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32.66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74 14,'0'-24,"0"24,0 0,0 0,0 0,0 0,0 0,0 0,0 24,0-24,0 0,0 0,0 26,0-26,0 0,0 0,-25 0,25 0,0 0,0 0,0 0,0 25,0 1,0-1,0 0,0 26,0-1,0 26,0-25,-23-1,23 1,0 0,-25-27,25 2,0-1,0-25,0 0,0 0,0 0,0 0,0 0,0 26,0-1,0-25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34.31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71,'0'0,"0"-25,0 25,0-24,0 24,0-25,0 25,0 0,0 25,0 24,0-1,0 1,0 24,0-24,0 1,0-27,0 26,0-24,0 0,0-25,0 23,0-46,0-2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36.04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177 50,'0'0,"-25"0,25 0,-24 0,-25 0,24 0,1 0,0 49,24-1,0 25,24-1,-24-23,24-1,26-23,-26-25,0 24,1-24,24 0,-24-24,-1-1,25-23,-25-1,1 1,-25 0,0-1,0 24,-25-23,1-1,-25 25,25 24,-26 24,26 1,-1-1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38.18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49 65,'0'0,"0"0,25-26,-25 26,0-24,0-1,0 25,0 0,0 25,0-1,-25 27,25 23,0-23,0 49,0-25,-25 0,25 1,0-27,0-23,0-1,0-25,0 25,0-25,0-25,0 50,-24-25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7:39.59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175 122,'0'0,"0"0,-25 25,25-1,-25 0,1 1,-25 24,25 24,24-24,-25 0,25-25,0 1,25-25,-1 24,1 1,-1-25,25 0,-24 0,-25 0,24-25,0 1,-24 24,25-49,-50 25,25-25,0-1,-24-23,0 24,-1 1,0-1,1 49,24 24,-24 1</inkml:trace>
  <inkml:trace contextRef="#ctx0" brushRef="#br0" timeOffset="899">590 49,'0'-24,"0"24,-24 0,-1 0,25 24,-24 0,-1 25,0 0,25 24,-23 0,46-23,-23-1,25-1,-25 1,25-49,-1-24,1 24,-1-25,0 1,1 0,0-1,-1 25,0-24,-24-26,0 2,0-26,0 50,0-25,-24 0,24 25,-24 0,-1 24,25-25,-25 25,-23 25,48-25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4:55.55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841 130,'0'0,"-25"-25,25 0,0 0,-25 1,25 0,0 24,0 0,0 0,0 0,0 24,25-24,-50 0,25 0,0 0,0 0,0 0,0-24,0 24,0 0,25 24,-25-24,0 0,0 0,-25 0,25 0,25 0,-25 0,-25-24,25 24,0 0,25 24,-25-24,0 24,0-24,0 0,0 25,0-50,0 25,0-24,-25 24,50 0,-25 0,0 24,0-24,25 0,0 25,-25-25,25 25,-25 0,25 23,-1-23,-24 24,25 0,-25 0,25 25,-25 0,0-1,-25 2,25-27,-25 2,1-26,-1 1,0 24,0-49,0 24,0 1,1-25,-1 25,25-25,-25 0,25-25</inkml:trace>
  <inkml:trace contextRef="#ctx0" brushRef="#br0" timeOffset="169377">146 277,'0'-25,"0"25,0 0,-25-24,25-1,-25 0,25 25,-25 25,25 49,-25-1,25 50,0-25,0-23,0-27,-24-48,24 0,-25 25,50-25,-25 0</inkml:trace>
  <inkml:trace contextRef="#ctx0" brushRef="#br0" timeOffset="170023">344 252,'-25'0,"25"25,-25 24,25 49,-24 1,24-1,0 0,0-49,24-24,-24-50,25 1,0-1,1-25,-1 2,-1-2,1 2,0-27,-25 2,-25 24,0 0,1 24,-1 25,-1 25,1-1</inkml:trace>
  <inkml:trace contextRef="#ctx0" brushRef="#br0" timeOffset="170666">667 400,'0'0,"0"0,0 0,0 0,-24 24,24 25,-25 1,25-27,-25 27,25-25,0 23,25-23,-25-25,25 25,-1-25,1 0,0 0,0-25,0-23,-1-27,1 2,-25-1,-25 0,1 25,-26 0,25 49,0 25,1-1</inkml:trace>
  <inkml:trace contextRef="#ctx0" brushRef="#br0" timeOffset="171643">1064 964,'0'0,"0"25,0-25,0 0,26 0,-26-25,25 25,0 0,24-24,-24 0,25 24,-25 24,-1-24,1 24,-25 1,0 0,0 23,0 2,0-1,-25 25,1-25,-1 0,0 0,0 1,-24-50,24 23,-25 2,50-25,-26 0,2 0,24 0,0-25,0 25,0-23,0-2,24 0,2 25,-1 25,25-25,-26 0,26 25,0-50,-26 50,1-50,0 25,0 0,0 0,-25 0,0 25,0-50,0 0,0 0,24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8:29.92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2035 49,'-24'0,"24"0,0-25,0 25,0 0,-25 50,25 24,-25 1,25-26,-25 27,25-51,0 24,0-24,0 0,0 0,0 0</inkml:trace>
  <inkml:trace contextRef="#ctx0" brushRef="#br0" timeOffset="494">2135 124,'0'-25,"0"25,0-25,0 25,0-25,23 25,2 0,0 0,0 25,0 0,-1 0,-48 24,24 1,-25-1,-25 27,25-26,-23 24,23-49,25 0,0-1,0-24,0-24,25-1,-25 0,48 25,-23-25,0 25,0-25,0 25,-1-24</inkml:trace>
  <inkml:trace contextRef="#ctx0" brushRef="#br0" timeOffset="1262">2505 0,'0'0,"-25"24,0-24,-24 50,25-25,24 0,-25-1,50 1,-25-25,24 25,25 0,-24 0,0-25,-1 24,1 1,0 1,-25-1,0 0,0 0,0-1,-25 26,0-25,1 0,-1-25,0 24,1-48,-1-26,1 0,48-49,1 24,24-25,-24 1</inkml:trace>
  <inkml:trace contextRef="#ctx0" brushRef="#br0" timeOffset="2417">997 124,'24'-25,"-24"0,25 0,25 25,-25 0,-1 0,26 50,-50-1,0 26,0-1,-25 2,-24 23,24-49,25-1,0-24,0 0,0-50,25 0,24-24,1 24,-1-25,-25 1</inkml:trace>
  <inkml:trace contextRef="#ctx0" brushRef="#br0" timeOffset="2889">1343 148,'25'25,"-1"25,1-1,0 2,0-1,-25-50,25 25,-50-25,25 24,-25 1,0 0,0 0,1 0,-1-50,0 25</inkml:trace>
  <inkml:trace contextRef="#ctx0" brushRef="#br0" timeOffset="3416">1590 24,'0'50,"0"0,0 49,0-25,25-23,-25-26,24 0,26-50,-25-25,-25 24,0-23,-25-1,-25 25,1 0</inkml:trace>
  <inkml:trace contextRef="#ctx0" brushRef="#br0" timeOffset="4444">58 198,'-25'0,"25"0,-25 25,25 0,0 24,25-23,-25-1,25-25,24 25,-24-25,-1 25,26-25,-25 0,-1 24,1-24,-25 50,-25-25,1 24,-26-24,1 0,24 0,-24-50,24 25</inkml:trace>
  <inkml:trace contextRef="#ctx0" brushRef="#br0" timeOffset="4895">33 148,'25'0,"0"-24,-1-1,25 0,-24 25,25 0,-26 0,26 0</inkml:trace>
  <inkml:trace contextRef="#ctx0" brushRef="#br0" timeOffset="5139">404 148,'0'25,"0"25,0 24,0 27,0-27,-25 0,25-24,0-25</inkml:trace>
  <inkml:trace contextRef="#ctx0" brushRef="#br0" timeOffset="5490">552 124,'0'0,"25"-25,0 25,-1 0,1 0,-25 25,0-1,0 1,-25 50,1-26,-1 27,0-27,25-24,0 0,25-50,0 25,24-25,1 25,-2-24,2 24,0-25,-26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8:23.17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25 167,'0'-24,"-25"24,25-26,0 26,0 0,0 0,0-25,25 25,0-25,0-1,-1 2,26-1,-25 50,0-25,-1 24,-24 27,-24 0,-1 24,-25-1,25-23,25-26,-24 1,48-26,-24 0,25 0,0-26,25 26,-26 0,-24 0,25 26,-25-1,0-25,0 24,-25 2,1 24,-26-25,25 0,-24-25,24 25,0-25,25-25,0 25,25-25</inkml:trace>
  <inkml:trace contextRef="#ctx0" brushRef="#br0" timeOffset="961">423 92,'0'0,"0"0,25 0,-1-25,1 25,0-26,0 2,0 24,-1 0,-24 24,25 2,-25 24,-25 0,-24 26,24 24,-25-24,1-26,24-25,0 0,25 0,0-25,25 0,0 0,0 0,-1-25,26 25,-25-25,0 25,-1 0,1 0,25 25,-50-25,25 25,-25 0,0 0,0-25,0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8:15.33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25,'0'0,"0"0,0 0,0 0,0 24,0-24,0 0,0 0,0-24,-25-1,25 25,0 0,0 25,25-1,-25 1,0 25,0-50,0 50,0-2,-25 2,25 24,0-24,-25-1,25 1,0-25,0 0,0-1,0 1,25 0,-25-25,0 0,0 0,25-25,-1 25,25-25,1 1,-1-1,0 25,-24 0,-1 0,-24 25,0-25,25-25,-25 25,0-25</inkml:trace>
  <inkml:trace contextRef="#ctx0" brushRef="#br0" timeOffset="841">369 371,'0'25,"0"24,-24 1,24 0,0-1,0-24,0 24,0-25,0 26,-25-25,25 25,0-26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5:53.92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0,'0'0,"0"0,0 0,0 0,0 0,25 0,-25 25</inkml:trace>
  <inkml:trace contextRef="#ctx0" brushRef="#br0" timeOffset="214">25 0,'0'0,"0"0,0 0,0 0</inkml:trace>
  <inkml:trace contextRef="#ctx0" brushRef="#br0" timeOffset="5469">1066 369,'0'0,"0"0,0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8:36.99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1412 1289,'0'-24,"0"-1,0 25,0-25,0 0,0 25,0 0,-25 25,0 25,0-1,25 1,-24 24,-1-24,25-25,-25 0,25-1,0-24,25 0,0-24,-1 24,1 0,50 0,-26 0,1 24,-1-24,0 0,-24 0,25-24,-26-1,1 0,-25 0,25 50,-25 0,0 49,-25-24,0 24,1-24,-1-1,-50 1,26-25,-25-50,0 25,-1 0,26-25,-1 0</inkml:trace>
  <inkml:trace contextRef="#ctx0" brushRef="#br0" timeOffset="1141">1462 1165,'0'0,"0"25,0-25,24 0,-24 25,50-25,-26 0,25-25,1 25,0 25,24-25,-49 25</inkml:trace>
  <inkml:trace contextRef="#ctx0" brushRef="#br0" timeOffset="1756">2229 1141,'0'0,"0"0,0 24,0 1,0 25,-25-1,25 26,-25 24,1-24,-1-1,25 0,-25-24,25-25,0 0,0-50,0 25</inkml:trace>
  <inkml:trace contextRef="#ctx0" brushRef="#br0" timeOffset="2342">2377 1017,'25'0,"-25"24,50-24,-25 0,-1 0,26 0,-25 50,24-25,-24-25,0 25,-25-1,-25 26,0 0,-24 24,-1 25,1-24,-1-1,25-49,0 25,25-50,0 0,25 49,0-49,0 0,0-25,-1 25,26 0,0-24,-1 24,26 0,-26 0,25 0,-25 0,1-25,-50 25,0-25,-25 0,0 25</inkml:trace>
  <inkml:trace contextRef="#ctx0" brushRef="#br0" timeOffset="4059">1387 2455,'-25'0,"25"-24,0 24,0 0,0-25,0 0,0 0,25 0,0 1,0-1,24 25,1 25,-26-1,25 51,-24-26,-25 51,-25 0,-24 24,0 0,-25-25,-26-24,51-26,-26-24,26-25,24-25,25-24,0 24,0-25,25 50,24 0,26 25,-1 0,1 0,-1-1,-25 26,-24-50,24 0</inkml:trace>
  <inkml:trace contextRef="#ctx0" brushRef="#br0" timeOffset="4812">1932 2431,'-25'0,"0"24,0 1,25 25,0-25,50 25,0-25,-1 0,1 0,-1 0,1-25,-50 24,24 1,-24 25,0-50,-24 49,-1 1,-24-25,-1 0,-24 24,24 1,0-25,1-1,24-48,0-1</inkml:trace>
  <inkml:trace contextRef="#ctx0" brushRef="#br0" timeOffset="5357">1882 2431,'0'0,"25"-25,0 0,49 0,25 0,0 25,-25-24,-24 24</inkml:trace>
  <inkml:trace contextRef="#ctx0" brushRef="#br0" timeOffset="5911">2774 2331,'0'0,"0"0,-25 25,1 0,-26 25,0-1,26 26,-26 25,25-26,-24 1,49-1,-25 1,25-26,25 1,-1-25,26 24,0-49,-1 0,1-25,24 1,-25-1,-24 0,-1-25,-24 26,-24-26,-1 25,-24 0,-50 25,25 25,24-25,0 0</inkml:trace>
  <inkml:trace contextRef="#ctx0" brushRef="#br0" timeOffset="9054">1387 3722,'0'0,"0"-25,0 0,0 25,0 0,0 0,-25 0,25 0,0 0,0 0,0 0,0 0,0 0,0 0,0 0,0 0,0 0,0 25,0-25,0 0,0 0,0 0,0 0,0 25,0-50,0 25,0 0,0 0,0 0,0 0,0 0,0 25,0-25,0 0,0 24,0-24,0 0,0 0,0 0,0 0,0 0,0 0,0 0,0 0,0 0,0 0,0 25,-25-25,25 0,0 0,0 0,0-25,0 1,0-1,0-25,0 25,0 1,0-26,25 50,-25-25,0 0,0 50,0 25,0-1,25 51,-25-1,0 25,0 0,0-25,-25-49,25-1,0-49,0 25,0-25,25 0</inkml:trace>
  <inkml:trace contextRef="#ctx0" brushRef="#br0" timeOffset="10883">1957 3821,'0'-25,"0"0,0 0,24 25,1-24,25 24,-1 0,1 49,-26-24,-24 25,-24 24,-26-24,1 24,-1 1,25-26,1-24,24-25,49 0,1-25,49 25,-25-25,0 25,-24-24,-1 24</inkml:trace>
  <inkml:trace contextRef="#ctx0" brushRef="#br0" timeOffset="11382">2675 3746,'0'-49,"-25"24,0-25,1 26,-26-1,25 25,-24 25,49-1,0 1,24 25,26-1,0 1,-1 0,1-1,-1-24,-24 25,-1-1,-24 1,-24 0,-1-1,-24-24,-1 25,25-50,1 24,-1-48,25-1,0-25,0-24,25-25,-1-1,51 26,-26-1</inkml:trace>
  <inkml:trace contextRef="#ctx0" brushRef="#br0" timeOffset="12357">1833 4714,'0'0,"0"-25,24 25,26 0,0 0,24 0,0 0,0 25,-49 0,0 24,-25 1,-50 0,1 24,-25 0,24-24,25 0,1-26,24 1</inkml:trace>
  <inkml:trace contextRef="#ctx0" brushRef="#br0" timeOffset="13889">2650 4664,'0'0,"0"0,0-25,0 1,0-1,25 25,-25 25,0-1,25 1,24-25,-24 0,24 0,0 0,1 25,-25-25,0 50,-1-1,-24 26,-24-26,-1 1,-25 0,1-1,-1 26,-23-1,48-24,-25-1,50-24,0-25,25 0,0 25,0-25,24 0,0 0,25 0,-24 0,24-25,-24 0,-25 0,-25 25,25 0</inkml:trace>
  <inkml:trace contextRef="#ctx0" brushRef="#br0" timeOffset="18120">2725 5905,'0'-25,"0"25,0-25,24 25,-24 0,0 25,0 0,0-1,0 26,0 25,-24-1,24 0,-25 1,25-1,0-24,0-1,0-49,25 25,-1 0,25-50,1 25,-1 0,1 0,-1-25,-24 25,0 0,0-24,-25-26,25 25,-25 0</inkml:trace>
  <inkml:trace contextRef="#ctx0" brushRef="#br0" timeOffset="18742">3121 6078,'0'0,"0"25,0 0,0 25,0-26,24 1,-24 0,0 49,0 1,-24 24,24-25,-25 1,25-1</inkml:trace>
  <inkml:trace contextRef="#ctx0" brushRef="#br0" timeOffset="20104">0 7641,'25'-25,"24"25,-24 0,25 25,-1-50,26 25,23-24,1-1,25 25,0-50,25 25,-1 25,26 0,-26 0,26 0,-1 0,0-49,26-1,-26 0,0 1,1 49,-25 25,-2-1,-23 1,1 0,-1-25,0 25,-26 0,1-50,0 0,0-25,-24 50,-1 25,1-25,-27 0,2 25,0-25,-1 25,-24-25</inkml:trace>
  <inkml:trace contextRef="#ctx0" brushRef="#br0" timeOffset="29751">2848 7890,'24'-25,"-48"25,24 0,0-24,0-1,0 25,24-25,-24 0,25 25,25 0,-1-25,-24 50,50-25,-26 25,1-25,-25 0,0 25,-1-25,1 25,0-1,-25 26,0 0,0-1,-25 1,25 0,-25-1,-24 26,24-1,-25 0,26 1,-1-26,0-24,25 25,-25-50,25 0,-25 0,0 0,1 0,-1 0,0 0,0 0,25-25,25 0,0 0,0 1,24-1,1 0,0 25,24 25,0-25,1 25,-2-25,26-25,-24 50,-26-25,1 0,-25-25,-25 50,0-25</inkml:trace>
  <inkml:trace contextRef="#ctx0" brushRef="#br0" timeOffset="31644">2031 74,'0'0,"0"0,0 0,25 0,-25 0,0 0,25 0,-1 0,-24-25,25 25,0-25,-25 25,24 0,1-24,0 24,-25 0,24 0,-24 24,-24 1,-1 25,0-1,-24 1,24 24</inkml:trace>
  <inkml:trace contextRef="#ctx0" brushRef="#br0" timeOffset="32045">2130 396,'25'-24,"-25"-1,24 0,1-25,-25 26,25-1,-1 25,-24 25,25-1,0-24,0 25,0 0,-1 0,1 0,0-1,-25-24,0 25,0-25,-25 0,-24 25,-1-25,0 50,1-26</inkml:trace>
  <inkml:trace contextRef="#ctx0" brushRef="#br0" timeOffset="43929">2006 8039,'0'-25,"-25"25,25-25,-24 25,24 0,-25-24,25 48,-25-24,25 0,0 0,0-24,50-1,-1 0,1 0,-25 25,24-25,-24 25,24 25,-24-25,24 0,1-25,-1 25,-24 0,-25 0,0 25,0 25,-25-1,-24 1,24-25,0 25,0-1,1 1,-26-1,50-49,-24 0,24-24,0 24,24-25,1 0,-25 25,25 0,-1-25,1 25,0 0,0 25,0-25,24 25,-24-25,25 0,-26 25,26-1,-25 26,24-25,-24 24,25 1,-50 0,0 24,-25 25,-25-24,1-1,-26-24,1-25,-25-1,0 1,25-25</inkml:trace>
  <inkml:trace contextRef="#ctx0" brushRef="#br0" timeOffset="45813">1486 198,'0'0,"-24"0,-1 0,25-25,-25 50,25 0,25 49,-25 25,25 1,-1-1,-24 25,0-50</inkml:trace>
  <inkml:trace contextRef="#ctx0" brushRef="#br0" timeOffset="48997">1634 8461,'0'-25,"25"0,-25-24,0-1,0-24,-25 24,-24 0,0 26,-25-1,-1 25,1 25,-1 24,1 26,24 24,25 0,25-25,0 1,50-50,0-1,24-24,0-24,-24-1,25-50,-51 26,26-1,-26-24,1 49,-25-25,0 26,0 24,0 0,0 24,24 26,1 49,-25 50,0 25,0-1,0-24,0-50,-25 25,25-49,0-25,0-1,-24-24</inkml:trace>
  <inkml:trace contextRef="#ctx0" brushRef="#br0" timeOffset="50013">396 10247,'0'0,"0"0,0 0,25 0,49 0,25 0,25 0,25-25,24 0,50-24,25 24,24-25,1 1,-1 24,1-25,-2 25,2 25,-25-24,-1-1,1 0,-25 0,0 0,-49 25,-27 0,-23 25,-24 0,-51 0,-49 0,-24 24,-26-24,0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5:39.26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0,'0'-25,"0"25,0 0,0 0,0 25,0 0,0 0,0 0,0-1,0 26,0 0,0 0,24 0,1 24,-25-24,25-1,-1 1,-24-25,25 25,-25-26,0 27,0-26,0 24,0 1,0 0,0-1,0 1,0 24,0-24,0 0,0 0,0 25,0-26,0 1,0 24,24-24,-24-1,0 2,0-1,0-1,0 1,0-1,0 1,0 0,0-1,0 1,0 25,0 0,-24-26,24 26,-25-1,25 1,0 0,0-1,-24 1,24-1,24-24,-24 24,0-24,0 25,0-25,0 24,25-24,-25 0,0 24,0-24,0 25,0 0,0-1,0 0,0 1,0-1,0 2,0-2,0 1,0-1,0 0,0 1,0 0,0 0,24-1,-24 0,25 1,-25-1,25 2,-25 23,0 0,25-24,-25 24,0 1,25-1,-25 1,0-26,23 0,-23 27,0-27,0 25,0-24,0-1,0 2,25-2,-25 0,0 1,0-1,0 25,0 2,0 23,0-25,0 0,0 1,0 0,0-1,0 0,0 1,0 0,0-1,0 0,0 0,0 1,0 0,25-26,-25 25,0-24,25 0,-25 24,0 1,0-26,-25 25,25 2,-25-27,25 0,0 1,0-26,0 26,0-25,0 0,0 0,0-1,0 1,0-25,0 49,0-24,0-1,0 2,0 23,0-24,0 0,0-1,0 1,25-25,-25 24,-25 1,25 1,-25-27,25 26,0-25,-23 24,23-24,0 25,0-25,-25 24,25 26,-25-26,25 2,0-2,-25 1,25 0,0-25,0-50,25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28:49.65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0-133,'0'0,"4292"0,-4242 0,25 0,-26 0,1 9,-50 10,25-10,-25 0,-25 0,-25 11,1-2,-1 1,-25-19,1 9,24-18,26 9,-1-9,25 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8:00.14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896 646,'0'0,"-25"25,-24 0,-1 24,1 1,-1-1,50 2,-25-26,25 24,25 1,0-25,0 0,-1-25,1 24,25 1,-25-50,24 25,1 0,-1-24,-24-1,25 0,-25 25,-25-25,24 0,1 25,0 0</inkml:trace>
  <inkml:trace contextRef="#ctx0" brushRef="#br0" timeOffset="485">1194 745,'-25'0,"25"-25,0 50,0-25,-25 25,50 25,-25 0,0 0,0 24,25-24,0 49,-25 25,25-25,-25 2,0-2,0-25,0-24,0-25,24 24,1-49,0 0</inkml:trace>
  <inkml:trace contextRef="#ctx0" brushRef="#br0" timeOffset="1437">1690 745,'0'0,"-25"-25,25 25,25-24,-25 24,25 0,0-25,24 25,1-25,-1 25,-24-25,0 25,0 25,-25 0,-25 24,0 26,-24 25,-1-26,0 1,26-26,-1-24,50-25,-1 0,1 0,25-25,-1 25,-24-24,25 24,-25 24,-1 1,1 0,0 0,0 0,-25 24,-25-24,25 25,-50-1,26 2,-51-1,26-1,-26 1,26-1,24-49,0 0,50 0,-25-24</inkml:trace>
  <inkml:trace contextRef="#ctx0" brushRef="#br0" timeOffset="2492">2335 671,'0'-25,"0"25,0 0,-25-25,25 0,0 25,25-25,0 25,0-24,24 24,1-25,-1 25,1 0,0-25,-26 50,-24 0,0-1,0 26,0 0,-24 24,-1-24,0 50,-25-26,26 1,-51-1,26 25,-1-24,0-1,1-49,24 26,25-51,0 0,0 0,25-25,-25-1,25 1,-25 1,24 24,1 0,0-25,25 25,-26 0,51 25,-26-25,1 24,0-24,-26 25,26-25,-25 0,-25 0,0 26,0-26</inkml:trace>
  <inkml:trace contextRef="#ctx0" brushRef="#br0" timeOffset="5802">450 50,'-50'24,"1"1,-26 0,1 49,-1-24,26 50,-1-1,25 75,25 25,50 0,24 24,1-48,49-1,0-26,25-48,-25-26</inkml:trace>
  <inkml:trace contextRef="#ctx0" brushRef="#br0" timeOffset="6655">3154 0,'24'0,"-24"0,0 25,25-25,0 49,25 26,-1-1,1 26,-1 24,-24 0,0 25,0 1,-50-1,25 0,-50-25,1 1,-26-26,26 0,24-24,-25-26,26 1</inkml:trace>
  <inkml:trace contextRef="#ctx0" brushRef="#br0" timeOffset="7467">3823 1516,'0'0,"0"25,0 25,0 24,-24 0,24 1,-25-1,25 27,-25-27,25-24,-25-1,25-24,25 25,-25-50</inkml:trace>
  <inkml:trace contextRef="#ctx0" brushRef="#br0" timeOffset="7904">4171 1715,'0'0,"-25"0,0 0,0 24,0 26,25-25,-24 24,24 1,0 26,0-27,24 1,1-1,-25 1,25-25,0 0,0-25,-1 24,1-48,25 24,-25-25,-1 0,1-25,0 1,-25-26,25 25,-50-25,0 26,-24-1,-1 25,0 0,26 25</inkml:trace>
  <inkml:trace contextRef="#ctx0" brushRef="#br0" timeOffset="8758">4791 745,'0'0,"25"0,-25 0,0 25,24-25,26 0,0 0,-1 0,26 0,-26 0,1 0,-1-25,-24 50,-25-25,0 25,0-25</inkml:trace>
  <inkml:trace contextRef="#ctx0" brushRef="#br0" timeOffset="9166">4890 1267,'25'0,"0"-25,-1 25,26-25,0 25,24 0,0 0,1 0,-1-24,1 24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8:09.99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224 0,'0'0,"-25"25,25 0,-25 49,-24 25,-1 25,25 25,-24 25,49-1,0 0,24-24,51 0,24-25,50 0,-50-50</inkml:trace>
  <inkml:trace contextRef="#ctx0" brushRef="#br0" timeOffset="52356">918 372,'0'0,"-24"0,24 0,0-25,0 25,-25 0,25-25,0 25,0 0,0 25,0-25,0 0,0 0,0 0,0 0,-25 0,25 0,0 25,-25-25,25 25,-25 24,1 1,24 49,-25 1,0 24,25 23,-25-47,0-1,25-49,0-1,0-24,0 0,25-25,-25 0</inkml:trace>
  <inkml:trace contextRef="#ctx0" brushRef="#br0" timeOffset="53273">1762 298,'0'0,"-25"0,0 24,-24 26,-1 24,-24 51,-1-26,26 25,-1-1,0 26,25-25,1 0,24-50,24 1,1-51,0-24,25 0,-1-24,1-1,0 0,-26-49,1 24,0 0,-25 1,0 24,-25-25,-24 50,-1 0,-24 25,24 0,25 0</inkml:trace>
  <inkml:trace contextRef="#ctx0" brushRef="#br0" timeOffset="54027">2331 273,'0'0,"0"0,0 0,0 25,-24-1,-1 51,-25 24,1 0,24 50,-25-25,0-26,26-23,24-26,0 1,0-50,24 25,26-25,0 0,-1 0,1-25,0 0,24 25,-24 0,-26-25,1 25,0 0,0-24,0 24,-1-25,1 25</inkml:trace>
  <inkml:trace contextRef="#ctx0" brushRef="#br0" timeOffset="54675">2579 670,'0'25,"-24"49,-1 0,0 25,0 0,-24 25,24 0,-25-25,25 25,1-49,24-1</inkml:trace>
  <inkml:trace contextRef="#ctx0" brushRef="#br0" timeOffset="55183">3249 273,'0'0,"0"25,-25-1,1 26,-1 24,-25 1,1-1,24 50,-25 0,25-1,25-23,-25-51,50 1,-25-50,25 25,25-25,-25 0,24 0,1 0,-1 0,-24 0,25 0,-25-25,24 25,1 0,-1 0,-24 0,25-25,-1 0,-24 0,0 1,-25-1</inkml:trace>
  <inkml:trace contextRef="#ctx0" brushRef="#br0" timeOffset="55871">3472 769,'0'0,"25"0,-25 25,-25 49,25 0,-24 25,24 25,-25 0,0 25,-25 0,1-50,-1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8:10.97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95 0,'0'-25,"0"25,0 0,23 25,25 0,-24 0,22 25,2 26,-24-2,0 26,-24 1,0 25,0 24,0 0,-24-49,-24 24,24-25,-46-26,22 27,-22-26,22-24</inkml:trace>
  <inkml:trace contextRef="#ctx0" brushRef="#br0" timeOffset="1606">308 1704,'-24'25,"0"-50,-22 50,-2-25,0 0,25 25,0-1,-1 2,0-1,24 0,0 0,0 0,0 0,24 0,0 0,-1 1,0-26,25 0,-24 25,0-25,22 0,-22 24,-24 1,24 1,-24 24,0-26,-24 1,0 1,0-1,2-25,-2 0,-24 0,24 0,1-25,0-1,23 1,-24-24,24-2,24 2,-1-27,24 1,25-26,-26 27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9:22.07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548 397,'0'0,"0"-25,0 25,0-25,0 25,0 0,0-25,0 50,0 0,0 0,-24 48,-1 2,25-1,-25 1,0-1,0 25,25-24,-24-26,24-24,-25 0,25-25,0 0,0-25,0 0</inkml:trace>
  <inkml:trace contextRef="#ctx0" brushRef="#br0" timeOffset="620">995 545,'0'-25,"0"-25,0 25,-25 25,0-24,-24 48,24 26,-25-25,25 25,1-1,24-24,0 0,24 0,1-50,0 25,0 0,0 25,-1-25,1 24,0 1,0 25,0-1,0-24,-1 25,1-25,0 24,0-24,-25 25,-25 24,0-49,0 25,-24-27,24 2,-25-50,25 25,1 0,24-23,-25-27,25 0,25 1,-1-26,1 1,25-25,-25-1,24 1,1 0</inkml:trace>
  <inkml:trace contextRef="#ctx0" brushRef="#br0" timeOffset="1751">1441 421,'0'0,"0"24,-24 26,-1 0,25-1,-25 1,25 0,25-26,-25 1,49 0,-24-25,0 25,25-25,-26 25,1-25,0 24,0 1,-25 0,0 0,0 0,0 24,-25 1,0-25,0-1,-24 26,-1-50,-24 0,24 0,1-25,-1-24,25-1</inkml:trace>
  <inkml:trace contextRef="#ctx0" brushRef="#br0" timeOffset="2441">1392 495,'0'0,"0"0,25 0,24-25,1 0,-1 1,26 24,-1 0</inkml:trace>
  <inkml:trace contextRef="#ctx0" brushRef="#br0" timeOffset="2995">2037 421,'0'0,"0"0,-25 0,50-49,-25 24,25 0,24 1,-24 24,25 24,-26-24,1 25,0 25,0-2,-50-23,0 25,-24 24,-1 1,0-26,-24 1,49-25,0-25,25-25,25-25,0 26,0 24,24 0,1 0,0 0,-1 24,1 26,-25 0,-1-1,-24-24,-24 0,-26 0,0-1,1-24,-26 25,26 0,-1-25,1 25,24-25</inkml:trace>
  <inkml:trace contextRef="#ctx0" brushRef="#br0" timeOffset="3945">2682 50,'0'24,"0"26,24 0,26-1,0 1,-1 24,1-24,-50 48,-25 26,-74 25,0 25,-1-50</inkml:trace>
  <inkml:trace contextRef="#ctx0" brushRef="#br0" timeOffset="4806">350 0,'0'0,"-25"25,-24 0,-1 24,-25 26,1 49,24 73,26 2,48-1,51-49,49-25,50-26,-75-23</inkml:trace>
  <inkml:trace contextRef="#ctx0" brushRef="#br0" timeOffset="5912">3153 1041,'-25'25,"25"24,-25 51,25-2,-24 1,24-25,0-24,-25 0,25-26,0 1</inkml:trace>
  <inkml:trace contextRef="#ctx0" brushRef="#br0" timeOffset="6264">3401 1140,'0'25,"0"-50,-25 50,25 25,-25-2,25 2,-24-1,48 1,-24-25,25 0,25 24,-25-49,24-25,-24 25,0-24,0-1,-1 0,-48 0,-1-24,-25 24,1 0,24 50,-25-25</inkml:trace>
  <inkml:trace contextRef="#ctx0" brushRef="#br0" timeOffset="7024">3848 669,'0'0,"0"-25,0 50,0-50,0 50,24-25,26 0,24 49,1-49,-1 0,-24 0,-1 0,-24 0,-25 0,0 0,0 25</inkml:trace>
  <inkml:trace contextRef="#ctx0" brushRef="#br0" timeOffset="7434">3773 991,'25'-25,"0"1,0-1,49 0,0 0,26 0,24 1,-25 24,0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9:30.07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154 0,'-50'50,"26"24,-26 25,25 25,25 0,0 0,75-24,-1 24,50-25,0-25,-25 1</inkml:trace>
  <inkml:trace contextRef="#ctx0" brushRef="#br0" timeOffset="64517">526 174,'-25'-25,"25"25,0 0,0-25,0 25,0 25,0 0,25-25,-25 0,25 0,0 0,24 0,-24 0,25 0,-25 0,-1 0,26 24,-25-24,-25 0,25 25,-25 0,0 0,-50 0,0 49,1-24,-26-1,26-24,24 0,0-25,25 0,25-50,0 26,24-1,1 25,0 0,-26 0,26 25,-25-1,0 1,-2-25,2 50,0-25,-25-1,25 26,-25-50,0 50,-25-26,0 1,-23-25,-2 25,-24-50,24 25,0-25,1-24,24 49,-25-25,26 25</inkml:trace>
  <inkml:trace contextRef="#ctx0" brushRef="#br0" timeOffset="68471">1294 99,'0'25,"0"0,0 0,25-25,-25 0,0 0,0 0,0-25,0 25,0 0,0 0,0 0,0 25,-25-25,25 24,0-24,-25 25,1-25,24 25,-25 0,25 0,0 24,0 1,-25 0,25-1,-25-24,0 25,25-1,-25-24,25 0,-24 0,24-25,0 24,0-24,0 0,24-24,-24 48,25-24,0 0,25 0,-25 0,24-24,1 24,-1 0,1-25,-25 25,-25-25,0 25,25 0,-25 0,0 0,24 0</inkml:trace>
  <inkml:trace contextRef="#ctx0" brushRef="#br0" timeOffset="69476">1517 397,'0'25,"0"0,0-1,0 1,0 25,-24-1,24 1,-25 24,0-24,0 24,0 1,1-1,24 1,0-1,24 1</inkml:trace>
  <inkml:trace contextRef="#ctx0" brushRef="#br0" timeOffset="70095">1889 198,'0'0,"0"25,-24-50,24-24,-25-1,25 1,25 49,24 0,1 0,24-25,26 25,-26 25,0-1,-49 1,0 25,-25-25,25 24,-50-24,25 0,-50 24,26 1,-26 25,0 24,1 0,24 0,-25-24,25-26,1 1,-1-1,25 1,-25-25</inkml:trace>
  <inkml:trace contextRef="#ctx0" brushRef="#br0" timeOffset="71054">2930 99,'0'0,"-25"0,-24 25,24 49,-25-49,50 0,0-25,25-25,0 50,25 25,-1-50,1 24,-25-24,24 25,1 50,-25-26,0 1,-1 24,-24-24,0 0,-24 24,-1-24,-50-26,26 26,-26-50,26 0,-26 25,26-25,-1-25,25-25,25 26</inkml:trace>
  <inkml:trace contextRef="#ctx0" brushRef="#br0" timeOffset="71727">2831 248,'0'-50,"25"26,0-1,24 25,51 0,-1-25,0 0,-25-24,1 49,-50-25,-25 0,0 25,-25 50,0-26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9:31.09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349 0,'0'0,"26"0,-26 50,25 0,-25-26,26 51,-1-50,25 24,-24 1,0-50,-1 49,-25 1,-25 24,25 50,-26-24,0-1,2 0,-2-24,-25 24,0 1,1-26,-27 1,27-75,-27 25</inkml:trace>
  <inkml:trace contextRef="#ctx0" brushRef="#br0" timeOffset="71447">375 1787,'25'-24,"-25"-26,0 0,-25 26,-1-1,1 25,-51 0,0 0,25 74,1 1,-2-1,52-49,0 0,26 24,0-74,24 25,1 0,-25 25,-2 0,2 0,-1-25,-25 25,26-25,-26-25,0 0,0 25,25 25,-25 0,25 24,-25-24,26 0,-26 0,0 0,0 24,-26-24,1 0,0 24,-26-49,1 50,-2-75,1 50,1-25,24-25,1 0,50-24,-25 24,52-49,-28 24,27 0,1-24,-28 24,27-24,-25 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8:38.52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967 428,'0'0,"0"0,0 0,0 0,0 0,0 25,0-25,25 0,-25 25,0-25,-25 25,25-1,0-24,0 25,0-25,0 25,0-25,0 25,0 0,0-25,0 24,25 1,-25-25,0 25,0 0,0 0,0-25,0 24,0 1,0-1,0-24,0 25,0 0,0-1,0 1,0 0,0 0,24-25,-24 25,0-1,0 26,0-25,0 0,0 0,25-1,-25 1,0 25,0-1,0 1,0-1,-25 0,25 26,0-26,0 1,0-1,25 1,-25 0,0-1,0 1,0-1,0 25,0 0,0-24,0 24,0-24,0 24,0 1,0-25,-25-2,25 2,0 24,0-24,0-25,0 24,0 1,0-1,-24 1,24 0,0-1,0-25,0 26,0-1,0-24,0 50,0-26,-25 26,25 24,-25-25,0 0,25 0,0 0,0 1,0-25,0 24,0 25,0-25,0 0,0 25,0-24,0-1,-25 1,25-1,-24 24,24-23,-25-26,25 1,0-25,0-1,0-24</inkml:trace>
  <inkml:trace contextRef="#ctx0" brushRef="#br0" timeOffset="2276">25 1147,'0'-25,"-25"25,25 0,0 0,25 0,-25 0,25 0,0 25,24-1,26-24,-1 0,25 25,1-25,24 0,-1 0,1 25,0-25,0 0,25 0,-25 0,0 0,0 0,0 25,0-25,-1 0,1 0,25 0,-25-25,0 25,25-25,-25 0,24 25,-24-24,25-1,-26 0,26 25,-25-25,0 25,0-25,0 25,0 0,0 0,0-25,-24 25,-1 0,-1-24,-24 24,1 0,-1 0,1 0,-50 0,-1 0,-24 24,0-24</inkml:trace>
  <inkml:trace contextRef="#ctx0" brushRef="#br0" timeOffset="3803">497 156,'0'-25,"0"-24,-25 24,25 25,-25-25,-25 0,25 25,1 0,-26 0,0 50,1-25,-1 24,1 26,-1-26,50-25,0 26,0-50,50 25,-26-25,26 0,0 0,-1 0,1 24,-1-24,1 50,-25-25,25 25,-26-26,26 26,-50 0,25-1,-25 1,0-1,0 0,-25-24,0 24,-24 1,24-25,-25-25,25 25,-24-25,24-25,0 0,0 0,0 0,25 1,-24-26,24 26,24-25,-24-1,25-24,0 24,25-24,-26-1,1 1,0 24,0-23,-25 23,25 25</inkml:trace>
  <inkml:trace contextRef="#ctx0" brushRef="#br0" timeOffset="6253">1785 1567,'0'0,"0"0,0 0,-24 25,24-25,0 0,0 25,0-25,0 25,0-25,0 24,0-24,0 25,0 0,0 25,0-1,0 26,-25-2,25 26,-25 1,0-1,0 0,25-24,0-27,0 2,0-25,0-25,0 0,0 24</inkml:trace>
  <inkml:trace contextRef="#ctx0" brushRef="#br0" timeOffset="7029">2132 1592,'0'0,"0"0,0 0,0 0,0 25,0-25,0-25,0 25,0 25,0-25,0 25,-25-1,25 26,0 25,-25-1,25-1,-25 2,0-1,25 25,-24-24,24-1,0-49,0 0,24-25,-24 0,0 0,0-25,0 25,0 0,0 0,25 0,0 0,0-25,24 25,1-25,0 25,-1 0,1-24,0 24,-26 0,26 24,-25-24,0 0,-1 0,-24 0,0 0,0 0,0 0,0 0</inkml:trace>
  <inkml:trace contextRef="#ctx0" brushRef="#br0" timeOffset="8118">2553 1938,'0'25,"0"-25,0 0,-24 25,24 0,0 0,0 24,-25 26,25-1,0 25,-25-24,25 48,-25-24,25 0,-25-24,25-26,0 1,-24-25,24-1,0-48,0 24</inkml:trace>
  <inkml:trace contextRef="#ctx0" brushRef="#br0" timeOffset="8949">3074 2335,'0'0,"0"0,0 0,0 0,0 0,25 0,-25 0,0 0,0 0,25 0,-25 0,25 0,0 0,24 0,-24 0,0 0,23 0,2 0,24 0,-24 0,24 0,26-25,-26 25,25-24,1-1,-1 0,-25 0,-24 25,-1 0,-24 0,0 25,-25 0,-25-25,0 25</inkml:trace>
  <inkml:trace contextRef="#ctx0" brushRef="#br0" timeOffset="9955">4734 1542,'0'0,"0"25,0-25,0 25,0 0,-25 49,1 1,24 24,-25-1,0-23,1 24,-1-25,1-24,24-1,0-49,0 25,24-25,1 0,-1 0,1 0,24 0,1-25,-25 25,25 0,-1 0,-24 0,25 0,-1-24,1 24,-1-25,26 25,-50 0,-1 0,1 0,-25 25,25-50,-25 25,0 0,0 0,0 0,-25 0</inkml:trace>
  <inkml:trace contextRef="#ctx0" brushRef="#br0" timeOffset="11635">5106 1791,'0'-25,"0"25,0 0,0 0,-24 25,24-1,0 26,-25 23,25 27,0-1,-25 0,25 0,-50 1,26-2,-1 1,0 0,0-24,25-26,0 1,-25-25,25-1,25 1,-25-50,0 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9:37.95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991 0,'0'0,"0"0,0 0,0 0,0 25,-24 24,24-24,0 49,0 1,0 24,0-25,0 1,0 24,24 0,1 1,0-1,0 0,-25 0,25 0,-1-24,-24 24,25-24,-25 24,25-25,-25 1,0 24,0 25,0-25,0 0,0 25,0-24,0-1,0 0,25 0,-25 1,25 24,-25 0,0 0,24 24,-24 1,0-49,0-1,0 0,25 0,-25 25,0 0,0-24,0-1,0 0,-25 25,1 0,24-25,0-24,0 24,0 25,-25 0,25 0,0 0,0 0,0 0,0 0,25 0,-1-49,1-26,25 1,-25 24,0 50,-25 25,24 0,-24 0,0 0,0 24,0-24,0-25,0 25,0-25,0 0,-24 0,24 50,-25-50,0 50,-25-26,25 1,1-25,-1 0,25 0,0-24,-25 24,50-25,-25 0,0 25,0-25,0 1,0-51,-25-24</inkml:trace>
  <inkml:trace contextRef="#ctx0" brushRef="#br0" timeOffset="2320">0 1960,'0'0,"0"0,25 24,0-24,24 0,1 0,49-24,-24 24,24-25,0 0,-1 25,26-25,-24 0,-1 0,25 1,0-1,0 0,0 0,24 25,-24-25,25 1,-25 24,0 0,25 0,-25 0,0 24,-1 1,-24 0,25-25,-25 0,25 25,0-25,0-25,-25 0,25 0,-24 1,23-26,-24 25,0 25,0 0,1 0,-1 25,-25-25,1 0,-1 25,-24-25,-26 0,26 0,-25 25,0-25,-25-25</inkml:trace>
  <inkml:trace contextRef="#ctx0" brushRef="#br0" timeOffset="30792">595 2654,'0'-25,"0"1,0-26,-25 0,25 25,-49 1,24 24,-49 0,-1 49,26 26,-26-26,51 26,-1-50,50 24,-1-24,26-25,0 0,-1 25,26-25,-26 0,0 25,1-25,-26 24,26 26,-25-25,0 49,-25-24,0-1,-25 1,25 0,-50-26,1 1,-1 0,1 0,0 0,-1-25,0 0,50 0,-24-25,24 0,0-25,24 1,1-26,0 26,0-26,0 26,-1-50,1 24,0 1,-1-1,1 51,0-26,-1 50,26 0,-25 25</inkml:trace>
  <inkml:trace contextRef="#ctx0" brushRef="#br0" timeOffset="32965">1958 4043,'-25'0,"25"-24,0-1,0 0,0-25,0 25,25 25,24-24,1-1,0 0,-1 0,26 0,-50 25,24 25,-24 25,0-1,-25 26,0-25,0-26,0 26,-25 24,0 1,-24-1,-1 25,0-24,-24 24,24-24,-24-1,24 0,1-49,24 0,0-50,0 0,25 1,0-1,0 0,25 0,-25 25,25 0,0 0,24 0,26 0,-1 25,0 0,-24-25,0 0,-1 0,-49-25,0 25,0-25,-24 25</inkml:trace>
  <inkml:trace contextRef="#ctx0" brushRef="#br0" timeOffset="34196">3048 4093,'0'0,"-25"-25,25 0,0 1,0-26,0 25,-24-25,-1 26,0-1,-25 25,1 0,-1 25,1-1,-1 1,25 0,25 0,0-25,25 25,25 0,-26-1,26 26,0-25,-26 0,1 24,0 1,0-25,-25 24,25 1,-25-1,0 26,24-1,-24-24,0 0,0-26,-24 26,24-25,-50 0,25-1,-24-48,-1-1,0 0,1-25,24 1,0 24,25-25,0 1,0 24,25-50,0 1,24 0,26-1,-26-24,26 25,-1-1</inkml:trace>
  <inkml:trace contextRef="#ctx0" brushRef="#br0" timeOffset="35766">3420 4267,'0'0,"-24"0,24 0,0-25,0 25,0-25,0 0,0 0,0 25,0-24,0 24,0 24,0 1,24-25,-24 25,0-25,0 0,0 0,25 0,0-25,0 25,24-25,-24 25,25 0,-2 0,2 0,-25-24,24 24,26-25,-26 0,26 25,-1 0,1 0,-1 0,-24-25,24 50,-24-25,-1 0,1 0,-25 0,-25-25,0 25,0-25,0 50,-25-25,0 0</inkml:trace>
  <inkml:trace contextRef="#ctx0" brushRef="#br0" timeOffset="37177">4783 3795,'-25'0,"25"-25,-25 1,25 24,-24 0,24 24,-25-24,25-24,25 24,-25-25,0 25,24 25,1-50,0 0,-1 25,1-25,25 0,0 1,-1-1,1 0,-1 0,1 25,-25-25,0 25,-1 25,-24 0,0-25,25 25,-25 24,0-24,0 25,0-1,0-24,0 0,-25 0,1 0,-1 24,0 1,0 0,0 24,1-24,-1 24,0 0,-25 1,26 24,24-49,-25 24,25 1,0-1,0-24,0 24,-25-24,25-1,-25-24,25 25,-25-75,0 25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8:15.83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1663 223,'0'0,"0"-25,-24 0,-1 1,-25-1,24 25,-23 0,-1 0,-24 25,24-1,0 26,1 24,24-24,0 24,0-24,25 24,25-49,0 25,25-50,-1 0,1-25,24 0,-24 0,-25-24,24 24,-23-25</inkml:trace>
  <inkml:trace contextRef="#ctx0" brushRef="#br0" timeOffset="425">1614 372,'0'0,"-25"0,25 0,0 0,0 0,0 25,0 24,0 26,0-1,0 0,0 26,0-26,0 25,0 1,0-1,-25-25,25 1,0-51,0 1,0 0</inkml:trace>
  <inkml:trace contextRef="#ctx0" brushRef="#br0" timeOffset="1133">1936 347,'0'0,"0"0,25 0,-25 0,25-25,24 25,1-25,0 1,-26 24,1 0,0 24,-25 1,0 0,0 25,-25-1,0 26,-24-26,-1 26,25-1,-24-24</inkml:trace>
  <inkml:trace contextRef="#ctx0" brushRef="#br0" timeOffset="1575">2308 694,'0'0,"25"25,0 0,-25 25,0-1,0 1,0-1,-25 26,-25-26,1 1,-1-25,-24 0,24-25,25 0,1 0,-1-25</inkml:trace>
  <inkml:trace contextRef="#ctx0" brushRef="#br0" timeOffset="3706">2680 322,'0'-25,"-24"25,24-24,0 24,-25-25,50 25,-25-25,49 0,-24 0,49 1,-24-1,0 0,-1 50,-24-25,0 25,-25 24,0 26,0-1,-25 0,0 50,0 0,-24 1,-1-26,1-25,24 1,-25-51,25 1,1-25,-1 0</inkml:trace>
  <inkml:trace contextRef="#ctx0" brushRef="#br0" timeOffset="4206">2631 893,'25'0,"-1"-25,26 25,24 0,1 0,-1 0,1 25,-51 0,1-1,0 1,-25 0,25 0,-25 0</inkml:trace>
  <inkml:trace contextRef="#ctx0" brushRef="#br0" timeOffset="4926">869 49,'0'0,"-25"-25,25 25,0-24,-25 24,25 0,-25 0,25 49,0 1,0 0,0 24,25 0,-25 1,0 24,25 25,-25 0,25 25,-25 0,24-25,-24 25,25-25,0 0,0-25,0 25,-1 0,1 0,0 0,0 25,-25-50,25 25,-25 0,24 25,-24-50,0 25,25-49,-25-1,0 1,0-26,-25 1,25-25</inkml:trace>
  <inkml:trace contextRef="#ctx0" brushRef="#br0" timeOffset="6184">273 1811,'25'0,"25"0,-1 0,1 0,-1 0,26 0,24-25,0 25,1 0,-1 0,25-25,-25 25,25 0,0 0,26 0,-26-25,25 25,0-25,-1 25,-24 0,50-24,-25-1,25-25,-1 25,1-24,-1 24,1 0,-25 0,-25 25,-25 0,0-24,-24 24,-50 0,-25 24,0-24</inkml:trace>
  <inkml:trace contextRef="#ctx0" brushRef="#br0" timeOffset="7353">397 794,'0'-25,"0"-25,-25 25,1 0,-26 1,0 24,1 24,-1 26,1-25,-1 25,25-1,0 1,50-25,-25-1,50 1,-1-25,1 0,24 25,-24-25,0 25,-1 0,-24-1,25 1,-26 25,1-1,0-24,0 25,0-25,-25 24,0 1,-25 0,0-1,0-24,0 25,1-50,-1 24,0-24,0 0,0-24,1-1,24-25,-25 25,25-24,0 24,0-25,0 1,0-1,25 0,-25 26,24-1,-24-25,25 25,-25-24,0 24,25 0,-25 0,0 1,25-1,-25 0,25 0,-1 25,-24-25,25 25</inkml:trace>
  <inkml:trace contextRef="#ctx0" brushRef="#br0" timeOffset="10035">1713 2158,'0'0,"0"0,0 0,0 0,0 0,0 0,0 0,0-25,-25 25,25 0,0 0,0 0,0 0,0 0,0 25,0 0,0 0,0 24,0 1,0 24,0 1,0-1,0 0,0-24,0 24,0-49,0 25,0-50,0 25,0-25,0 0,0 0,0 0,0-50,0 25</inkml:trace>
  <inkml:trace contextRef="#ctx0" brushRef="#br0" timeOffset="13974">2283 2158,'0'0,"-24"0,24-25,0 25,0 0,0 0,-25 0,25-25,0 25,0 0,0 0,0-24,0 24,0 0,25 24,-25-24,0 0,0 0,0 0,0 0,0 25,0-25,-25 0,25 25,0 0,0 0,-25 24,25 1,0-1,0 26,0-26,0 1,0 0,0-26,0 1,0 0,0-25,0 0,0 0,-25 0,25 25,0-50,0 0,0 0</inkml:trace>
  <inkml:trace contextRef="#ctx0" brushRef="#br0" timeOffset="16109">2879 2108,'0'0,"0"0,0 0,0 0,0 0,0 25,0-25,0 0,0 0,0 0,0 25,0-25,0 0,0 0,0-25,0 25,0 0,0-25,0 25,0 0,0 0,0 25,0-25,0 0,0 0,0 0,0 0,0 0,0 0,0 25,0-50,0 25,0 0,0 0,0 0,0 0,0 0,0 0,0 0,0 0,0 0,0 0,0-25,0 25,0-24,0 24,0 0,0-25,0 25,0 25,0-25,0 0,0 0,0 0,25 0,-25-25,0 25,0-25,0 25,-25 0,25-25,0 25,0 25,-25-25,0 0,0 25,1 24,-1 1,0 0,0 24,25 25,0-24,0-1,0-24,0-1,25 1,-25-1,25-24,-25 0,25-25,-1 25,-24-25,25 0,0 0,25-25,-26 25,1-25,0 0,0 1,0-26,-1 25,-24 0,0-24,0 24,-24 0,-1-24,0 24,-25 25,1 0,-1 49,1-24,24 0</inkml:trace>
  <inkml:trace contextRef="#ctx0" brushRef="#br0" timeOffset="18054">3300 2332,'0'0,"-24"0,24-25,0 25,0 0,0 0,0 0,24 25,1-25,25 0,24 0,1-25,-1 25,1-25,-26 0,1 25,-25 0,-25 0,0 25,0-25,0 0</inkml:trace>
  <inkml:trace contextRef="#ctx0" brushRef="#br0" timeOffset="18767">4243 1761,'-25'-25,"25"25,0 0,0 0,-24 0,24 0,0 50,0-1,0 26,-25-1,0 26,25-1,-25-25,0 1,25-1,0-49,0 0,0-25,0 24,25-24,-25-24,25 24,-25-25,25 25,24 0,-24-25,50 0,-26 0,1-24,-1 49,-24 0,0-25,0 25,0 25,24 0,-23-25,-1 0,0 0,-25 0,0 0,0 0</inkml:trace>
  <inkml:trace contextRef="#ctx0" brushRef="#br0" timeOffset="19784">4566 2009,'0'0,"0"0,0-25,0 25,0 0,0 0,24 25,-24 0,-24 74,24-24,0 49,0 0,0 24,0-24,-25-24,0-26,25-24,0-25,25-25,-25 0,25 0</inkml:trace>
  <inkml:trace contextRef="#ctx0" brushRef="#br0" timeOffset="37461">620 4539,'0'-24,"25"-1,-25 0,-25 0,25 0,-24-24,-1 24,0 0,0 25,0 0,-24 50,24-25,-25 49,1-24,49-1,-25-24,25 25,25-26,0 1,-1-25,26 25,0-25,-1 25,1-25,-25 0,24 25,1 0,-25-1,24 26,-24-25,25 49,-25-24,-25-1,24 1,-48 24,24-24,-25 0,0-1,-25-24,26 0,-26 0,25-1,-25-48,26 24,-1-25,0 0,0 0,0 0,25-24,0 24,25-49,-25 24,25 0,0 1,0-26,-25 26,24-26,-24 26,0-1,0 25,25-24,0 24,0 0</inkml:trace>
  <inkml:trace contextRef="#ctx0" brushRef="#br0" timeOffset="39786">2308 6028,'0'0,"0"0,0 0,0 0,0 0,0-25,0 25,0 0,-25 0,25 0,0-25,0 25,0 0,0 0,0 0,0 0,0 0,0 0,0 0,0 25,0-25,0 0,0 50,0-26,0 26,0 25,0-26,-24 50,24-24,-25 24,25 0,-25-24,25-1,0-49,0 0,0 0,0-25,0 0,0 24,0-24,0 0</inkml:trace>
  <inkml:trace contextRef="#ctx0" brushRef="#br0" timeOffset="40760">2804 6524,'0'-25,"0"25,0 0,0 0,25 25,0-25,25-25,24 25,25 0,0 0,1 0,-1 0,25 0,-25 25,25-25,0 0,0-25,-25 25,26-25,-26 1,-25 24,1 0,-26 24,-24 1,-25 0,0-25</inkml:trace>
  <inkml:trace contextRef="#ctx0" brushRef="#br0" timeOffset="41555">5063 5929,'-25'24,"25"-24,-25 25,0 25,0-25,1 24,24 26,-25-1,0 1,25-1,0 25,-25 0,50 1,-25-26,0 1,25-1,-25-24,25-1,-25-24,24 0,1-25,25 0,-25-25,0 25,24-25,-24 0,0-24,24 24,-24 0,0 0,0 1,-25-1,0 0,0-25,-50 1,1 24,-26 0,1 50,-26 0,26-1</inkml:trace>
  <inkml:trace contextRef="#ctx0" brushRef="#br0" timeOffset="42707">1961 7740,'0'0,"0"0,0 0,0 0,25 0,0 0,-1 0,1 24,25 1,-1 0,26 0,24-25,0 25,25-25,0 0,0 24,25-24,-25 0,50-24,-25 24,0 0,-1 0,-24 0,25 0,0 0,0 0,25-25,-26 25,2-25,-1 25,-25 0,25-25,0 25,-25-25,25 25,-50-24,0-1,-25 25,1-25,-1 25,-24-25,-25 25,0-25,-1 1,1-1,-25 0,-25 0,25-24,-24 24,-1-25,25-24,0-1,-25-24,25 25,25-50,-25 24,0 1,-25 0,25 0,0-25,0 24,0 1,0-25,-25 25,25-25,0 25,-25-25,25 24,0-24,0 0,-24 0,24 0,-25-25,0 25,25 0,-25 0,0-25,0 1,1-1,24 0,-25 0,0 25,25 0,-25 0,0-25,25 50,-24-25,24 0,-25 0,0 0,25 24,-25 1,0 0,25 0,0 24,-24 1,24 0,0-1,0 1,-25-1,25 50,0-24,0 24,0 0,0 0,-25 25,25 0,0 0,0-24,0 24,0 0,25 24,-50-24,25 0,0 0,0-24,0 24,0-25,0 25,0 0,0-25,0 25,0 0,0 0,-25 25,0 24,1 1,-1 24,-25 1,1-26,-1 26,25-50,0 0,25-1,0-24,0-24,0 24,25-25,-25 0,25 0,0 0,0 0,-1 1</inkml:trace>
  <inkml:trace contextRef="#ctx0" brushRef="#br0" timeOffset="44933">5534 1711,'0'0,"0"0,-25 25,25-25,25 25,-25-25,50 25,-1 0,1-1,24 1,1-25,-26 25,1 0,-25 0,-25-1,0 1,0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0:28.96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5608,'0'-25,"0"25,0 0,0 0,0-25,0 25,25 0,0-25,0 25,24 0,1-25,24 25,1 0,24-24,0 24,1-25,-1 25,25 0,-25-25,25 50,-25 0,26-25,-1 24,0-24,0 25,0-25,25 0,-25 0,25-25,-25 1,0-1,25 0,-25 25,25-25,-25 0,25 50,-25 25,25-50,24 25,-23-25,-1-50,0-25,-25 1,0 24,-50 26,1 24,-51 24,1-24,0 25,0 0,-25 25,25-26,-25 26,0-25,0 0,0-25,-25 0,25-50,0 0,0-24,0-25,0 24,0 26,25-26,-25 1,24 0,-24 24,0 0,25-48,-25 24,25-26,-25 26,0-25,0 24,0-49,-25 50,25-50,0 0,0 0,0-25,0 0,-25 0,25 0,0 1,0 25,0-26,25 25,-25 0,-25-25,25 25,0-25,-24 25,24 25,0-1,-25-24,25 25,0 0,0-25,25 25,-25-1,0-23,0 49,24 0,-24-26,25 1,-25 25,0-26,25 26,-25 24,-25-24,25 49,0 0,0 1,0 48,0-24,0 0,0 0,0-24,0 24,0-25,0 0,0 0,0 25,0 0,0 0,0 25,0-25,-25 0,25 0,0-25,-24 25,-1 0,25 25,-50 0,25 49,-24-24,24-1,-25 1,1 24,-1 1,25-50,1-1,24-24,0 25,-25 0,25-25,0 25,0-25,25-25,-25-25,24 1</inkml:trace>
  <inkml:trace contextRef="#ctx0" brushRef="#br0" timeOffset="2406">4418 227,'0'-24,"0"-26,25 25,-25 0,0 1,0 24,24 24,-24 1,0 0,25 25,25-26,-25 26,24 0,1-26,-25 26,-1 0,1-26,0 26,0-50,0 0,24 0,-24 0,-25-25,0 25,0-25,-25 25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9:42.32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248 81,'0'0,"0"26,0-26,0 0,0 0,0 25,0-25,0 0,0 0,0 0,0 0,0 0,0 0,0 0,0 0,0 24,-25-24,25 26,0-52,0 52,0-26,0 0,0 25,25-50,-25 25,0 0,0 0,25-26,-25 2,0 24,0-25,0-1,-25 26,25-25,-25-1,1 2,-25 24,24-25,-24 74,25-23,-1 50,25-1,-25-24,25 24,25-49,-25-26,25 0,23 0,2 0,-1-26,0 52,0-1,0 0,0 0,1 27,-26-27,25 25,-49 1,25-26,-25 25,-25 0,25-24,-25-1,-23 25,23-25,-24-25,24 26,-24-26,25 25,-1-25,0-25,1 25,-1-26,25-24,0 25,0-26,0 1,0 0,25-1,-25 26,24-25,1-1,0 0,-1 1,1-1,-1 1,-24-1,0 0,25 27,-25-1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9:46.52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75 352,'0'-24,"0"24,-25-25,25 25,-25 0,25 0,0-25,25 25,0-49,0 25,24-25,-23 24,24 0,-1 25,1 25,-25 24,-25-24,0 24,0-25,-25 26,0 24,-25-2,1 3,-2 23,2-48,-1-1,25-49,0 0,25 0,0 0,25-25,0 25,25 0,-26-24,27 24,-1 24,-1-24,1 0,-1 0,1-24,-25-26,1 50,-26 0,24 25</inkml:trace>
  <inkml:trace contextRef="#ctx0" brushRef="#br0" timeOffset="2124">647 229,'0'0,"0"-24,0 24,0 24,0-24,0 0,-24 25,24-25,0 0,24-25,-24 1,25-1,-25 1,25 24,0 0,0 24,-1-24,27 0,-26-24,0 24,-1 0,26 0,-50 0,25-25,-25 25,0 0,0 0,-25 25,25-1,-25-24,25 0,-25 25,1-25,-1 49,0-25,0 1,-1-25,2 49,24-49,0 24,0 2,0-2,24-24,2 25,-1-25,25 0,-26 0,26-25,-25 25,24-24,-24 24,0 49,1-26,-26 3,25-26,-1 24,-24 26,0-25,0 23,-24-23,-1 24,-1 0,-24-24,26 25,-26-27,0-23,26 0,-26-23,25 23,-25 0,25 0</inkml:trace>
  <inkml:trace contextRef="#ctx0" brushRef="#br0" timeOffset="16533">1743 156,'0'0,"25"-25,-50 0,25 25,0 0,0 0,0 25,0-25,0 0,0 0,0 0,0 49,-26 0,26 0,-25 49,0 26,1-25,-1-1,0-25,25-24,-25-23,25-3,0 2,0 0,0 0</inkml:trace>
  <inkml:trace contextRef="#ctx0" brushRef="#br0" timeOffset="17281">2016 451,'0'0,"-25"23,25 3,25-2,-25-24,50 0,25-24,24-2,0 3,1-2,-25 1,-50 24,-25 24,0-24,-25 25</inkml:trace>
  <inkml:trace contextRef="#ctx0" brushRef="#br0" timeOffset="17913">3086 82,'25'-24,"-25"24,0 0,0 0,-25 0,25 24,-25 25,-24-24,24 24,25 0,-26-25,52 1,-26 24,25-25,24 26,1-25,-25-2,24 3,-24-52,0 26,0-48,1 24,-26-26,25 26,24-1,-24 50,0 23,0 27,-25 23,0 0,0-24,-25 0,0-1,-49-23,23-25,-24-1,-24 0,25-48,23 24,-23-24</inkml:trace>
  <inkml:trace contextRef="#ctx0" brushRef="#br0" timeOffset="19007">3260 180,'-25'0,"25"-24,25 24,-25 0,0 0,0-25,0 25,0-25,0 25,26 0,-1 0,24-24,26 24,-1-24,26-2,-25 26,-51 0,1-24,0 24,-25 0,0 0,-25 0,25 0,-25 0,-24 24,-1 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0:07.19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50 173,'0'0,"0"0,0 0,0 25,0-25,25 0,-25 0,0 0,49 0,-25-25,26 25,24 0,-24 0,48 0,-24 0,1 0,24 0,24 25,-24-25,24 25,1-1,-1-24,26 24,-26-24,26 0,-25-24,24 24,0-24,1-1,23 0,2 0,-26 25,24-25,-23 2,-1 23,1 0,-26 0,1 23,-25 2,24-25,-24 25,0-25,0 0,25-25,-1 0,1 2,24-2,-24 25,-1-25,1 0,-1 25,-24-25,0 25,-1 0,-23 0,-50-25,-25 50,-50-25,0 0</inkml:trace>
  <inkml:trace contextRef="#ctx0" brushRef="#br0" timeOffset="10176">0 2291,'0'-24,"0"-1,25 1,0-1,0 0,24 25,25 0,0 0,0 0,49-24,-23 24,24 0,-26 24,26 1,24-25,-24-25,24 25,1 0,-2 0,2 0,-1-24,1-1,-1 25,24-25,2 25,-26 0,25 0,0 0,0-24,-24 24,-2 24,2-48,-26 48,26-48,-26 24,1-25,-1 1,1-1,24 0,-24 25,24-25,-24 1,0 24,-1 0,-24 0,-24 0,-27 0,-73 24,25-24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0:18.74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396 149,'0'0,"0"-25,0-24,0-1,0 25,-25 25,0 0,0 0,-24 25,0 0,-26 24,26-24,-1 25,1-1,49-25,0 1,24-25,26 0,24-25,-24 25,24 25,-25-25,26 25,-26 0,-24 0,0 24,0 26,-1-1,-24 0,-24 0,-1 0,0-24,-25-25,1 24,-26-24,27-25,-2 0,25-25,25-24,0-1,25-24,0 0,24 0,-25-1,1-24,0 25,0-25,0 50,-1-1,1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0:20.73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0 273,'0'-25,"0"1,24 24,-24-25,25 0,0 0,0 0,24-24,1 49,25-25,-26 25,26 0,-51 25,26 0,-25 24,0 1,-25-1,-25 27,-25-2,1 1,-1-1,25-24,0-25,1-1,24-24,24 0,1 25,0-25,25 0,-26 0,26 25,-25-25,0 25,-1-50,26 25,-25 25,0 24,-25 1,24 0,-24-1,-24 27,-26-27,0 1,1-25,-1 0,-24-25,24 0,1 0,-1 0,25-25,25 25,-25-25</inkml:trace>
  <inkml:trace contextRef="#ctx0" brushRef="#br0" timeOffset="1139">1266 696,'0'-25,"0"0,25 1,-25 24,0 0,24 0,26 0,0 24,24-24,25-24,25-1,0 25,0-25,0 0,-49 25,-1 0,-24 25,-1 0,1-25</inkml:trace>
  <inkml:trace contextRef="#ctx0" brushRef="#br0" timeOffset="1685">2954 25,'0'0,"0"-25,0 25,-25 25,25-25,0 50,-25-1,0 51,0-26,0 26,-24-25,24-1,0 1,0-26,25 1,25-25,0-25,25 0,24-25,1 25,-26 0,26 25,-1-50,0 25,-24 25,-25-1,0-24,-1 0,-24 0,0 0,0 0</inkml:trace>
  <inkml:trace contextRef="#ctx0" brushRef="#br0" timeOffset="2348">3326 273,'0'-25,"24"50,-24 0,0-25,0 26,-24 24,24 24,0 50,-25-25,0 50,0-24,0-26,1-24,-1-50,25 24,25-24,-25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8:18.51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0,'0'0,"0"0,25 0,-25 0,0 0,0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9:33.88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124 5,'0'0,"0"0,0 0,0 0,0 0,0 24,0 1,0 0,0 24,0-25,-25 51,25-1,0 25,0 25,0-1,0 25,0-49,0 0,-25-25,1-24,24-26,-25 1,0-25</inkml:trace>
  <inkml:trace contextRef="#ctx0" brushRef="#br0" timeOffset="589">670 548,'24'-24,"-24"-1,25-25,-25 1,0-25,0 24,-25 1,1 49,-26 0,0 25,1 24,-1 1,25-1,25-25,0 26,25-25,0 0,25-25,-1 24,1-24,-1 25,1 0,-25 0,0-1,-25 25,0 1,0-1,0 26,-25-2,0 2,0-1,0-25,1 0,-1 1,0-25,0-25,0-25,1-49,24 0,0 0,0-26,24 2,26-51,24 26,-24-1</inkml:trace>
  <inkml:trace contextRef="#ctx0" brushRef="#br0" timeOffset="1715">1315 54,'0'0,"-25"0,0 0,-25 50,26 48,-1-24,0 1,50-26,0-25,49-24,0 25,1-25,-1 0,1 25,-51 0,1 0,-25 24,0 1,-25 48,-24-24,24 25,-49-25,24 1,0-51,-24-24,24-24,26-26,-26 0,25 1</inkml:trace>
  <inkml:trace contextRef="#ctx0" brushRef="#br0" timeOffset="2349">1315 152,'0'0,"0"0,0-24,49 24,1-24,-1 24,26-25,-1 25,-24 0,0 0</inkml:trace>
  <inkml:trace contextRef="#ctx0" brushRef="#br0" timeOffset="2855">2108 79,'0'0,"0"25,0-50,0 0,25 0,-25 1,50 24,-25 0,24 24,-24-24,25 0,-50 25,0 0,-25 24,-25 25,-24 25,-1-24,26-2,24-23,25-25,0-25,50 0,24 0,0-25,1 25,-26 0,26 0,-26 25,1-1,-25 1,0 0,0-25,-50 49,-25 0,-24 1,-50-25,0 24,24-24,26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38:51.57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0 471,'0'0,"0"0,0 0,25 0,0-25,0 25,0 0,24 0,1 0,24-25,-24 25,24 0,1 0,24 0,-25 0,26 0,-26 0,25 0,0-24,25 24,-24 0,24-25,0 0,1 25,-1-25,0 25,25-25,-25 25,24-25,1 1,0 24,-25 0,25 0,-25-25,0 25,0 0,25 0,-25 0,0-25,0 25,0 0,0 0,0 0,-25-25,25 0,0 25,-23-24,-2 24,25 0,-25 0,0 0,25-25,-24 25,-1-25,0 25,0-25,-24 0,24 25,-25 0,1 0,-1 0,1 0,-26-24,-24 24,-25 0,25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18.31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196 96,'0'0,"0"0,25-25,-25 25,-25-26,25 52,0-26,0 0,0 0,0 0,0 0,0 0,0 0,0 0,0 0,0 0,0 0,0 0,0 0,25-26,-25 26,0-25,0 25,0 0,0-25,0 50,-25-25,25 0,0 0,0 0,0 0,0 0,0 25,-23-25,23 26,-25-1,25 24,-25-23,25-1,-25 25,25 0,-25 26,2-27,23 2,-25 23,0 2,25-26,0 25,0-25,0 26,25-2,-25-23,25-2,-2 2,-23-1,25 0,0 0,0-24,23-2,-23-24,25 25,-25-50,23 25,2-24,-25 24,-25 0,23 0</inkml:trace>
  <inkml:trace contextRef="#ctx0" brushRef="#br0" timeOffset="5220">738 271,'-25'-25,"25"0,0 25,0 0,0 0,0 25,0-25,0 25,-24 0,24 0,0 26,0 23,-24 26,24 26,0-1,0-24,0-26,0-25,0-26,0-48,0 24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24.32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127 15,'0'0,"0"0,0-25,0 25,0 0,0 25,0 25,-25 1,25 0,0 50,-25-26,25 2,-24-2,24 1,-25-51,25-25,0 26,-25-26,25 25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25.25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272 248,'0'0,"0"-25,0 25,0 0,0 0,0 0,0 25,-24 0,-1 25,-25 24,25 25,1-24,-26 24,50-1,-25 1,0-24,25-1,25-24,0 0,0-50,24-25,1 0,-25 0,0-24,-1-1,-24 0,-24 1,-1 24,-25 50,-24 24,24 26,1-26</inkml:trace>
  <inkml:trace contextRef="#ctx0" brushRef="#br0" timeOffset="932">669 248,'-25'0,"50"0,-25 25,0 0,0 25,0-26,0 51,-25 24,-24 0,24-25,25 0,-25-24,25-26,0 26,0-25,0-25,25 0,-25 0,25 0,24-25,-24 0,0 0,24 25,0 0,-24 0,25 0,-1 0,1 0,-25 25,24-25,-49 0,25 0,-25 0</inkml:trace>
  <inkml:trace contextRef="#ctx0" brushRef="#br0" timeOffset="1628">941 645,'0'25,"-25"24,25 25,-24 50,24 0,0-25,-25-24,25-1,25-24</inkml:trace>
  <inkml:trace contextRef="#ctx0" brushRef="#br0" timeOffset="2063">1561 571,'0'-25,"0"0,0 0,25-24,-25 24,-25 0,25 0,-49 1,24 24,0 0,-25 0,26 24,-26 26,25 0,0-26,25 26,0-25,0 0,0-1,25 1,0-25,25-25,-1 1,1-26,-25 0,-1 26,1 24,-25-25,0 50,0-1,0 26,25 24,-25 25,-25 0,25-25,0 1,0-26,0-24,-25 0,25-25,0 0,0-25,25 25</inkml:trace>
  <inkml:trace contextRef="#ctx0" brushRef="#br0" timeOffset="3087">1785 0,'0'0,"24"0,1 25,0 25,0 24,24 25,-24 25,25-24,-25 24,-25-1,0 1,0-25,-50 50,0-50,1 0,-1-49,25-25,1-1</inkml:trace>
  <inkml:trace contextRef="#ctx0" brushRef="#br0" timeOffset="3764">2404 892,'0'0,"0"0,0 25,-25 0,25 25,0 24,-25 0,25-24,-25 24,25-49,0 25,0-25,0-25,25-25,0 0</inkml:trace>
  <inkml:trace contextRef="#ctx0" brushRef="#br0" timeOffset="4220">2652 992,'0'0,"-25"0,25-25,-25 25,25 25,-25-1,25 1,0 50,-24-26,24 1,24-25,1-1,0 1,0-25,0 0,-1-25,1 25,0-49,0 24,0-25,-25 1,-25-1,0 25,-25 25,1 25,-1-25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47.96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281 85,'0'0,"0"-25,-25 25,25 0,0 0,-25 25,0 0,1 26,-26-1,24 25,-24 1,26 25,-1 0,0-26,50 1,0 25,-1-26,1-24,51-26,-27 0,26-25,-26 25,2-25</inkml:trace>
  <inkml:trace contextRef="#ctx0" brushRef="#br0" timeOffset="1251">655 236,'0'0,"0"0,0 25,0-25,0 0,0 0,0-25,0 25,0 0,0 0,0 0,0 0,0 0,0 0,0 0,0 0,25-25,-25 25,24 0,-24 0,25 0,0 0,0 0,0 0,25 0,0 0,-25 0,24 0,1 0,1 0,-27-25,1 25,0 0,-25 25,25-25,-25 25,0 0,25-25,-25 0,0 0,0 0,0 0,-25 25,25 1,-25-1,25 0,-25 0,25 0,-25 1,25 25,-24-27,24 1,-26 26,26-25,0-2,-25 1,25 26,-25-1,0 1,0 0,25-2,-24 2,24-1,-25-25,25 1,0-26,0 0,0 25,0-25,-25 0,25 0,0 0,0 0</inkml:trace>
  <inkml:trace contextRef="#ctx0" brushRef="#br0" timeOffset="3584">1776 236,'0'0,"0"-25,0 25,-26-25,26 0,0 25,-25 0,-24 25,-1 0,1 25,-1 1,24-1,1-25,25 0,0 26,25-25,1-2,-1 1,24 1,-24-1,25 1,-25-2,24 1,2 26,-26-25,24 23,-24 2,25-1,-25 1,-25-1,0-25,0 26,-50-1,25 0,-25-24,1-1,24-25,-26-25,27-1,-1-49,25-1,-25 26,25-26,25 1,-25 0,25-2,24-23,2-1,-2 25</inkml:trace>
  <inkml:trace contextRef="#ctx0" brushRef="#br0" timeOffset="4717">2622 9,'0'0,"0"-25,0 50,-24 51,-26 0,0 49,26 1,-27 26,26-26,25 0,0-26,25-24,26-51,-2 0,1-25,-25-25,24 0,-24 0,-25 0,-25-26,0 27,1-2,-26 1,0 25,0 25,0 1,25-2</inkml:trace>
  <inkml:trace contextRef="#ctx0" brushRef="#br0" timeOffset="5406">2772 60,'25'0,"25"25,-25 0,50-25,-25 51,-26 24,1 26,-25 25,-49 26,-1-26,-25 24,25-49,0 0,1-50,49-1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54.99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119 0,'0'0,"0"0,0 0,0 24,0 1,0 0,-24 48,24 2,-25-25,-1 24,1-25,25 0,-25-24,25 0,25 0,-25-25</inkml:trace>
  <inkml:trace contextRef="#ctx0" brushRef="#br0" timeOffset="488">395 49,'0'0,"0"25,-24 0,-1 0,0-2,-1 27,26 0,0-1,0 1,0-1,26-25,-26 1,25 0,0-25,-1-25,27 0,-26 1,0-25,0-1,0 1,-25-1,0-23,-25 23,-25 25,0 0,-25 50,50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49.33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223 25,'-25'0,"25"24,-25 1,50-1,-25 1,25 24,0-24,25 0,-25 0,0 24,25-25,-50 51,0-27,0 2,-50 0,0 23,-25-48,0 24,26-49,-1 0,25-24,1-1</inkml:trace>
  <inkml:trace contextRef="#ctx0" brushRef="#br0" timeOffset="439">198 74,'25'0,"0"-25,0 25,50-24,-25-1,24 25,0 0</inkml:trace>
  <inkml:trace contextRef="#ctx0" brushRef="#br0" timeOffset="681">695 172,'-25'25,"25"49,-24 25,-1-1,0-23,25-2,0-23,0-26,0-24</inkml:trace>
  <inkml:trace contextRef="#ctx0" brushRef="#br0" timeOffset="983">895 25,'0'0,"0"24,0-24,24 0,26 25,-25-50,0 25,24 0,-24 0,-25 49,0-24,0 24,-49 26,-1-2,-25 27,25 23,0-74,1 0,49-49,0 0,24-25,1-24,25 25,-24-26,23 0,-24 50,25-23,-25 46,-1-23,1 25,0 0,-25 0,25 0,0-1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47.94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327 99,'0'-25,"0"0,0 0,-25 1,25 24,-25 24,-24 26,0 49,-1 25,-23-25,48 25,0-25,25 0,25-74,-25 49,50-99,-27 1,2-1,0-25,-25 1,-25-26,25 26,-48 0,23 24,0 25,25 0,-25 0</inkml:trace>
  <inkml:trace contextRef="#ctx0" brushRef="#br0" timeOffset="584">524 198,'25'-25,"-25"0,0 25,-25 25,0 0,0 49,2 26,-2-26,25-24,25-26,23-24,2 0,24-49,-25-1,1-24,-50 24,0 25,-25 50,-25 25,26 49,-1 49,-24 1,24-25,0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53.92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199 49,'0'-24,"0"24,0-25,0 50,-25-1,25 26,-25 23,25 27,-25-1,-24-26,24 27,0-51,0 0,25-49,0 25,0-25</inkml:trace>
  <inkml:trace contextRef="#ctx0" brushRef="#br0" timeOffset="457">446 197,'0'0,"0"0,24 25,-24 50,50-26,24-24,1 24,-1-25,26 1,-51 0,-24 0,0 0,-50-25,25 24,-25 1</inkml:trace>
  <inkml:trace contextRef="#ctx0" brushRef="#br0" timeOffset="1061">843 124,'0'0,"0"24,-25 0,25 26,-25 0,0-1,-24 50,-1 0,0 24,1-74,24 26</inkml:trace>
  <inkml:trace contextRef="#ctx0" brushRef="#br0" timeOffset="1926">1536 74,'0'-25,"25"25,-50 0,50 0,-25-24,50-1,-26 25,26 0,-25 0,24 25,0-1,1 1,-50 49,0 0,-50 25,-23 0,-2 25,1-26,-26-49,51 1,-1-25,50-50,-25-25,50 26,0-25,0-25,24 24,1 0,0 50,-1 0,51 25,-2 0,1 0,25-25,-25 25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57.01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49 25,'25'-25,"-25"25,0 0,0 25,0-25,24 0,1 25,24-25,1 0,-2 0,2 0,0 0,-50 0,25 0,-25 0</inkml:trace>
  <inkml:trace contextRef="#ctx0" brushRef="#br0" timeOffset="391">0 325,'0'0,"24"0,1 0,24-50,25 50,1-25,-2 25,25-26,-23 26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40.40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27 108,'0'0,"0"0,-25-25,25 25,0-25,0 25,25 0,0-24,-1 24,1-25,0 25,24 0,0 0,1 0,0 25,-26-1,1 1,0 24,-1-25,-24 26,-24 24,-1-24,0-2,-24 26,-1-25,1 25,-1-23,1 22,24-48,1-1,-1 0,25-24,0 25,25-25,-25 0,24-25,26 25,-1 0,0-24,26 24,-26 0,25 0,-25 0,-24 0,0 0,0 0,-25 24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41.84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568 29,'0'0,"0"-25,-24 25,-25 0,-1 25,1 0,0 50,-25 0,0 25,25 25,-26 0,27-25,23 0,25-25,25 0,-1-1,0-48,26-1,-1 0,25-50,-25 0,1-1,23 2,-48-1,25 0,-26 0,-24-25,0 25,-24-25,-1 25,-25 25,-23 25,23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42.95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519 47,'0'0,"0"-26,0 26,-25-25,0 25,-23 25,23 1,-49 23,25 2,-26 49,2 1,23 25,2-26,23 1,25-26,0 26,0-51,25 1,-1-27,0 2,26-1,0-50,23-1,-23 2,23-27,-23 1,-2 0,-23-1,0 2,-50 23,0 1,-23 25,-27 0,2 25,-2 1,27-2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44.45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422 104,'-25'0,"25"-23,-25-26,1 24,-1 25,0 0,0 0,0 25,-24-1,24 24,-25 2,26-1,-26 24,25-24,0 24,25 0,0-24,25 25,-25-25,50 0,-25-25,24 0,1-24,-1 0,26-24,-1-25,-24 25,-1-25,1 0,0 24,-25-24,-1 1,-24-26,-24 1,-1 0,-25-1,-24 49,-1 25,1 25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45.74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149 0,'0'0,"-25"0,25 0,0 25,0-50,0 25,0 0,0 0,0 25,0 0,0 0,-24 49,24 2,-25 23,1 0,24 25,-25-50,25-23,0-1,-25-1,25-24,25 0,-25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38.82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157 7,'0'0,"0"26,0-26,0-26,0 26,0 0,0 0,0-25,0 25,0 0,0 0,0 25,0 26,-23-1,23 1,-22 24,22 1,-23 25,23-1,-21-23,21-2,-23 26,23-51,0-24,0-26,0 25,-22-25,-1 25,23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39.78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272 0,'0'25,"0"-25,0 0,0 0,0 25,-24 0,24-1,-25 26,-24 0,25 23,-25 26,24 1,-23-1,23-50,25 1,0-1,0-25,0 1,25 0,23-25,1-25,24 25,-23-25,23 25,-24-24,-24 24,-1 24,0-24,-24 25</inkml:trace>
  <inkml:trace contextRef="#ctx0" brushRef="#br0" timeOffset="571">541 545,'-24'0,"24"25,-24 0,24 24,-25 25,25 25,0 0,-25 0,25-24,0 23,0-24,0-24,0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41.18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25 76,'0'-25,"0"25,-25-24,25 48,0 1,25-50,0 1,0-1,24 25,1 25,24-1,-24-48,0 24,-1 24,2 1,-26 0,24 25,-49-26,25 26,-25 25,-25 24,0-26,-24-23,-2 24,-23 1,-1-1,1-24,24-26,1 1,49 0,-25 0,50-25,0 0,24 0,26-50,-1 25,25 1,1-1,-25 25,-1 0,1 0,-26 0,1 0,-25 25,24-25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42.51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173 99,'0'-24,"24"-1,-24-25,0 50,0 25,25 0,0-50,0 25,0 0,23 0,2 25,24-25,-49 0,24 0,0 0,-24 49,-25 1,0 0,0-1,0-24,0 25,-25 24,1 1,-26 0,1-1,-25 26,0-51,-25 26,25-1,25-24,0-26,24-24,0 25,25-25,25-25,0 25,-1-24,25-1,25 25,-24-25,24 25,0 0,0-25,0 0,-25 25,1 0,0 0,-27 0,27 0,-25 25,-25 0,0 0,0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44.64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106 20,'0'0,"0"0,0 0,0 0,0 25,0-25,0-25,0 25,0-25,0 75,-21-1,21 1,0 49,-22-50,22 25,-21 1,21-1,-21-49,0 0,21-25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45.57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314 145,'0'-24,"26"-1,-26-24,0 25,-26 0,0 48,-27 0,-26 1,27-1,-1 1,0-1,26 0,27-24,27 0,-27-24,53 24,-27 0,1 0,-2 24,29 1,-29-1,29 24,-28 1,0 1,0-27,1 26,-27 0,0-24,-27-2,-25 2,-1 24,1-1,-2-48,29 0,-2-23,1 23,0 0,26 0,0-25,26-24,27-24,-1-25,27-24,-26 25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03.22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93 75,'0'0,"0"0,-24 0,-1 49,25 26,-25 24,25 0,-25-24,50-1,-25-24,25-26,0 1,24-50,-24 1,1-1,24-25,-26 25,-24 1,25 24,-25 24,0 26,-25 24,25 1,0-26,0 1,0 0,25-26,0-24</inkml:trace>
  <inkml:trace contextRef="#ctx0" brushRef="#br0" timeOffset="652">491 645,'0'25,"26"-25,-1 25,25-50,-1-25,1 1,-25-26,-1 1,-24 0,-24 24,-26 0,0 75,1 0,24 25</inkml:trace>
  <inkml:trace contextRef="#ctx0" brushRef="#br0" timeOffset="1062">1064 75,'-25'0,"25"0,-25-25,0 50,1-1,-1 1,0 0,0 25,0-1,1 1,24 0,0-26,24-24,1 0,0-24,25-26,-26 25,1 0,-25 0,0 25,25 0,-25 25,-25 50,25-26,0 26,-25-26,25 1,0-25,0 0,0-1,0-24</inkml:trace>
  <inkml:trace contextRef="#ctx0" brushRef="#br0" timeOffset="1721">1313 0,'0'25,"-25"-25,0 50,1 24,-26 0,25 26,-25-1,50 0,-25-24,25-1,0-49,25 24,-1-49,2 25,-1-25,25-25,-26 1,1-26,-25 0,0 26,-25-1,-24 0,-1 50,0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00.84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99 25,'0'0,"-24"0,24 25,-25 24,25 1,-25-25,25-1,25 1,-25 0,25 0,24 0,-24 0,25-1,-26 1,1 0,-25 0,0 24,-25-24,1 0,-1 25,-25-26,1 1,24-25,0 0,0 0</inkml:trace>
  <inkml:trace contextRef="#ctx0" brushRef="#br0" timeOffset="552">149 74,'25'-24,"0"-1,-1 0,26 25,-25 0,0 0</inkml:trace>
  <inkml:trace contextRef="#ctx0" brushRef="#br0" timeOffset="845">546 273,'-25'25,"25"24,-25 26,25-26,-25 1</inkml:trace>
  <inkml:trace contextRef="#ctx0" brushRef="#br0" timeOffset="1086">695 74,'0'0,"0"25,0-25,0 0,25 0,-1 0,1 0,0 0,0 25,-25 25,-25 24,0 25,0-24,1-1,24-49,0 0,24 0,1-50,0 0,25 0,-1 0,-24 25,0-24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58.58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177 50,'0'-25,"0"25,0-25,-25 50,1 0,-1 49,0 27,0-27,0 50,1-25,24-24,24-25,1 0,0-25,25-50,-26 25,1-25,-25 0,0 0,0 0,-25 0,-24 25,24 0</inkml:trace>
  <inkml:trace contextRef="#ctx0" brushRef="#br0" timeOffset="602">500 124,'0'0,"0"-24,-25 24,25 49,-25 1,-24 25,24 0,25-1,-25-24,50-1,-25-24,49-25,-24 0,25-25,-1 25</inkml:trace>
  <inkml:trace contextRef="#ctx0" brushRef="#br0" timeOffset="905">599 423,'0'0,"0"25,-25 0,25 49,0 1,-25 25,25-26,-24-24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55.54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271 203,'0'0,"-25"-24,25 0,0-1,0 0,0 0,-25 1,25 0,-25-1,1 25,0 0,-26 25,25 23,1 2,0-1,-1-25,25 1,25 0,-1-25,0 0,1 24,25-24,-26 25,25-25,-24 24,0-24,-2 25,2-1,0 1,-25 24,-25-25,25 26,-25-25,-23 23,23-48,0 25,1-25,0 0,24-25,-25-23,50-2,-1 1,0-25,1 1,25-1,-2 25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1:50.92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121 74,'0'25,"0"-50,0 25,0 0,0 0,0 0,0 0,0 0,0 0,0 0,0 0,0 0,0 0,0 0,0 0,0 0,-24 25,24-25,0 0,0 0,0 0,0 0,0-25,0 25,0 0,0-25,24 25,-24 0,0-24,0 24,0 0,0 0,0 24,-24-24,24 0,0 0,0 0,0 0,0 0,0 0,0-24,0 24,0 0,0-25,24 25,-24 0,0 0,0 0,0 0,0 0,0 0,0 25,0-25,0 0,0 24,0-24,0 0,0 0,0 0,0 0,0 0,0 0,0 0,0 0,0 0,0 0,0 25,0-50,0 25,0-24,0 24,0 0,25-25,-25 25,0 0,0 0,0 25,-25-25,25 0,0 0,0 24,0-24,0 0,0 0,0 0,0 0,0 0,0-24,0 24,0 0,0 24,0-24,0 0,0 0,0-24,25 24,-50 0,25 0,0 0,25 0,-25 0,0 0,0 0,0 0,0 0,0 24,-25-24,25 25,0 0,0-25,0 0,0 0,-24 25,24-25,0 25,0-1,0 1,0 0,0 0,0 0,0-1,0 1,-24-1,24 1,0 0,0-1,-25 26,25-25,0 0,0-1,0 1,0-25,0-25,0 25,0 0,0 0,0 25,-23 0,23 0,-25 25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09.11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246 0,'0'0,"0"0,-25 0,25 0,0 0,-25 25,25-25,0 25,-24-1,24 1,-24 50,24-26,-25 50,-25-25,26 25,-1-49,25-1,-24-24,24 0,0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09.80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75,'0'0,"0"25,0-1,25 50,0-49,24 24,26 1,-26-25,26-1,-26-24,-49 25,25-25,-50 0,25 0</inkml:trace>
  <inkml:trace contextRef="#ctx0" brushRef="#br0" timeOffset="392">273 50,'0'0,"-25"50,0 23,1 26,-26-24,25-26,25 1,-25-2,25-23</inkml:trace>
  <inkml:trace contextRef="#ctx0" brushRef="#br0" timeOffset="760">546 0,'0'0,"0"0,0 25,0 25,-25 48,0 1,1 0,24-24,-25-2,25 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11.15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99,'0'0,"25"0,24-25,1 1,1 24,-2-24,-24 24,0-25,0 25,-25 0,0 25,0-25</inkml:trace>
  <inkml:trace contextRef="#ctx0" brushRef="#br0" timeOffset="322">0 246,'0'0,"0"0,25-25,-25 50,50-50,-25 25,49-24,-23 0,-2 24,-24-25,25 1,-50 24,25 0,-25 0,0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14.53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374 0,'0'0,"0"24,0-24,-25 25,25-25,-25 50,0-1,-25 1,25 0,-25-1,25-24,25 0,0-25,-24 25,48-25,1-25,-25 0</inkml:trace>
  <inkml:trace contextRef="#ctx0" brushRef="#br0" timeOffset="368">324 99,'0'25,"0"-25,0 24,0 26,0-25,-25 24,25 26,0-1,-26 2,2-2,24-24,-25-1,25 1,0-25,0 0,0-1,0-24</inkml:trace>
  <inkml:trace contextRef="#ctx0" brushRef="#br0" timeOffset="791">0 894,'24'0,"1"0,0-25,26 25,-2 0,1 0,-1 0,-49 0,26-25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19.17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248 50,'0'-25,"24"0,-48 25,24 0,-25 25,0 50,-25 49,1 24,-1 1,25-26,25-23,0-51,25 1,25-50,-1-50,1 1,-25 24,-25-25,-25 25,0 1,0 24,-24 0,-1 49,1-24</inkml:trace>
  <inkml:trace contextRef="#ctx0" brushRef="#br0" timeOffset="592">570 248,'-25'0,"25"25,0 0,-25 25,1 24,-26 25,25-25,25 0,0-49,25 0,25-25,-26-25,26 0,0 0,-26-24,1 0,0 24,-25 0,-25 50,0 24,1 1,-1 49,-25 0,1 0,24-49,0-1</inkml:trace>
  <inkml:trace contextRef="#ctx0" brushRef="#br0" timeOffset="1507">1091 472,'0'0,"25"49,-25 0,25 1,24-1,-24 1,0-1,0-24,-25 25,0-25,0-25</inkml:trace>
  <inkml:trace contextRef="#ctx0" brushRef="#br0" timeOffset="1837">1314 422,'-25'25,"1"0,-1 24,-25 25,1 0,-1 1,0-26</inkml:trace>
  <inkml:trace contextRef="#ctx0" brushRef="#br0" timeOffset="2556">1762 422,'-25'-25,"25"25,-25-25,-25 25,1 25,-1 0,1 25,24-1,0 25,25-25,0 1,25-25,0 0,24-25,-24-25,25 25,-1 0,-24 25,0-1,25 1,-50 25,24-25,-24 24,-24 1,-1-1,-25-24,0 0,26 0,-26-25,25-25,0 0,25-24,0-26,25 1,0-1,0 1,0 0,-1 24</inkml:trace>
  <inkml:trace contextRef="#ctx0" brushRef="#br0" timeOffset="13162">1762 422,'0'0,"0"0,0 0,0 0,0 0,-25 25,25-25,0 0,0 0,0 0,0 0,0 0,-25 0,25-25,0 50,0-50,0 25,0 25,0-25,0 0,0 0,0 0,0 0,0 0,0 0,-25 0,25 0,0 25,-25-25,25 24,-24 1,24-25,-25 25,25-1,0 1,-25 0,25-1,0 26,-25-25,25 24,0-24,25 0,-25 25,0-26,0 1,25 0,-25 0,25 0,-25-25,24 24,1-24,0 0,0 25,0-25,0 0,-1 0,1-25,0 1,0-1,-25 0,25 0,-25 0,0 1,0 24,-25-25,0 25,0-25,0 25,1-25,-1 25,-25 25,0-25,1 50,-1-26,1 26</inkml:trace>
  <inkml:trace contextRef="#ctx0" brushRef="#br0" timeOffset="14868">1861 298,'0'0,"-25"0,0 25,1 49,-26-24,0 24,25 0,1-25</inkml:trace>
  <inkml:trace contextRef="#ctx0" brushRef="#br0" timeOffset="15749">2283 595,'0'0,"0"0,49-25,1 1,-1-1,1 0,0 1,-1-1,-24 25,0 0,-25 0,0 25,0-1,0-24</inkml:trace>
  <inkml:trace contextRef="#ctx0" brushRef="#br0" timeOffset="16163">2283 744,'0'0,"0"24,0-24,24 0,-24-24,50-1,0 0,-1 0,26-24,-26 49,1-25,-25 25,24-25,-24 25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37.63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99 74,'0'0,"-25"25,25-25,0 0,0 0,25-25,25 0,-1 25,1-25,0 25,-1 0,-24-24,-25 48,-25 26,0 0,-24 23,-1 1,50-49,-25 0,50 0,0-50,0 25,24 0,1 0,0 0,-26 0,1 25,0 0,-25 23,-25 2,-24 24,-26 1,1-2,-1-48,1 0,-1-25,51-25,-1 0,25 25</inkml:trace>
  <inkml:trace contextRef="#ctx0" brushRef="#br0" timeOffset="796">819 296,'0'-49,"0"-1,0 0,-24-23,-2 48,1 50,-25 0,26 48,-1-23,25-25,25-1,24 1,1 0,0 0,0 0,0-25,-26 0,1 24,0 0,-25 26,-25 24,0 1,1-26,-26-25,25 26,0-50,1 0,-2 0,1-74,25-25,25-25,1 1,23 24,-24 24</inkml:trace>
  <inkml:trace contextRef="#ctx0" brushRef="#br0" timeOffset="1584">1316 99,'0'-25,"0"25,-25 0,25 25,0 0,-25-2,25 27,-25 24,0 1,1-2,24-23,0-25,0 0,24-25,1 0,25-25,-1 25,-24-25,25 0,-1 0,-49 25,25 0,-25 0,-25 0,25 25,0-25,25-25,-25 25</inkml:trace>
  <inkml:trace contextRef="#ctx0" brushRef="#br0" timeOffset="2119">1564 172,'-25'25,"25"-25,0 25,-25 24,25 1,0 0,-25-2,25 2,-25 24,1 1,-1-26,0 25,0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03.50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266 297,'0'0,"0"0,27-24,-27-1,24-25,-24 25,0-24,0-1,-24 1,-3 24,2 25,-27 25,-24 74,23-25,3 1,24-26,26-49,26 50,24-75,3 25,23-25,1 25,0 0,-25 0,-1 25,0 0,-25 27,-26-3,-26 1,0 24,-24-24,-3-1,-22 1,23-25,26-25,0-75,1 1,50-25,1-25,25-2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04.60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50 152,'25'25,"24"-1,26 26,0 24,-1-24,-24-1,-50 0,25-24,-25 0</inkml:trace>
  <inkml:trace contextRef="#ctx0" brushRef="#br0" timeOffset="289">299 201,'0'0,"0"25,-25 25,-25 49,0-1,0 26,-24-24,49-51,0-24</inkml:trace>
  <inkml:trace contextRef="#ctx0" brushRef="#br0" timeOffset="1172">821 102,'0'0,"0"-25,0 25,24-24,1-1,25 0,0 25,-1 0,1 50,0-50,-25 49,-25 1,-25-1,0 26,-50 24,26-1,-26-23,1-1,24 1,0-51,26-24,24-24,-25-1</inkml:trace>
  <inkml:trace contextRef="#ctx0" brushRef="#br0" timeOffset="1528">697 597,'0'0,"24"0,-24 0,25 0,25 0,-1 0,1 25,0-25,24 0,-24 0,0 0,0 0,0-25,-1 25,-24-24,0 24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06.82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124 101,'0'25,"25"-25,0-25,24 1,26-1,24 1,-25-1,-24 25,-25 25,-25 24,-25 0</inkml:trace>
  <inkml:trace contextRef="#ctx0" brushRef="#br0" timeOffset="269">0 519,'0'-25,"25"1,24-25,51 49,-1-50,25 27,0-2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07.72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50 162,'0'0,"24"0,-24-26,0 1,0 25,0 25,25 26,-25 25,0 25,-25 1,25-2,-24-24,-1 0,0 0,25-76,0 25</inkml:trace>
  <inkml:trace contextRef="#ctx0" brushRef="#br0" timeOffset="559">797 10,'0'0,"0"-25,-25 50,-25 26,0 24,0 2,0 24,-24 0,49-1,-24-23,23-2,26-24,26-1,-2-24,26-52,0 26,-1-50,1 50,1 0,-2 0,-24-25,0-1,0-25,-25 27,-25-2,0 1,-25-26,-25 76,0 1,1-1,0-25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42.33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149 101,'0'-24,"0"-1,25 1,-25 24,0-25,0 25,-25 49,0 0,1 1,24-1,-25 25,25-49,0-1,0 1,25-50,-1 25,1 25,0-25,0 0,1 25,-2 0,1 0,0-2,-25 2,0 0,0 0,-25 0,0-25,-25 24,25-24,-25 0,1 25,24-25,0-25,0 25</inkml:trace>
  <inkml:trace contextRef="#ctx0" brushRef="#br0" timeOffset="671">199 77,'0'24,"0"-48,26 24,-2 0,-24-25,50 25,0-24,-1-1,1 25,-25 0,-1 0</inkml:trace>
  <inkml:trace contextRef="#ctx0" brushRef="#br0" timeOffset="1004">646 225,'0'25,"-25"-1,25 25,-24 1,24 0,0-2,0 2,0-25,0-1,0 1</inkml:trace>
  <inkml:trace contextRef="#ctx0" brushRef="#br0" timeOffset="1300">895 176,'0'24,"0"-24,0 25,25-25,25-25,-1 25,1 25,-50 0,0 24,0 25,-50-1,26 2,-26-26,50-24,-25-25,50 0,0 0,24-25,26-24,0 24,0 0,-1 25</inkml:trace>
  <inkml:trace contextRef="#ctx0" brushRef="#br0" timeOffset="1793">1567 323,'0'0,"50"25,-1-25,26 25,-1-25,1 0,-51 25,1-25,-25 25,-25-25</inkml:trace>
  <inkml:trace contextRef="#ctx0" brushRef="#br0" timeOffset="2087">1890 126,'-25'25,"25"49,-50 0,1 50,24-51,0 26,0-25,0-25</inkml:trace>
  <inkml:trace contextRef="#ctx0" brushRef="#br0" timeOffset="2583">2586 151,'0'0,"-25"25,1-1,-26 26,25-1,-25 25,0 24,25 1,0-25,0 0,25 1,0-27,50-23,0 0,0-25,0-25,0 0,-1-23,-24-27,0 26,-50 0,-25-1,1 26,-26 24,0 24,0-24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45.89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28 397,'-25'0,"25"24,0-24,25-24,24 24,1-25,0 25,-1-25,1 25,-25 0,0 25,-25-25,0 0</inkml:trace>
  <inkml:trace contextRef="#ctx0" brushRef="#br0" timeOffset="336">28 594,'0'0,"25"-25,-1 25,1 0,25-24,-1-1,26 0,-25 0,24 0</inkml:trace>
  <inkml:trace contextRef="#ctx0" brushRef="#br0" timeOffset="1288">673 25,'0'24,"0"-24,-25 0,25 0,-25 25,25-25,0 0,0 0,50-25,-1 1,1-1,0 25,-26 25,-24 24,-24 1,-1 49,-25-24,25-26,1-24,48 0,-24-25,25-25,25-25,-1 26,-24 24,25-25,-25 50,-1-1,-24 26,0-1,0-25,-24 26,-26 0,-24-1,24 1,0-50,26 0,-1 0,50-25,-25 0</inkml:trace>
  <inkml:trace contextRef="#ctx0" brushRef="#br0" timeOffset="2058">1293 322,'0'0,"-25"-24,25 24,-25 24,1 1,-1 0,0 48,25 2,0-26,0 1,50-25,-1-25,1 0,24-75,-49 26,0-1,-25 1,-25 0,-25 24,1 0,-1 50,25 25,-24-26</inkml:trace>
  <inkml:trace contextRef="#ctx0" brushRef="#br0" timeOffset="2670">1690 173,'0'0,"-25"0,25-24,0 24,0 0,25 0,0 24,24-24,26 0,-1 0,-24 0,-25 25,-25 0,-25 0,0 49,0-24,0 23,-24 27,24-26,25 0,-25-24,25 0,0-50,50 0,-26 0</inkml:trace>
  <inkml:trace contextRef="#ctx0" brushRef="#br0" timeOffset="3266">2260 173,'0'0,"-24"0,24-24,24 24,1 0,25-25,-1 0,-24 50,0-25,0 25,0-25,-50 74,0 1,-25-1,1-1,-1 2,1-1,-1-24,25-25,0-1,50 1,0-50,0 25,49-24,1-26,24 0,-25 26,1-1,-1 0,-49 25,0 0,-25 50,0-26,0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11.14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248 124,'0'-25,"0"1,0-1,0 0,0 25,0-25,-25 25,0 75,0-1,1 26,-1 49,-25-24,25-26,25-24,25-50,25-50,-1 25,1-50,-25 25,24-24,-49-1,-24 0,-1 25,-25 25,1 49,-1 2,0 23,1 1</inkml:trace>
  <inkml:trace contextRef="#ctx0" brushRef="#br0" timeOffset="612">694 200,'0'-25,"25"25,-25 0,-25 25,25 24,-49 26,24 24,0-25,0 2,50-27,-25-49,50 25,-1-25,1-25,-1 1,-24-1,0 0,0 0,-50-1,25 26,0 51,-25-1,25 49,-25 0,1-23,24-52,-25 26,0-25,25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12.78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25 25,'0'25,"0"0,25 24,0 50,25-49,25 25,-25-25,0 0,-25-26,-25 1,0-50,0 25</inkml:trace>
  <inkml:trace contextRef="#ctx0" brushRef="#br0" timeOffset="288">275 0,'0'0,"25"25,-50 0,0 49,-25 25,-25 2,25 23,25-25,-25-25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13.59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125 0,'0'0,"-25"0,25 50,-25-1,1 26,24-26,-25 1,25-1,-25 1,50-25,-25 0,25-1,-1-24,26-24,1-1,-2-25,1 1,-25-26,0 50,-25 1,0 24,-25 24,0 1,25 50,-25-1,0 25,0 0,25 1,0-51,0-24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14.57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 73,'0'0,"0"0,0 0,0 0,24 0,1 0,0 0,26 0,-27-23,26-1,0 24,-1 0,-24-24,1 24,-26 0,0 24,0 0,-26-24</inkml:trace>
  <inkml:trace contextRef="#ctx0" brushRef="#br0" timeOffset="410">1 217,'0'-24,"0"48,0 0,24 0,1-24,25 0,25-24,-25 24,-1-24,1 24,25 0,-25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16.03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224 155,'0'-25,"0"0,0 25,0 0,-25 25,25-25,0 25,0-25,25 0,0-25,24 0,2 0,-2 0,1 25,-25 0,-25 75,25-50,-50 48,0 0,-25 1,1 0,-27 0,2-1,24-23,26-25,-27-2,26 2,0 0,25-50,-24 25,24-25,0 2,0-27,24 25,1-23,0 23,50 0,-25 1,24 48,2 1,-2 0,-24-1,-1 0,-49 1,26 25,-26-27,0-23</inkml:trace>
  <inkml:trace contextRef="#ctx0" brushRef="#br0" timeOffset="1019">897 228,'-25'0,"25"0,-25 25,25-25,-25 24,25 0,-25-24,25 25,0-25,25 0,0 0,0 25,-25-1,25-24,-1 25,1-25,1 25,-1-1,0 1,-1-25,-24 24,0 1,0 24,-49-25,24 1,-50 0,25-25,0-25,1 25,23-25,1 1,50-25,-25 0</inkml:trace>
  <inkml:trace contextRef="#ctx0" brushRef="#br0" timeOffset="1665">946 32,'0'23,"-25"-23,50 0,-25 0,51-23,-2 23,1-25,0 25,0 0,-25 0,-25 25,0-25,0 23,0 2</inkml:trace>
  <inkml:trace contextRef="#ctx0" brushRef="#br0" timeOffset="2225">1670 178,'0'-23,"24"-2,-24 0,0 25,-24-50,-1 75,-25-25,-25 50,25-2,-24 2,23-1,26 25,0 0,25-1,0-23,50-2,-25-23,1 25,23-50,1 23,-1-46,2 23,-26 0,0-25,0-25,-50 26,0 0,-26-1,-23 25,-1 0,0 0,25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51.19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49,'-25'0,"25"-24,0 24,-25 0,25 0,0 0,0 24,0 26,25 24,-25 1,0-1,0 0,25-25,0-24,-1 0,26-50,24-24,-24-1,23 1,-48 0,25 24,-50 25,-25 25,25 24,-25 25,0 0,2 25,23-49,0 0,0-26,0 1</inkml:trace>
  <inkml:trace contextRef="#ctx0" brushRef="#br0" timeOffset="576">644 198,'0'0,"-25"0,25 50,-25-1,1 25,48-24,-24-1,25-49,25-25,-25-24,0-25,-25 25,0-26,-50 26,25-1,-25 75,26-25</inkml:trace>
  <inkml:trace contextRef="#ctx0" brushRef="#br0" timeOffset="1039">1065 173,'0'-24,"0"-26,0 0,-25 26,-25-1,27 50,-27-1,0 51,50-26,0 1,0 0,25-50,0 0,0 0,0-25,-2 25,2-25,-25 0,25 25,-25-25,0 25,0 0,0 0,0 0,0 0,0 0,0 25,0-25,0 0,0 0,0 0,0 0,0 0,0 0,0 0,0 0,0 0,0 0,25 0,-25 0,25-25,-25 25,0 0,0 0,0 0,0 0,0 0,0 0,0 25,-25-25,25 0,-25 25,25 25,0-26,-25 50,25 0,0 1,0-1,-25-24</inkml:trace>
  <inkml:trace contextRef="#ctx0" brushRef="#br0" timeOffset="2190">1362 0,'-24'0,"-1"25,0-1,0 51,25-1,-25 25,25 0,-24 0,24-25,0-24,24-25,1-25,0-25,0-25,-25 26,0-1,-50 0,1 25,-1 25,0 0</inkml:trace>
  <inkml:trace contextRef="#ctx0" brushRef="#br0" timeOffset="2835">1659 223,'0'0,"0"0,25 25,0 24,24 1,1-1,0-24,-26-1,1 26,0-50,0 25,-25-50,0 25</inkml:trace>
  <inkml:trace contextRef="#ctx0" brushRef="#br0" timeOffset="3172">1907 273,'0'24,"0"1,-25 0,1 24,-1 0,0 26,-25-1,26-49,24 0,0 0</inkml:trace>
  <inkml:trace contextRef="#ctx0" brushRef="#br0" timeOffset="3680">2180 49,'0'0,"0"-24,25-1,0 25,-1 0,0 0,26 0,-25 25,-1-1,-24 1,0 25,-24 49,-26-25,1 25,0 0,-1-49,25-1,25-49,0-25,25-24,25-1,-25 1,-1-1,0 50,26 0,-25 25,24 0,1-1,0 1,-1-50,1 25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56.93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25 125,'0'0,"-25"0,50 0,-25 0,0 0,25-24,24 24,26-25,-26 0,25 0,-24 25,-26-24,1 24,-25 24,0 1,-25-25</inkml:trace>
  <inkml:trace contextRef="#ctx0" brushRef="#br0" timeOffset="380">0 224,'0'0,"0"0,25 0,25-25,-1 25,26-25,-2 1,2-1,-1 1,-24-1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2:58.10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274 322,'0'-25,"25"0,-25-25,0-23,0 23,-25 1,0-1,-25 75,-24 0,24 24,1 1,24-1,25-25,25 1,0 0,49-25,-24 0,-1 25,-24 0,0-1,0 1,-25 25,-25-25,0 23,0 2,0-25,-24-25,24 0,25-25,-25-48,50-2,-25 1,50-26,24 27,0-1</inkml:trace>
  <inkml:trace contextRef="#ctx0" brushRef="#br0" timeOffset="755">596 50,'0'0,"0"25,0 73,-24 1,-1 25,25-26,0-48,0 0</inkml:trace>
  <inkml:trace contextRef="#ctx0" brushRef="#br0" timeOffset="1219">1267 149,'0'0,"0"-25,-25-24,0 24,1 0,-26 25,0 50,1-1,-2 0,51 25,0-24,25-25,26-25,-2-25,26-25,-51 25,1 1,0-1,-25 25,-25 25,25 49,0 0,-25 26,25-27,0-23,0-1,0-24,0-25,25 0</inkml:trace>
  <inkml:trace contextRef="#ctx0" brushRef="#br0" timeOffset="1895">1614 25,'0'0,"0"0,25 0,0 0,0 0,24 25,1-25,-25 49,-25 1,-25 23,-25 2,1-1,24-49,0 0,25 25,25-50,25-25,24 0,0 0,1 25,-26-25,1 25,-50 25,0-25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20.47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124 92,'-25'-26,"25"2,0-2,0 26,-25 0,0 50,25-24,0 24,0 25,0-26,25 2,25-25,-1-2,1 1,0 0,-1 1,-24-2,0 26,-25 0,-25-24,-25 49,1-50,-26 26,26-27,-1 1,1-50,24 25</inkml:trace>
  <inkml:trace contextRef="#ctx0" brushRef="#br0" timeOffset="543">149 142,'0'0,"24"-26,1 2,0-26,25 24,-1 1,1 50,-1 1,-24-2</inkml:trace>
  <inkml:trace contextRef="#ctx0" brushRef="#br0" timeOffset="815">694 166,'0'0,"0"26,0 24,0 0,0 1,25 23,-25 2,-25-2,25-22,-25-3,25-24,25 1,-25-26</inkml:trace>
  <inkml:trace contextRef="#ctx0" brushRef="#br0" timeOffset="1149">1042 217,'0'-25,"0"25,0 0,24 0,1 0,25-26,-1 26,1 0,-25 51,-25-2,-25 52,0-1,-24-24,-1 0,0-27,26-24,48-25,-24-25,50 25,0 0,-1-25,26 25,24-24,-25 24,50 0,-24 0</inkml:trace>
  <inkml:trace contextRef="#ctx0" brushRef="#br0" timeOffset="1827">2431 142,'0'24,"0"-48,0 48,24-24,1 51,0-2,0 28,25-28,-1 2,1-27,-25 2,24-2,-49-24,25 0,-25 0</inkml:trace>
  <inkml:trace contextRef="#ctx0" brushRef="#br0" timeOffset="2252">2753 66,'-25'0,"25"0,0 26,-49 48,-1 2,1-1,-1 51,-25-2,26-23</inkml:trace>
  <inkml:trace contextRef="#ctx0" brushRef="#br0" timeOffset="2949">3522 16,'0'0,"0"26,-25-2,25 26,-24 51,-1-1,-25 26,50-76,-50 76,50-52,0-48,0 23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4:24.06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74 421,'0'-24,"0"24,0-25,25 25,0-25,49 0,1 0,-1 1,-24 24,-50 74,0-24</inkml:trace>
  <inkml:trace contextRef="#ctx0" brushRef="#br0" timeOffset="273">0 694,'0'-25,"25"25,24-24,1-1,49 25,25 0,-50 0</inkml:trace>
  <inkml:trace contextRef="#ctx0" brushRef="#br0" timeOffset="1552">1813 173,'0'-24,"0"-1,0-25,0 50,0 25,-25 0,0 24,0 1,0 24,1-49,24 0,0 0,24-25,26-25,-25 25,49-25,-49 25,25 25,-1-25,1 25,-25 0,-1-1,1 1,-25 25,-25-1,-24 1,-26 24,1-24,24-25,-24 0,49-50,-24 0,24 0</inkml:trace>
  <inkml:trace contextRef="#ctx0" brushRef="#br0" timeOffset="2214">1813 99,'0'0,"0"0,24 0,1 0,50-50,-1 25,0 25,26 0,-26-24</inkml:trace>
  <inkml:trace contextRef="#ctx0" brushRef="#br0" timeOffset="2605">2533 74,'0'0,"25"-25,-25 0,0 50,25 0,-50 50,25-1,-25 25,25-24,-25 24,-1-74,26-1,0 1,0 0,26 0</inkml:trace>
  <inkml:trace contextRef="#ctx0" brushRef="#br0" timeOffset="3056">2930 49,'0'0,"0"0,0 0,25 25,-1-25,1 25,0 0,25 0,-26-1,1-24,0 25,-25-25,-25 50,-24-1,-1 26,-24-1,24-24,0-1,1 1,24-75,25 50,0-75,25 26,0-26,24 25,-24 25,25 0,-1 0,26 25,-26 25,1-26,-1 1,-24-25,-25 25,0 0,0-25</inkml:trace>
  <inkml:trace contextRef="#ctx0" brushRef="#br0" timeOffset="4213">1092 918,'0'0,"-25"0,25 0,0 24,0 1,25-25,25 0,-1 0,26 0,-26 0,26 25,-1 0,2 0,23-25,0 0,25-25,-25 25,25-25,25-25,-25 50,26-49,-1 24,0-25,0 26,-50-1,25 25,-25-25,25 25,-24 0,0 25,-26-25,25 0,-24-25,-26 50,1-25,-25-25,-1 25,-24 0,-24 50,-1-26</inkml:trace>
  <inkml:trace contextRef="#ctx0" brushRef="#br0" timeOffset="12712">3327 1042,'0'0,"-25"23,25-23,0 0,0 0,0 0,0 0,0 25,0 0,0-25,0-25,0 0,-25 50,25 0,0-50,0 25,0 0,-25 25,25 0,-49 0,24 24,-25 1,1 24,-1-24,0 24,26 1,-26-1,50-24,0-1,0 1,0 0,25-26,-25 1,25 0,-1-25,1 0,0 0,-25 50,25-50,0 24,24-24,-24 0,25 0,-1-49,1 74,-25-50,0 0,-1 0,1-24,0-1,-25 0,25 1,-50 24,25 0,-25 0,0 1,-49 24,-1 24,1 1,-25-25,0 0</inkml:trace>
  <inkml:trace contextRef="#ctx0" brushRef="#br0" timeOffset="19761">2607 1338,'0'0,"25"0,-25-25,25-24,-25 49,25-25,-25 25,25-25,-25 25,0-25,0 25,-25 0,0-24,-25 48,1-24,-27 25,2 0,-1 25,26-1,24-24,25 0,0-25,25 0,0 25,24 0,1-25,0 0,25 0,-25 24,-1 1,1 25,-25 24,-1-49,-24 49,0-24,0 0,-24-26,-1 51,-25-50,25-25,-24 24,24-48,0-1,25-50,-26 1,26-25,26-25,-1-25,0 25,49 0,1 26</inkml:trace>
  <inkml:trace contextRef="#ctx0" brushRef="#br0" timeOffset="22170">1639 1388,'-25'50,"0"-50,25-25,0 0,25 25,0-25,0 25,0-25,-1 0,51 1,-26-1,26 0,-26 0,26 25,-1-25,-24 50,-25-25,-1 25,-24 0,0 24,-24 1,-1 25,0-26,0 1,25 24,-25 25,1 1,-1-1,0-25,25 1,-25-26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00.85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25 125,'0'0,"-25"0,25 25,25-25,0 0,-1 0,1-25,25 25,-1 0,26 25,-1-25,26-25,-1 50,25-25,-25 25,25-25,0 24,25-48,-25 24,25-25,0 25,-24 0,23-25,-23 25,-1 0,0-25,0 25,24 0,-24-25,0 25,1-24,-1-1,-25 25,0 0,-25-25,-24 25,-25 0,0 0,-25 0,0 25,24-25</inkml:trace>
  <inkml:trace contextRef="#ctx0" brushRef="#br0" timeOffset="3236">2531 472,'0'0,"0"0,0 0,0 0,0-24,0 48,0-24,-25 0,25 25,0-50,0 25,0 0,25-24</inkml:trace>
  <inkml:trace contextRef="#ctx0" brushRef="#br0" timeOffset="4540">2630 448,'0'0,"0"0,-24 0,-1 24,0-48,25 24,-25-25,25 0,-25 0,1 0,-1 25,0 0,0 0,-24 0,24 50,0 0,25-50,0 49,0-24,25 0,0 0,-1-25,26 0,0-25,-1 25,1 0,-25-25,-1 0,1 25,-25-25,0 25,0 0,25 0,-50 25,25 0,0 25,0 23,0 1,-25 1,25-1,0-24,0 24,-24-24,24 0,0-50,0 0,0 0,0 0</inkml:trace>
  <inkml:trace contextRef="#ctx0" brushRef="#br0" timeOffset="9024">1812 398,'0'0,"0"0,0-25,0 50,0-50,0 25,0 0,0 0,0 0,0 0,0 0,25-25,-25 25,-25 25,25-25,0 0,0 0,0 0,25-25,-50 25,25 25,0-25,0 25,0 0,0 49,0-49,-25 49,25-25,0 25,-25-24,25-25,0 0,-25-1,25 1,0-25,25-25,-25 50,0-25,25 0,0-25,0 25,-1-24,26 24,0-25,24 0,-49 25,25-25,-26 25,-24 25,0-25,0-25,0 50,0-25,25 0</inkml:trace>
  <inkml:trace contextRef="#ctx0" brushRef="#br0" timeOffset="10043">2134 572,'25'0,"-25"24,0 25,0 1,-25 49,1 0,-1-25,25-24,25-25,-25-50,0 0</inkml:trace>
  <inkml:trace contextRef="#ctx0" brushRef="#br0" timeOffset="13192">1191 472,'0'25,"0"-25,0 0,0 0,-25 0,25 0,0 0,-25 25,25-25,0 25,-25 24,1 0,-1 1,0 24,25-24,0 24,0-24,25-26,0 26,-1 0,1-1,0 1,0 0,-25-26,25 1,-1-25,1 0,0-25,25 1,-1-1,-24-25,25 1,-50-1,24 25,-48 0,24 0,-50 1,0 24,1 0,-1 24,1 1,24 0,-25 0</inkml:trace>
  <inkml:trace contextRef="#ctx0" brushRef="#br0" timeOffset="15035">372 448,'-25'0,"25"-25,0 25,-24 74,24 1,0-2,-25 51,0 0,0-25,0 1,0-26,1-24,-1-1</inkml:trace>
  <inkml:trace contextRef="#ctx0" brushRef="#br0" timeOffset="15511">695 448,'24'-25,"-24"50,25-25,-25 49,0 1,0 48,0 1,0 0,-25-24,25 24,-24-24,-1-1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6:43:58.51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49 163,'0'0,"-24"0,24-26,0-23,-25 23,25 52,0-1,25-1,-1-24,26-24,24-1,26-26,-26 25,-24 26,-1-24,-24 48,-25 27,0 50,0-25,-25-1,1 1,-26 0,-25-1,26-24,-1-25,25 49,1-49,24-26,0 25,24-25,26-51,0 1,-1 25,26-1,-1 1,25 25,-49 0,24-26,-49 52,0-26,-25 51,0-26,-25 25,25-24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1:42.93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6191 178,'0'0,"0"0,0-25,25 50,-25-25,25 0,-1 0,-24 0,25 0,0 0,0 0,0 0,-1 0,1 0,0 0,0 0,0 0,24 0,1 0,-25 0,24 0,1 0,-25-25,0 25,24 0,-24-24,0 24,24-25,1 0,-25 25,24-25,1 25,0 0,-1 0,1 0,-25 25,24-25,-24 0,0 0,24 25,-24-50,25 25,-25 0,-1 0,26-25,-25 25,0 0,24 0,-24 0,0 0,25 0,-26 25,1-50,0 25,0-25,0 25,-1 0,1 25,0-25,0 0,-25 0,25 25,-25-25,0 0,0 25,0-25,0 0,0 25</inkml:trace>
  <inkml:trace contextRef="#ctx0" brushRef="#br0" timeOffset="2830">3934 277,'0'0,"0"-24,0 24,0-25,24 25,-24-25,25 25,-25 0,25 0,0 25,-25-25,25 0,0 0,-1 0,1 0,0 0,0 0,0 0,24 0,-24 0,0 0,24 0,-24 0,25 0,-25-25,24 25,-24-25,25 25,-26 0,26 0,-25 0,24-25,1 25,-25 0,24 0,1 0,0 0,-25 0,24 0,-24 0,0 0,24 0,-24 0,0 0,0 0,-25 0,25 0,-1 0,-24 25,25-25,0 0,-25 0,25 0,-25 0,25 0,-1 0,1 0,0 0,-25 0,25 0,0 0,-1 0,1 0,0 0,0 0,0 0,-25-25,24 25,-24 0,0 0,25 0,-25 0,0 0,0 0,0 0,0 0,0 0,-25 25,25 0</inkml:trace>
  <inkml:trace contextRef="#ctx0" brushRef="#br0" timeOffset="6462">1924 153,'0'0,"25"-24,0 24,0 0,24-25,1 25,-25 0,24-25,1 25,24 0,-24-25,0 25,-1 0,1 0,0 0,-1 0,1 0,-1 0,1 0,0 0,-1 0,-24-25,25 25,-26 0,1 0,0 0,25 0,-26 0,1 0,25 0,-25 0,24-25,-24 25,0 0,25 0,-26 0,1 0,0 0,0 0,0 25,-1-25,1 0,0 25,25-25,-26 0</inkml:trace>
  <inkml:trace contextRef="#ctx0" brushRef="#br0" timeOffset="12761">89 1518,'-25'25,"25"-1,-25 26,0-25,25 24,-24 1,24-25,24 24,-24-24,50 0,-25-25,24 25,1-25,0 0,-1-25,-24 0,0 0,-25 1,25-26,-25 0,-25 1,0-1,0 1,0 24,-24 25,24 0,-25 25,50-1,-24 1</inkml:trace>
  <inkml:trace contextRef="#ctx0" brushRef="#br0" timeOffset="13600">610 1319,'0'0,"0"0,0 0,0 0,0 0,0 25,0-25,0 50,0-1,0 51,0-26,0 0,0-24,-25 0,25-26,0 1,0-25,-25 25,25-25,25 0,-25 25</inkml:trace>
  <inkml:trace contextRef="#ctx0" brushRef="#br0" timeOffset="14376">1007 1493,'0'-25,"-25"25,25 25,0-25,0 0,-25 25,0 0,25-1,-25 26,25 0,0-26,0 26,25-25,-25 24,25-24,0 0,0 0,-1-25,1 0,0 0,0-25,24 0,-49 0,25 1,0-26,-25 25,0-24,0-1,0 0,-25 26,0-1,25-25,-24 50,-1-25,0 25,0 0,0 25,1 25,24-50</inkml:trace>
  <inkml:trace contextRef="#ctx0" brushRef="#br0" timeOffset="15397">1478 1369,'0'0,"0"-25,0 50,0-25,0 0,0 0,0 25,0-1,0 26,-25 0,25-1,-25 26,25-26,0 26,-25-50,25-1,0 1,25 0,-25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04.69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3349 149,'25'0,"-25"0,0 25,0-25,0 0,0-25,0 25,24-25,1 50,0-25,25-25,-1 25,1 0,24 0,-24 0,24 0,-24 0,0 25,-1-25,1 0,-25 25,24-50,1 50,-1-25,1 24,24-48,-24 48,0-48,-1 24,1 0,-1 0,-24 0,0 0,0 0,24 24,1-24,0 0,24 25,-24-25,-1 0,-24 25,25-25,-25 25,-1-25,-24 0,25-25,0 0,-25 0,25 1,0 24,-25 24,0-24,0 0,0 25,0-25,-25 0</inkml:trace>
  <inkml:trace contextRef="#ctx0" brushRef="#br0" timeOffset="2470">1141 149,'0'-25,"0"0,0 25,0 0,0-25,25 25,0 0,24-24,-24 24,25 0,24 0,1 0,-1 0,0 0,1 0,-1 0,1 24,-26-48,26 24,-26-25,26 25,24 0,0 25,-24-1,-1-24,0 0,1 25,-26 0,-24-25,0-25,0 25,24-25,-24 1,50 24,-26-25,1 0,0 25,-1 0,-24 25,0-25</inkml:trace>
  <inkml:trace contextRef="#ctx0" brushRef="#br0" timeOffset="4154">50 149,'-25'0,"25"0,0 0,-25 0,25 0,25 25,-25-25,0 24,25-24,24 0,26 0,-1-24,0 24,1 0,-1-25,1 0,-1 25,-49 25,0-25,0 25,-25-1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22.40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223 2,'-25'0,"25"0,-25 0,25 0,-24 0,24 0,-25 25,0 25,0-1,0 26,1 24,-1-25,25 1,0-26,25 1,-1 0,26-26,0-24,-26 0,26 0,-25 0,25-24,-50-1,24-25,1 1,-25-26,0-24,-25 0,1 24,-26 26,0 49,1 49,-1-24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16.87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207 99,'0'0,"0"0,0 0,0 0,0 0,0 0,0 0,-25 0,25 0,0-25,0 25,0 0,0-25,0 25,-25 0,25 0,0 0,0 0,0 0,0 0,0-25,0 25,0 0,0 0,0-24,0 24,0 0,0 0,0 0,25 24,-25-24,0 0,0 0,0 0,0 0,0 0,0 0,0 0,0 0,0 0,0 25,0-25,0 0,0 0,0 0,0 0,0 0,-25 0,25 0,0 0,0 0,0 0,0 0,0 0,0 0,0 0,0 0,0 0,0 0,0 0,0 0,0 0,0 0,0 0,0 0,0 0,0 0,0 0,0 25,0-25,-25 0,25 25,-24-25,24 25,0-1,-25 1,25 0,-25 25,25-25,-25-1,25 1,0 0,-25 0,25 0,0 24,0-24,25 0,-25 0,0-1,25 1,-25-25,0 0,25 25,-25-25,25 0,-1 0,1 0,0-25,0 0,0 1,-1 24,1-25,-25 0,25 0,-25 0,0 1,25-1,-25 0,0 0,25 0,-25 1,0-26,-25 25,25 0,0 0,-25 1,25-26,0 25,0 0,-25 1,25 24,-25 0,1 24,-1 26,0-25</inkml:trace>
  <inkml:trace contextRef="#ctx0" brushRef="#br0" timeOffset="6585">306 49,'-25'-25,"25"25,-49 25,24 25,0 24,0 26,25-51,0 26,25-51,0-24,0-24,-1-1,1 0,0-25,-25 1,-25 24,0 0,-24 75,24-1,25 1,-25 24,50-24,-25-25,25-25,0-25,-1-25,-24 26,0-26,0 25,-24 25,-1 25,-25 0,25 49,25-24,0-1,25-24,-25-25,25 0,0-25,-25 1,0-26,0 0,-25 1,0 24,0 50,-24 24,49 26,-25-26,25 1,25-25,0-25,-1 0,1-25,0-25,-25 1,0-26,0 26,-25-1,0 50,1 25,-1 49,25 1,-25-26,50 1,-25-25,25-25,-1-25,1-25,0-24,0 0,-25-1,-25 1,0 49,0 0,1 50,-1 25,25-1,0 1,0-25,49-1,-24-24,25-24,-1-1,1 0,-25-25,-25 1,-25-1,-25 0,26 1,-26 74,0-1,26 51,-1-25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14.64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75 0,'-25'50,"25"-1,-25 50,25 1,-25-26,25-24,0-26,0 1,0 0,25-50,0 25</inkml:trace>
  <inkml:trace contextRef="#ctx0" brushRef="#br0" timeOffset="397">323 74,'0'50,"0"0,-25-1,25 26,-25-1,25-24,0-1,0-24,25 0,-25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15.44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126 149,'-25'0,"25"0,-25 25,0 0,0 49,1 25,24-24,24-26,-24 1,50-25,0-25,-1-25,-24 0,25-24,-26-1,-24 0,0 1,-24-1,-26 1,25 24,-24 25,24 0,25 25,-25-1,25 1</inkml:trace>
  <inkml:trace contextRef="#ctx0" brushRef="#br0" timeOffset="560">597 0,'-25'0,"25"0,0 50,-25-1,1 26,24 24,-25 0,25-24,-25-1,0 25,0-49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11.52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180 0,'-25'0,"1"0,-1 25,-25 49,25 1,1 24,24-50,24 1,26-50,0 0,-1-25,1 0,-25-24,-25-1,-25 1,0-1,0 25,0 25,1 0,24 0,0 25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11.97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76 0,'-25'25,"0"0,25 0,-24 49,24 1,24-1,-24 0,0-24,0 0,25-26,-25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12.27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52 74,'0'0,"0"25,-25 0,25 0,-25 49,25-24,0-1,25 1,-25-25,50-25,-26 0,1-25,0 0,-25-24,25-26,-50 26,0-1,0 25,1 0,-1 50,25 0,-25 0</inkml:trace>
  <inkml:trace contextRef="#ctx0" brushRef="#br0" timeOffset="503">449 0,'0'0,"-25"25,25 24,0 26,-25-1,25 25,0-24,-25-1,25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07.97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150 131,'0'0,"0"0,0-25,0 25,0 0,-24 25,24-1,-25 1,-25 25,25 24,1 1,24-26,0 1,0 0,24-26,1 1,25 0,-1-25,26-25,-26 0,1 1,-25-26,0 25,-25-24,0 24,-25-25,0-24,0 49,0-25,1 25,-1 25,0 0,0 50,0 0,1-1</inkml:trace>
  <inkml:trace contextRef="#ctx0" brushRef="#br0" timeOffset="1041">696 155,'0'0,"0"0,0 0,-25 0,25 25,0 25,-24 49,-1-24,0-1,25-24,-25-1,25-49,0 0,25 0,0-25</inkml:trace>
  <inkml:trace contextRef="#ctx0" brushRef="#br0" timeOffset="1373">969 230,'0'0,"-25"0,25 0,-25 25,1-1,-1 26,0 25,0-1,25-49,25 24,0-49,24 0,26-24,-26-26,-24 25,25 0,-50-24,-25-1,0 0,0 26,-24-1,24 50,0-25,25 24,0-24</inkml:trace>
  <inkml:trace contextRef="#ctx0" brushRef="#br0" timeOffset="1946">1564 7,'0'0,"-24"-25,24 25,-25 25,0 24,0 26,0 24,1 0,-1-24,0-1,25-24,-25-1,25-24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35.47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0,'0'0,"0"0,0 0,0 0,0 25,0-25,25 0,-25 25,0 0,0 0,25-1,-25 1,0 0,25 0,-1 25,1-26,0 26,0-25,0 0,24-1,-24-24,0 0,24 0,-24 0,25-24,-25-1,24 0,-24 25,25-25,-25 0,-1 25,1-24,0 24,0 0,0 0,-1 0,1 0,25 0,-1 0,-24 0,25 0,-1 0,1 24,-25 1,24-25,1 25,0 0,-1 0,1-1,0 1,-1 0,1-25,24 25,1-25,-26 25,26-25,-1 0,-24 0,24 0,-24 0,-1 0,1-25,-1 0,1 0,0-24,-1-26,1 50</inkml:trace>
  <inkml:trace contextRef="#ctx0" brushRef="#br0" timeOffset="17000">918 1191,'0'-25,"0"25,0-49,0 24,0-25,25-24,0 24,24 1,-24 24,25 0,-1 0,-24 50,25 25,-1-1,-49 26,25 24,-50 0,0 0,-49 25,24 1,-49-1,25-50,24 0,1-49,-1 0,50-50,-25-24,50-1,0 0,0-24,-1 49,1 0,25 25,-1 25,1 0,49 0,-24 0,-1-25,1 0,-26 24,-24 1,0-25,-25 25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37.63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2 645,'24'0,"26"0,24-24,-24 24,24-25,-24 0,24 25,-24-25,0 0,24 1,-24-1,-1 0,1 0,0 0,-26-24,26-1,-25 1,24 24</inkml:trace>
  <inkml:trace contextRef="#ctx0" brushRef="#br0" timeOffset="906">1316 25,'0'0,"0"0,0 0,0 25,0 0,25 24,0-24,0 25,-1 0,26-26,0 26,-25-25,24 0,1-25,-1 24,1-24,24 25,-24-25,24 0,1 0,-1 0,1 0,-1 0,0-25,1 25,-1-24,-24-1,24 0,-24 0,24-24,-24-1,0 0,-26-24,1 49,-25 0,25 0</inkml:trace>
  <inkml:trace contextRef="#ctx0" brushRef="#br0" timeOffset="8970">2184 894,'0'0,"0"-25,0 0,0 25,0-25,0 25,0 25,0 25,-24 24,-26 0,50 1,-25-26,25-24,25-25,-25 25,50-50,-26 25,26-25,0 25,-1 0,-24 25,0-25,0 25,0 0,-1 24,1-24,-25 25,0-1,0 1,-49 25,24-26,-25 1,-24-1,24 1,0-25,1-25,-1 25,25-50,1 25</inkml:trace>
  <inkml:trace contextRef="#ctx0" brushRef="#br0" timeOffset="9837">2234 943,'0'0,"0"0,0 0,0 0,25 0,-25 25,49-50,1 0,0 1,49-1,0 0,-24-25,-1 25,-24-24,-26 24,-24 0,0 50,-24 0,24-25,0 25</inkml:trace>
  <inkml:trace contextRef="#ctx0" brushRef="#br0" timeOffset="12130">250 943,'0'-25,"0"25,0 0,0 25,0 0,-25 74,25 0,0 1,-25-1,0 0,0-49,25-1,-24-24,24-25,0 0,-25 0,25-25</inkml:trace>
  <inkml:trace contextRef="#ctx0" brushRef="#br0" timeOffset="12582">26 943,'0'0,"25"0,0 0,25 0,24 0,0 0,26 0,-26 0,25 25,-24 0,-26 24,-24 26,0-26,-25 1,-25 24,-25 1,-24-1,-25 1,0-1,-1-24,26-1,0-24,24-25,25 25,0-50,1 0,24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2:39.69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0 248,'50'0,"-1"25,1-25,25 25,-1-1,25-24,-24 25,-1-25,25 0,-24 0,24 0,0-49,0 24,25-25,-24-24,-1 24,0 0,-49 1,-26 49,1 0,-25 0</inkml:trace>
  <inkml:trace contextRef="#ctx0" brushRef="#br0" timeOffset="4300">596 843,'0'-25,"0"1,0 24,24 0,-24 24,0-48,0 24,0-25,-24 50,24-1,0 26,-25 25,0 24,0-50,0 1,25-25,0 0,0-25,0 0,25 0,25-25,-1 25,1-25,0 25,-1 0,1 25,-1 0,-24-1,0 1,0 0,-25 49,0-24,-25 0,0 24,-49-24,-1-1,1 1,24 0,-24-26,24-24,26-24,-1 24</inkml:trace>
  <inkml:trace contextRef="#ctx0" brushRef="#br0" timeOffset="5214">645 943,'0'0,"0"0,0 0,0 0,25 0,25-25,24 0,-24 0,49 0,-50 0,1 1,-25-1,0 25,-25 25,0-1,-25 1,25 0</inkml:trace>
  <inkml:trace contextRef="#ctx0" brushRef="#br0" timeOffset="15036">1737 1191,'0'-25,"-25"25,25 0,0 0,0 0,0 25,25-1,-1 1,1 0,25 0,0-25,24 0,-24-25,-1 25,1-25,-25 25,-25 0,24 0,-24 25,0 0</inkml:trace>
  <inkml:trace contextRef="#ctx0" brushRef="#br0" timeOffset="15488">1737 1563,'0'0,"0"-25,24 25,1 0,25-25,0 25,24 0,-24 0,24 0,-24 0,24 0</inkml:trace>
  <inkml:trace contextRef="#ctx0" brushRef="#br0" timeOffset="16106">3076 868,'0'25,"-25"-25,1 25,-1-25,0-25,-25 25,50-25,-24-25,24 1,24 24,1 0,0-24,25 24,-1-25,1 50,-1 25,-24 49,25-24,-25-25,-25 24,0 1,0 0,-25 49,-50 25,26 25,-26-50,-24-25,25-24,24 0,1-50,24 0,0-25,25 0,0 0,25-24,0 24,-1 0,1 25,0-25,0 25,24 0,-24 25,25 0,24 0,-24-1,-1 1,-24-25,0 0,0 25,0 0,-25 0</inkml:trace>
  <inkml:trace contextRef="#ctx0" brushRef="#br0" timeOffset="17291">3746 719,'0'0,"-25"0,25 25,0-25,0 25,-25 24,1 1,-1 0,25-25,0-1,25 26,-1-50,1 25,25-25,-25 25,24-25,-24 24,0-24,24 25,-24 25,-25-25,25 24,0-24,-25 25,0-26,0 1,0 25,-25-25,-25 24,1-24,-1-25,25 25,-24-25,24 0,-25 0,26 0,-1-25</inkml:trace>
  <inkml:trace contextRef="#ctx0" brushRef="#br0" timeOffset="18385">3746 893,'0'0,"0"0,0 0,0 0,0 0,0 25,-25-25,25 49,0 1,0 0,-25-1,25 26,-24-26,-1 26,25-1,-25-49,25 0,-25-25,25 0,0-25,0 0,0 0,0 0</inkml:trace>
  <inkml:trace contextRef="#ctx0" brushRef="#br0" timeOffset="19080">3721 818,'0'0,"0"25,0-25,0 0,25 0,-25 0,25 25,0 0,-1-25,26 25,-25-25,24 0,-24 25,0-1,0 1,0 0,-25 25,24-1,-24-24,0 0,0 24,0-24,-24 25,-1-1,0-24,-25 0,1-25,-1 0,1 25,24-25,0 0,0 0</inkml:trace>
  <inkml:trace contextRef="#ctx0" brushRef="#br0" timeOffset="20058">4391 794,'-25'0,"25"24,0 1,0 0,0 25,25-25,0 24,-1 1,1-25,25-25,-25 24,0 1,24 0,-49 0,25 0,-25 24,-25-24,0 25,-24-1,-1 1,0-25,1 24,-1-24,1-25,24-25,0 0</inkml:trace>
  <inkml:trace contextRef="#ctx0" brushRef="#br0" timeOffset="20617">4341 843,'0'0,"25"-25,0 1,24-26,-24 25,25 0,0 1,-1 24,-24 24,25 1</inkml:trace>
  <inkml:trace contextRef="#ctx0" brushRef="#br0" timeOffset="20943">4813 744,'0'25,"0"0,0-25,0 49,24 1,1-25,0 0,0-1,0 1,-1 0,1 0,0 0,-25-1,25 1,-25 25,0-1,-25 1,0-25,-24 24,24-24,-25 0,1 25,-1-50,0 24,26-48,-26-1</inkml:trace>
  <inkml:trace contextRef="#ctx0" brushRef="#br0" timeOffset="21500">4689 744,'24'0,"1"-25,50-49,24 24,-25 1,-24 24,-1 25,1 0</inkml:trace>
  <inkml:trace contextRef="#ctx0" brushRef="#br0" timeOffset="21822">5458 223,'0'0,"24"25,1-25,25 50,-1 24,1 25,0 0,-26 50,-48-25,-26 25,-49 0,0 25,-50-50,49 0</inkml:trace>
  <inkml:trace contextRef="#ctx0" brushRef="#br0" timeOffset="22734">2828 149,'-25'0,"1"74,-26 1,0 24,1 50,-26 24,26 26,24 24,25-25,25-24,49-25,25-25,50 0,-25-198</inkml:trace>
  <inkml:trace contextRef="#ctx0" brushRef="#br0" timeOffset="23527">5582 1588,'0'-25,"0"25,-25 0,25 25,0-25,0 0,-25 49,0 1,-24-1,24 26,0-26,0 1,25-25,0 0,0-25</inkml:trace>
  <inkml:trace contextRef="#ctx0" brushRef="#br0" timeOffset="24010">5706 1662,'0'25,"0"-25,-25 25,25-1,-25 1,0 25,0-1,1 26,-1-26,0 1,25 0,0-26,25 1,0-25,-1 25,-24-50,25 0,0 1,-25-26,0 0,-25 50,-49 0,-1 25,26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27.98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4068 698,'0'0,"25"0,-25 0,0 0,0 25,0 0,0 25,0-26,25 26,24 0,26-1,24 1,25-25,0-25,25 0,24-25,1-25,-25 25,-25 1,0-51,-50 26,-49 24,0 0,0-25,24 50,1-25,0 1</inkml:trace>
  <inkml:trace contextRef="#ctx0" brushRef="#br0" timeOffset="806">4589 1492,'0'0,"25"-25,-25 1,0 24,25-25,-25-25,24 25,26-24,0 49,24-25,-24 50,24-25,-24 24,-1-24,-24 25,0 0,0 25,-25-1,-25 1,0 0,-25-1,1 1,-1-1,1-24,-1 0,25 0,25-25,0 0,25 0,0 0,0 0,24 0,1-25,-1 25,1 0,24 0,-24 0,24-25,1 25,-25 0,-1 25,-24 0,-25 0,25-1</inkml:trace>
  <inkml:trace contextRef="#ctx0" brushRef="#br0" timeOffset="2645">1910 996,'0'-25,"-25"25,25 0,0 25,0 0,25-25,-25 0,0 25,0-25,0 0,25 0,-25 0,0 0,25 0,-25 0,0 0,0 0,24 0,1 24,0 1,0 0,24 25,1-26,24 1,26 0,-26-25,25 0,0 0,-24 0,24-25,0 25,1-25,24 1,0-26,-25 0,0-24,-25 24,-24 1,-25-1,0 1,-1-1</inkml:trace>
  <inkml:trace contextRef="#ctx0" brushRef="#br0" timeOffset="3781">2828 1418,'0'25,"0"-1,0-24,0 25,0-50,0 50,0-25,25 25,-25 25,0-1,0 26,0 24,0-25,0 1,0-1,0 1,24-51,-24 1,0 0</inkml:trace>
  <inkml:trace contextRef="#ctx0" brushRef="#br0" timeOffset="4678">25 1343,'-25'0,"25"0,0-25,0 1,25 24,-1 24,1 1,25 25,24 0,1-26,24 1,25-25,0-25,25 1,24-51,1 1,0-1,-25 1,-75 24,0 25</inkml:trace>
  <inkml:trace contextRef="#ctx0" brushRef="#br0" timeOffset="5356">422 1914,'0'0,"24"0,1-25,25 25,-1 0,1-25,0 0,-1 1,-24 48,0-24,0 0,-25 75,-25-26,-25 26,1-1,-1-24,25 0,0-26,25-24,25 0,25-24,24-1,1 0,-1 0,0 0,-24 50,-25 0,0 25,0-1,-25 1,-25 24,25 1,-50-1,0-24,1-1,-26-24,1 0,-25-25,0 0,24-25</inkml:trace>
  <inkml:trace contextRef="#ctx0" brushRef="#br0" timeOffset="6744">6970 326,'0'0,"-25"0,25 0,0-25,0 50,25-25,-25 0,50 0,-1 0,26-25,-1 50,-24-25,-25 0,-25 50,-50-25,-24 24,-26 26,51-1,-1-49,25 0,50-25,0-25,49 0,-24 25,25 0,-26 50,1-1,-1-24,-24 25,-25-25,-25-1,1 26,-26 0,0-26,1-24,-1 0,0-24,26 24,-1 0,25-25,0 0</inkml:trace>
  <inkml:trace contextRef="#ctx0" brushRef="#br0" timeOffset="7556">7690 425,'0'0,"0"0,0 0,0 50,-25 0,25 24,-25 25,25 1,-25-1,25-50,-25-24,1-25,24 25,-25-25</inkml:trace>
  <inkml:trace contextRef="#ctx0" brushRef="#br0" timeOffset="8085">7987 277,'0'-25,"25"0,0 0,0 25,24 25,1-25,0 0,-26 25,26 24,-25 1,-50 0,0 24,-24 0,-26 26,1-26,24 25,0-24,26-50,24-50,24 50,1-50,25 25,24 0,1-25,24 0,-25 0,-24 1,-25 24,-25-25,0 0,-25 25,25 0</inkml:trace>
  <inkml:trace contextRef="#ctx0" brushRef="#br0" timeOffset="8765">8508 53,'25'-25,"0"25,24-24,1 24,49 49,-24 26,-1 49,1-25,-51 0,-73 0,-26 25,-24 25,-25-25,0 0</inkml:trace>
  <inkml:trace contextRef="#ctx0" brushRef="#br0" timeOffset="9503">6549 177,'-25'50,"0"74,0 0,0 50,50-50,25-25,-1 0,51-49,-26-25</inkml:trace>
  <inkml:trace contextRef="#ctx0" brushRef="#br0" timeOffset="10217">9128 1046,'0'24,"0"51,-24-26,24 26,-25-26,25 26,-25-25,0-26,0 1,25 0,0 0</inkml:trace>
  <inkml:trace contextRef="#ctx0" brushRef="#br0" timeOffset="10640">9500 1120,'-24'25,"-26"0,0 24,1 1,-1-1,25 1,1 0,48-1,-24 1,25-25,0 24,0 1,24-50,-24 25,25-50,-25 0,-1 25,1-49,-25-1,-25 0,-24 26,-26-1,1 25,0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10.16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149 74,'0'-25,"0"0,0 1,0 24,0 0,0 0,0 0,24 24,-24 26,0-25,25 25,-50-50,25 24,0 1,0 0,0 0,-24 0,-1-1,0 1,0 25,0-1,25 1,-24 0,24 24,-25-24,25-26,25 1,-25-25,24 0,1 0,0-25,0 1,0-1,-1 0,1 0,25 0,-25 1,-1-26,1 0,0 1,0 24,-25 0,25-24,-25-1,-25 25,25 0,-50 25,25 25,-24 0,24 0</inkml:trace>
  <inkml:trace contextRef="#ctx0" brushRef="#br0" timeOffset="1154">669 198,'-24'0,"24"0,0 25,-25 0,0 24,0 1,0 0,25-26,0 26,0 0,0-26,25 26,0-50,0 0,0 0,-1-25,1 0,0 1,0-1,0 0,24 0,-24-24,0 24,-25-25,0 1,0 24,-25-25,-25 1,-24 73,24-24,1 25</inkml:trace>
  <inkml:trace contextRef="#ctx0" brushRef="#br0" timeOffset="2381">1116 0,'0'0,"0"24,0 1,25 0,-25-25,0 50,-25-1,25 26,-25 24,0-25,-24 1,49-1,-25-49,25 25,0-50,0 0,0 0</inkml:trace>
  <inkml:trace contextRef="#ctx0" brushRef="#br0" timeOffset="2861">1389 49,'0'0,"0"0,-25 50,25-25,-25 24,25 26,-25-26,25 26,-24-26,-1-24,0 25,25-25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14.02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227 402,'0'0,"-25"-25,0-24,25 49,-50 0,26 25,-26-1,25 26,0 0,25-1,25 1,0-1,0-24,24-25,1-25,0 1,-1-1,-24-25,0-24,-25 24,0 25,-25-24,0 24,0 50,-24 0,24-25</inkml:trace>
  <inkml:trace contextRef="#ctx0" brushRef="#br0" timeOffset="630">648 303,'0'-25,"-24"25,24 0,-25 25,0 25,0-1,0 50,0-24,25-26,0 1,0 0,25-50,25 0,0-50,-1 0,1-24,-25 0,-25 24,0-24,-25-1,-25 25,25 1,1 74,-1-50,0 50,25-1</inkml:trace>
  <inkml:trace contextRef="#ctx0" brushRef="#br0" timeOffset="1165">921 154,'0'0,"-25"0,25-25,-24 50,-1 25,0-26,25 51,0-1,0-24,25 24,0-49,-1-25,26 0,0-49,-26-1,1 0,-25-24,0-1,-25 1,1-25,-26 49,25 50,0 0,1 25,24 25,24-26,-24 1</inkml:trace>
  <inkml:trace contextRef="#ctx0" brushRef="#br0" timeOffset="1772">1268 30,'0'0,"0"25,0 24,0 26,0-1,0 1,-24-1,24-24,0-1,0-24,0 0,24-25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17.27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74 75,'0'-25,"0"0,-25 0,25 25,-24 25,-1 25,25 24,0 0,0 1,25-25,24-26,1-24,-1-24,1-26,-25 0,0-24,-50 49,0-25,-25 26,1 48,24 1,0 0</inkml:trace>
  <inkml:trace contextRef="#ctx0" brushRef="#br0" timeOffset="461">496 199,'-25'0,"0"24,1 1,-1 50,25-1,25 1,-1-51,26 1,0-25,-1-74,-24 24,25 1,-50-1,-25 0,0 25,-25 25,1 25,-1 0,25 0,25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18.18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50,'0'-25,"0"0,0 50,0 0,0 49,0 0,-25 26,25-26,-25 25,25-49,0 0,0-26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18.56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124 0,'-24'0,"24"25,-25 0,0 24,0 1,0 0,25 24,0 0,0-24,25-25,0-25,0 0,0 25,24-25,-24-25,0 25,0-25,24-25,-49 1,0-1,0-24,-49 49,-26 25,1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7.91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203 28,'0'-25,"-25"25,0 0,0 25,-24 49,-1 25,25 25,25-25,25-49,0 0,49-50,-24-25,-1-25,1-24,-25-1,-25 1,-25 0,0 24,-24 0,24 50,0 25,25 50,0-26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8.42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0,'0'25,"0"74,0 0,0 1,0-26,0 1,0-26,0-24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8.77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31 124,'0'49,"-25"26,25-1,0-24,25-1,0-24,0-25,0 0,24 0,-24-25,0-24,0-26,-1 1,-24 0,-49-1,-1 50,1-24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6.21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31 0,'0'0,"-25"0,25 0,0 25,0 50,25-1,-25 25,0 0,0-24,-25-1,25-24,0-25,0-1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6.60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29 0,'0'50,"0"0,0 24,-25 0,25 1,0-50,0 24,0-49,25 25,-25-25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6.94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25 25,'0'-25,"0"50,-25 25,25 24,0 0,25 1,-25-26,25 1,-25 0,25-26,0-24,-1 0,26-24,-25-1,0-25,-1-24,-48-1,24 1,-25 0,-25 24,-24 50,24-25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3.80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74 15,'0'-25,"0"25,0 0,0 0,0 25,0 25,-25 24,25 1,0 24,-25-25,25 1,-25-1,25-24,0-1,25-24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4.16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77 0,'0'0,"0"0,-25 25,0 24,25 26,-25-1,25 1,25-26,-25-24,25 0,25-25,-26-25,1-25,0 1,-25-1,0-24,-25 24,0 25,-24 1,24 24,0 24,0 1,25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34.70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75 0,'0'25,"0"24,0 26,0 24,-25 0,25-24,-25-1,25-24,0-1,-25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29.81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208 95,'0'-25,"0"1,0 24,-25 24,-25 26,1 25,-1-1,25 25,0-24,50-26,-25 1,50-50,-1-25,-24 0,0-24,0-1,-25 0,0-24,-25 24,25 26,-25-1,25 25,0 25,0-25</inkml:trace>
  <inkml:trace contextRef="#ctx0" brushRef="#br0" timeOffset="502">530 46,'0'0,"0"0,0 49,-25 26,25-1,-25 25,1 1,-1-26,0-24,25-26,0 1,0-25</inkml:trace>
  <inkml:trace contextRef="#ctx0" brushRef="#br0" timeOffset="855">877 21,'0'-25,"-24"25,24 0,0 0,-25 50,-25 24,25 1,-24-1,24 0,25-24,0 0,25-1,-1-24,1-25,0 0,25-25,-1-24,1-26,-25 26,0-26,-1 1,-48 24,-1 0,-25 26,1-1,24 50,0-25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25.94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129 248,'0'0,"0"0,0-25,0 25,0 0,0-25,0 25,0 0,0 0,0 0,-24 0,24 0,0 0,0 0,0 0,0 0,0 0,0 25,-25-25,25 0,0 0,0 0,0 0,0 0,0 0,0 0,0 25,0-25,0 0,0 25,0 24,0 1,0 24,0 26,-25-1,25-25,-25 26,25-51,-25-24,25 0,0 0,25-25,-25 0</inkml:trace>
  <inkml:trace contextRef="#ctx0" brushRef="#br0" timeOffset="819">452 422,'0'-25,"0"0,0 0,-25 50,0 0,0 49,1 26,24-26,0 0,24-49,26 0,0-50,-1 0,1-24,-1-26,-49 1,0-1,0 26,-49 24,24 0,-25 50,26 0,24 0,0-1</inkml:trace>
  <inkml:trace contextRef="#ctx0" brushRef="#br0" timeOffset="1351">1022 0,'-24'0,"24"25,0 0,0 24,0 26,0 24,-25 0,0 0,0 25,0-49,1-26,-1 1,25-25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40.70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6971 798,'0'0,"0"0,0 0,0 0,0 24,25 26,24 0,1-1,24-24,50-25,25-25,0-24,25-1,-26 0,-23-24,-51 24,-24 25,-50 1,24 24</inkml:trace>
  <inkml:trace contextRef="#ctx0" brushRef="#br0" timeOffset="625">7566 1492,'-25'0,"25"25,25 0,0 0,0-25,24 0,1 24,0 1,-1-25,1 25,-25 25,-25-26,0 26,-25 24,0-24,-25 24,1-49,-1 0,1-25,-1 0,25-25,0 0,25 25</inkml:trace>
  <inkml:trace contextRef="#ctx0" brushRef="#br0" timeOffset="1167">7665 1467,'0'-24,"0"24,25 0,25-25,24 0,1 0,-26-25,26 50,-50-24,24 24</inkml:trace>
  <inkml:trace contextRef="#ctx0" brushRef="#br0" timeOffset="3334">5210 872,'0'0,"0"0,0 0,0 25,24 0,26-1,0 1,24 0,25 0,25-50,25-25,0 1,-25-1,0-24,-25 24,-24 25</inkml:trace>
  <inkml:trace contextRef="#ctx0" brushRef="#br0" timeOffset="3891">5631 1591,'25'0,"0"-24,0-1,24 0,1 25,24 25,-24-25,0 49,-26-24,1 50,0 24,-50 0,0 0,25 0,-24-24,24-25,0-26,24-24,1 25,25-25,24-25,1-24,24 24,-25 0,26 25,-51 0,1-25</inkml:trace>
  <inkml:trace contextRef="#ctx0" brushRef="#br0" timeOffset="4833">3672 847,'0'-25,"-25"25,0 25,25-25,-25 25,25 25,25-26,25 1,24 0,50 0,25-50,-25 0,25-24,-25-1,-25 25,-49 0,-1 25</inkml:trace>
  <inkml:trace contextRef="#ctx0" brushRef="#br0" timeOffset="5440">4019 1542,'0'0,"0"25,-25-1,25 26,0-25,25 24,0-24,24 0,1 0,0 0,-1-1,-24 1,25 0,-26 25,1-26,0 26,-25-25,-25 24,0 1,-24-25,-1 25,1-50,-1 24,0-24,1 0,24-24,0-1</inkml:trace>
  <inkml:trace contextRef="#ctx0" brushRef="#br0" timeOffset="6099">4118 1567,'0'0,"25"0,0-25,0 25,24 0,1-25,24 25,-24 0,0 0,-1 0,1 0,-25 0,-1 0,1 0,-25 0,0 0,0 0</inkml:trace>
  <inkml:trace contextRef="#ctx0" brushRef="#br0" timeOffset="7199">1762 946,'0'-24,"0"24,0 0,0 24,0 1,24 25,1-1,25 1,24 0,26-26,-1 1,25-25,25-25,-25 1,0-26,0 25,-25 25,-49 0,24 0,-24 0</inkml:trace>
  <inkml:trace contextRef="#ctx0" brushRef="#br0" timeOffset="7875">2630 1715,'0'25,"-25"0,0 0,0 24,1 26,-1-1,0 25,0 1,0 24,50-25,-25 0,25-49,25-1,-1-24,1-25,-1-25,1-24,0-26,-1 26,-49-26,0 26,-24-1,-51 25,1 1,24 48,0 1</inkml:trace>
  <inkml:trace contextRef="#ctx0" brushRef="#br0" timeOffset="9061">0 1219,'0'0,"0"0,0 0,25 0,-25 0,25 25,0 0,0 0,24 24,1 1,0-25,24 0,0-1,26-24,-26 0,25-24,-24-1,24 0,-25-25,-24 1,0 24,-26 0,1 25,0 0,-25 0</inkml:trace>
  <inkml:trace contextRef="#ctx0" brushRef="#br0" timeOffset="9899">497 2087,'0'0,"-25"0,25 0,0 0,-25 0,25-24,0-1,0-25,25 1,0 24,24-25,-24 50,25 0,-1 25,1 49,-25 1,-1 49,-48 25,-26 0,-24-1,-1-24,1-24,24-26,1-74,24-25,0-24,25-1,25 0,0 1,-1 49,26-25,24 50,26 0,-1-1,25 1,-25 0</inkml:trace>
  <inkml:trace contextRef="#ctx0" brushRef="#br0" timeOffset="11287">8682 1070,'0'-24,"0"-1,0 0,0 25,0 0,0 0,0 25,25 0,25-25,0-25,24 0,-24 25,-26 0,1 0,-25 0,0 0,0 0</inkml:trace>
  <inkml:trace contextRef="#ctx0" brushRef="#br0" timeOffset="11653">8633 1318,'0'0,"25"0,-1 0,26-24,0-1,24 0,-24 0,-1 0,-24 1</inkml:trace>
  <inkml:trace contextRef="#ctx0" brushRef="#br0" timeOffset="12099">9575 599,'0'-25,"0"0,0 25,0-24,-24 24,-1-25,0 0,25 0,0-24,0 24,25 0,24-25,1 26,0-1,-1 0,-24 25,25 0,-1 25,-24 24,0-24,0 25,0 24,-25 1,-25 49,0 0,-25 25,-24-25,0-25,-1-25,1 1,-1-51,1 1,-1-25,26-49,24 24</inkml:trace>
  <inkml:trace contextRef="#ctx0" brushRef="#br0" timeOffset="12673">9303 996,'24'0,"1"25,25-25,-1 0,1 25,24 24,-24 1,25-25,-1 24,0 1,-24-1,24-24,-24 0,-25-25,0 25,-25 0,-25-25,25 0</inkml:trace>
  <inkml:trace contextRef="#ctx0" brushRef="#br0" timeOffset="13824">10692 425,'0'-24,"0"-1,-25 25,0 49,-24 1,-26 74,25 25,1 0,49-25,0-25,49-25,26-24,-25-50,24 0,0-50,-24 1,-50-26,-50 1,-24 24,0 26,-26 24,26 24,49 1,0 0</inkml:trace>
  <inkml:trace contextRef="#ctx0" brushRef="#br0" timeOffset="14325">11039 549,'-25'0,"25"25,0-25,0 50,0-1,0 1,0 0,25 24,0-24,0-25,24-1,-24-24,0 0,0 0,-1 25,-24 0,25 0,-25 0,-25 24,1 1,-1-1,-25-24,-24 0,24-25,-24 0,-1 0,1-25,24 25</inkml:trace>
  <inkml:trace contextRef="#ctx0" brushRef="#br0" timeOffset="14901">11014 425,'25'0,"-25"0,25-24,0 24,-1-25,26-25,0 25,-1 1,-24 24,0 0,0 0,-25 0</inkml:trace>
  <inkml:trace contextRef="#ctx0" brushRef="#br0" timeOffset="15604">11808 425,'25'0,"0"-24,-25 24,-25 0,25 0,-25 0,0 0,0 0,25-25,25-25,0 25,0 1,24-1,1 50,0-1,-1 26,-24 0,0 49,-25 0,-25 25,-25 25,-24 0,0-50,-1-25,1-24,-1-25,51-25,-1-50,50-24,-1-1,26 26,0 24,24 0,0 50,1-25,-26 50,1-50,0 24,-26-24,-24 25,25-25</inkml:trace>
  <inkml:trace contextRef="#ctx0" brushRef="#br0" timeOffset="16331">12403 500,'0'-25,"0"25,-24 25,24 0,0 24,0 26,24-26,1 1,0 24,25-49,-26 25,1-25,0-25,0 24,-25-24,0 25,-25 25,0-1,-24 1,24 0,-25-26,-24 1,49-25,-25-25,25 1,25-26,0 0</inkml:trace>
  <inkml:trace contextRef="#ctx0" brushRef="#br0" timeOffset="16874">12329 500,'0'-25,"25"0,49-24,1 24,-1 0,0 0,-24 25,-25 0,0 25</inkml:trace>
  <inkml:trace contextRef="#ctx0" brushRef="#br0" timeOffset="17341">13073 4,'0'0,"0"24,0-24,0 0,0 25,25 0,-25 0,25 0,-1 0,-24-1,25 1,-25 0,25 0,0 24,0 1,24 49,-24 0,0 50,-25 0,-25 25,-24-25,-26-1,1-48</inkml:trace>
  <inkml:trace contextRef="#ctx0" brushRef="#br0" timeOffset="18338">9600 4,'0'0,"-25"-25,1 25,-51 49,1 51,-25 73,24 51,1 24,49 0,50-50,49-24,50-50,-49-50</inkml:trace>
  <inkml:trace contextRef="#ctx0" brushRef="#br0" timeOffset="72400">19523 599,'0'0,"0"-25,0 0,-25 1,25 24,-25 0,0 0,0 49,1 1,-26-1,0 1,26 25,24-1,0 0,24-49,26 0,0 0,-1-25,26 0,-26-25,1 25,-1-50,-24 26,25-26,-25 25,-1-24,-24 24,25-25,-25 25,0-24,0 24,-25 0,1 0,-26 25,0 0,1 50,-1-50,25 25</inkml:trace>
  <inkml:trace contextRef="#ctx0" brushRef="#br0" timeOffset="73877">20118 500,'0'0,"0"0,-25 0,25-25,0 50,0-25,0 25,0-1,0 51,-25 24,25-24,-25-26,25 1,0-1,0-24,-24-25,24 25,0-50,0 25,0 0</inkml:trace>
  <inkml:trace contextRef="#ctx0" brushRef="#br0" timeOffset="74852">20490 450,'25'-49,"-25"24,-25 0,25 50,-25-25,0 49,1 26,-1-1,25 1,0-26,25 26,-1-1,1-49,25 25,-25-50,24 24,-24-48,25-1,-26 0,26-25,-25 1,0-1,-25 25,0-24,-25-1,25 25,-50-24,25 49,-24 0,-1 0,1 24</inkml:trace>
  <inkml:trace contextRef="#ctx0" brushRef="#br0" timeOffset="76875">17265 698,'0'-25,"0"1,0 24,0-25,0 0,0 0,0 25,0 0,0 0,0 0,0 0,-25 0,1 25,-1 25,25-26,-25 26,0 0,0-1,25 1,0 0,0-1,25-24,0 0,25-25,-26 25,26-50,0-25,-1 1,1-1,-25 0,-1 1,-24-26,-24 26,24-1,-25 0,-25 75,25-50,1 50,-26 0,50 25,-25-26</inkml:trace>
  <inkml:trace contextRef="#ctx0" brushRef="#br0" timeOffset="77937">17811 450,'0'-25,"0"50,0-25,25 50,-50-25,25 49,-25 0,0 26,25-1,0-74,-24 24,24-24,0 0</inkml:trace>
  <inkml:trace contextRef="#ctx0" brushRef="#br0" timeOffset="78334">18282 450,'-25'0,"25"25,-49 0,24 24,0 1,0 24,1-24,24 25,0-26,0 1,24-25,26-1,-25 1,24-25,-24-25,25-24,0 24,-26-25,1 1,0-26,-25 1,-25-1,-24 26,-1 24,0 25,1 50,24-26</inkml:trace>
  <inkml:trace contextRef="#ctx0" brushRef="#br0" timeOffset="80826">15479 549,'0'0,"0"-24,0 24,0-25,0 25,0-25,0 0,0 50,0 0,0-25,0 25,0-50,0 50,0-25,0-25,0 50,-25-1,25 26,0 24,0 1,-24-25,24 24,0-24,0-26,0 1,0-25,0 25,0-50,0 0,24 1</inkml:trace>
  <inkml:trace contextRef="#ctx0" brushRef="#br0" timeOffset="81506">15926 450,'0'-25,"0"25,0 0,-25 0,0 25,25 25,-25 24,1 1,24 24,0-25,24-24,1-25,25 0,-25-50,24-25,-24 1,0-26,-25 1,0-1,-25 1,0-1,0 51,-24 48,24 1,25 25</inkml:trace>
  <inkml:trace contextRef="#ctx0" brushRef="#br0" timeOffset="82075">16422 450,'-25'0,"0"25,0 25,1-1,24 1,0 24,0-24,24 0,1-50,25 24,-25-24,24-49,-24-1,25 25,-50-49,0 24,-25 1,-25 24,-24 0,24 25,1 0</inkml:trace>
  <inkml:trace contextRef="#ctx0" brushRef="#br0" timeOffset="83135">13743 698,'0'-25,"-25"25,0 0,0 25,25 0,-24 25,24-1,0 1,24-25,1 24,0-24,25-25,-26-25,26-24,-25-1,24 1,-49-1,-24-25,-1 51,-25 24,1 24,24 26,0 0</inkml:trace>
  <inkml:trace contextRef="#ctx0" brushRef="#br0" timeOffset="83619">14165 624,'0'-25,"0"0,-25 25,25 0,-25 25,0 25,25-1,0 26,25-50,0-1,24-24,1 0,-25-24,0-26,-25 25,-25 0,0-49,-25 49,26 0,-26 0,25 50,25 0,0 0</inkml:trace>
  <inkml:trace contextRef="#ctx0" brushRef="#br0" timeOffset="84401">14537 326,'24'0,"-24"0,0 50,0 24,25 1,-25 24,0 0,0-24,-25 24,1-50</inkml:trace>
  <inkml:trace contextRef="#ctx0" brushRef="#br0" timeOffset="84989">13544 1368,'0'0,"0"0,25 0,50-25,24 25,25-25,25 25,0-24,-50 197</inkml:trace>
  <inkml:trace contextRef="#ctx0" brushRef="#br0" timeOffset="85523">15206 1343,'25'0,"0"-25,25 1,74 24,24-25,26 0,0 0,49 0,-99 1</inkml:trace>
  <inkml:trace contextRef="#ctx0" brushRef="#br0" timeOffset="86038">16992 1542,'25'0,"0"-25,25 25,49-25,50 25,-1-25,51 1,-1-26,-98 50</inkml:trace>
  <inkml:trace contextRef="#ctx0" brushRef="#br0" timeOffset="86542">19026 1418,'0'0,"-24"-25,48 25,1-25,50-25,24 50,50-24,49-1,25 25,1 0,-1-25,0 25,-99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59.84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348 174,'0'-50,"24"0,-24 1,-24 24,-1 25,-50 25,26 0,-26 49,1 0,49-24,0 0,50-26,25 1,24-25,25 25,-24-25,-26 25,1 25,-25-1,-25 1,-25-1,0 1,-24 24,-1-24,0-25,26-25,-1-25,0-49,50-26,0-24,24-25,1 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5:08.64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25,'0'0,"24"0,-24 0,0-25,0 25,0 25,0 0,0 25,0-1,0 26,25-1,-25 25,0-24,0-1,0-24,0-25,-25-1,25-48,0 24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5:10.13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114 50,'0'0,"0"-25,0 0,0 50,0 0,0 0,-25 49,0 1,0 24,25 0,-24-24,24 24,-25-25,50-24,-1-25,26-50,0-25,-1 25,1 1,-1 24,-24 0,0 0,0 0,0 0,-1 0</inkml:trace>
  <inkml:trace contextRef="#ctx0" brushRef="#br0" timeOffset="568">486 422,'-25'0,"25"25,0 0,0 0,0 49,0 0,-25 1,25 49,-25-50,25 1,0-1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5:11.19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0 116,'0'-25,"25"0,-25 1,25-1,0 25,24-25,1 50,24-25,1 25,-26 24,-24 1,0 49,-50 0,-24 25,-26-24,1-1,24-25,25-24,0-25,50-1,0 1,49-50,26 1,-1-1,25-25,-25 25,0-24,1-1,-26 25,0 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5:11.99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0 152,'0'-24,"0"-26,25 25,0 0,-1 1,26 24,0 0,24 24,-24 1,-1 50,-24-1,-50 0,0 26,-24-1,-26-25,26 1,49-26,0-24,74-25,25 0,75-49,-25 24,0 25,-25-50,-25 25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5:14.66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852 479,'0'0,"0"0,-25 25,25-25,-25 49,25 1,-25 49,25-25,-25 26,25-51,-24 26,24-51,0 1,24 0</inkml:trace>
  <inkml:trace contextRef="#ctx0" brushRef="#br0" timeOffset="382">1447 156,'0'25,"0"0,-25 24,25 26,0 24,-25-24,1 49,-26 0,25 0,0-50,25-49,0 0,25-1,25 1,-1-25,26-25,-1 1,1-1,-1 25,-24-25,-26 25,1 0,0 25</inkml:trace>
  <inkml:trace contextRef="#ctx0" brushRef="#br0" timeOffset="867">1869 727,'25'-25,"-25"25,-25 25,25 24,0 51,-25-1,25 25,-25-25,0-24,25-1,25-24,0-26,-25 1</inkml:trace>
  <inkml:trace contextRef="#ctx0" brushRef="#br0" timeOffset="1319">2290 479,'0'-25,"25"-25,0 1,0 24,0 0,24 0,1 0,-25 25,24 50,1 0,-25 24,-1 1,-24 24,-24 25,-26 0,0-25,-24 25,24-49,-24-1,49-24,0-26,25 1,25-25,0 0,49-25,1 1,-1-26,25 50,-24-25,-1 0,1 25,-1-24,-24 48,-25-24,-1-24,1 24</inkml:trace>
  <inkml:trace contextRef="#ctx0" brushRef="#br0" timeOffset="2100">3283 280,'-25'0,"0"0,25-25,0 25,50-24,-1 48,26-24,-1 0,25 0,-49 25,24 0,-49 25,0-1,-50 26,-49 24,-1 0,1-24,-1-1,1 0,24 1,50-26,0-24,25 0,25 0,49-25,0-25,-24 25,24-25,-25 25,1-25,-26 25,1 0,-25 0,0-24,24 24,-49-25</inkml:trace>
  <inkml:trace contextRef="#ctx0" brushRef="#br0" timeOffset="2896">4300 7,'0'0,"24"-24,1 48,25 26,0 0,24-26,0 26,-24 49,24 0,-49 26,0 23,-50 1,-24 0,-26 0,1-25,-1 0</inkml:trace>
  <inkml:trace contextRef="#ctx0" brushRef="#br0" timeOffset="3662">281 82,'25'0,"-25"0,-25 49,-24 26,-26 74,26 49,-26 25,50-24,25-1,50-24,49-50,50-25,49-49,50-1,-99-24</inkml:trace>
  <inkml:trace contextRef="#ctx0" brushRef="#br0" timeOffset="4409">5267 1645,'0'-25,"0"25,-25-50,0 50,-24-25,-1 25,-24-24,-1 24,1-25,49 25,0 25,25-25,0 49,50-49,24 25,1-25,24 25,0-25,1 0,-26 49,-24 1,-26 0,1 24,-25-24,0-1,-49 1,24 24,-25-24,1 0,-26 24,25-24,-24-1,24-24,1-50,24 25,0-25,25-24,0-1,25 1,0-26,0-24,49-25,-24 0,24 25</inkml:trace>
  <inkml:trace contextRef="#ctx0" brushRef="#br0" timeOffset="5803">5069 1496,'-25'25,"25"-25,0 24,-25-24,25 0,25-49,0 24,-25 25,24-25,26 0,-25 1,0-26,-1 50,1 25,0-50,25-49,-1 24,-24 0,0 75,0-50,0 25,-1 0,1-24,0 48,-25 26,25 0,0-50,-1 0,-24 24,0 26,0 0,-24-26,-1 26,0-25,0 49,-24 1,-1-26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3:13.18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6251 100,'0'0,"0"-25,0 25,25 0,-1 0,1 0,0 0,0 0,24-24,26 24,-26 0,26 0,-26 0,26 24,-26-24,1 0,24 0,-24 0,0 0,-1 0,26 0,-26 25,26-25,-26-25,1 50,-25-25,-25 0,25 25,-25-25,0 0,24 0,-24 0,0 0</inkml:trace>
  <inkml:trace contextRef="#ctx0" brushRef="#br0" timeOffset="1738">4539 75,'0'0,"0"25,0-25,0 0,0 25,25-25,-25 0,25 0,0 0,-1 0,1 0,25-25,-25 25,24-25,1 25,-1 0,26 0,-50 0,49 0,-49-24,24 48,1-24,-25 0,24 25,-24-25,0 25,25-25,-25 25,24-25,-24 25,25-25,-26 0,1 24,0-24,25 0,-26-24,1 24,0 0,0-25,-25 25,0 0,0 25,0-25,25 0,-25 0</inkml:trace>
  <inkml:trace contextRef="#ctx0" brushRef="#br0" timeOffset="6106">4093 26,'0'0,"0"0,-25 0,25 0,0 0,0-25,-25 25,25 0,0 0,0 0,0 0,0 25,0-25,-25 25,-24-1,24 1,0-25,-25 0,26 0,-1 0,-25 0,50 0,-25 25,1-25,24 0,-25 0,0 25,0-25,-24 0,24 0,0 0,0-25,0 25,0 0,1 0,-1-25,0 25,-25-25,26 25,-1 0,0 25,0-25,0 0,25 0,-24 0,-1-25,0 50,0-25,0 0,1 0,-1 0,0 0,0 0,0 0,1 0,-1 0,0 0,25 25,-25-25,25 0,0 0,0 0,25 0,-25 25</inkml:trace>
  <inkml:trace contextRef="#ctx0" brushRef="#br0" timeOffset="8177">2381 51,'0'0,"0"0,25 0,-25 0,0 0,0 0,0 0,0 24,-25-24,25 0,-25 0,0 0,25 0,-24 0,-1 25,25-25,-25 25,0-25,0 0,1 25,-1 0,-25-25,25 0,1 0,-26 0,25 0,0 0,1 0,-1-25,0 50,0-25,0 0,0 0,1 24,-1-24,-25 0,25 0,1 0,-1 25,0-25,0 0,0 25,1-25,-1 0,0 25,25-25,-25 0,0 0,1 0,-26 0,0 0,26 0,-1 0,25 0,0 0,0 0,0 0,0 25</inkml:trace>
  <inkml:trace contextRef="#ctx0" brushRef="#br0" timeOffset="9723">868 75,'-25'0,"25"0,-25 25,0-25,25 0,-24 0,24 25,-25-50,25 25,-25 0,0 0,0 0,1 25,-1-25,0 0,0 0,0 0,-24-25,-1 25,1 25,-26-25,1 25,24 0,-24 24,-1-24,26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04:43.59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3919 24,'0'-24,"0"48,0-48,0 48,0 1,0 0,25 0,-25-25,0 0,25 0,-25-25,25 50,-25-50,25 0,24 25,-24 0,25 0,-1 25,1-25,24 25,1 0,-1-50,0 0,-24 0,0 25,-1 0,-24 0,0 0,25 25,-26-25,26 0,-25 0,24 0,1 0,0 0,-1 0,-24 0,0 0,0 0,-1 0,1 25,-25-25,25 0,0 0,0 0,-25 0,24-25,1 50,0-50,-25 25,25 0,-25 0,0-25,25 25,-25 0,0 0,0 0,0 25,0-25,0 0</inkml:trace>
  <inkml:trace contextRef="#ctx0" brushRef="#br0" timeOffset="2457">2233 74,'0'-25,"0"0,0 25,0-24,24 48,-24-24,25 0,0 25,0 0,24 0,1-25,0 0,-1 0,1-25,-1 25,26-25,-1 50,1-25,-26 0,1 25,0 0,-1-25,-24 0,25 0,-26-25,1 0,25 25,-25 0,24-25,-24 25,0-25,24 50,-49-25,50 25,-25-25,0 25,-25 0,24-25,-24 24,25-24,0 25,-25-25,0 25,0-25,0 0</inkml:trace>
  <inkml:trace contextRef="#ctx0" brushRef="#br0" timeOffset="5429">744 148,'0'0,"0"0,0 0,0 25,-25-25,25 0,0 0,25 0,0 0,0 0,24 0,1 0,0 0,24 0,-24-25,24 25,1-24,-26-1,1 0,24 0,1 25,-26 0,1-25,24 50,-24 0,-25 0,24 0,1-1,-1 26,1-25,0 0</inkml:trace>
  <inkml:trace contextRef="#ctx0" brushRef="#br0" timeOffset="6619">0 148,'0'0,"0"0,25 0,49 25,1-25,-26-25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16.59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49 669,'0'0,"0"25,-25-25,25 25,0-25,25 25,0-25,25 25,-1-50,26 25,-1 0,-24-25,-1 25,1 0,-25 0,-1 25,-24-25,25 0,-25 25,0-1,25-24</inkml:trace>
  <inkml:trace contextRef="#ctx0" brushRef="#br0" timeOffset="483">0 1091,'0'0,"0"0,24 0,1 0,50-25,-1 1,0-1,26 0,-26 0,-24 25,-1-25,-24 50,0-25,0 25,-25 0</inkml:trace>
  <inkml:trace contextRef="#ctx0" brushRef="#br0" timeOffset="2176">1364 0,'0'0,"0"-25,0 25,0 0,-25 25,0-1,0 51,1-1,-26 26,0 24,1-25,24 25,0-25,25 0,-25 1,50-26,-25 0,50-24,-25 0,24-26,26 1,-26 0,26 0,-26-25</inkml:trace>
  <inkml:trace contextRef="#ctx0" brushRef="#br0" timeOffset="4420">1835 347,'0'0,"0"-25,0 0,0 25,0 0,0 25,0 25,-25 24,25 50,-49-25,24 25,0-24,0-51,25 1,0-25,0-25,0 0,25-25,0 0,0 0,0 25,24-24,1 24,24 0,-24 0,-1 0,1 0,-25 0,24 0,-49 0,25 0,-25 0,0-25,0 0</inkml:trace>
  <inkml:trace contextRef="#ctx0" brushRef="#br0" timeOffset="5151">1786 669,'0'0,"0"-24,24 24,26 0,0-25,24 25,0-25,1 0,-26 0,1 25,-25 0,-25 0,0-24,0 24</inkml:trace>
  <inkml:trace contextRef="#ctx0" brushRef="#br0" timeOffset="5553">1835 397,'0'-25,"25"25,0 0,0 0,24 0,1-25,24 25,-24-25,-1 0,1 25,-25 0</inkml:trace>
  <inkml:trace contextRef="#ctx0" brushRef="#br0" timeOffset="6054">2654 124,'-25'0,"25"0,-25 24,0 1,25 50,-24-1,-1 25,0 1,0-1,0-25,0 1,25-51,0 1,0-25,0 0,0 25,25-50,0 25,0-25,0 25,24 0,1 0,0-24,-1 48,-24-48,0 48,0-24,-25-24,24 24,-24 0,25 0,-25-25,0 25</inkml:trace>
  <inkml:trace contextRef="#ctx0" brushRef="#br0" timeOffset="6746">2753 570,'0'25,"0"25,0 24,-25 0,25 1,-25-1,25 1,0-50,0 24,0-24</inkml:trace>
  <inkml:trace contextRef="#ctx0" brushRef="#br0" timeOffset="7170">3001 0,'0'24,"25"26,0 49,-1 25,26 0,0 25,-26-25,1 25,0-25,-50 0,0 0,-49 0,0-25,-1-24,1-1</inkml:trace>
  <inkml:trace contextRef="#ctx0" brushRef="#br0" timeOffset="7712">3497 992,'0'0,"0"25,0 24,0 1,0 49,-25-24,25-1,0 25,0-49,-24 0,24-1,-25-24,25 0</inkml:trace>
  <inkml:trace contextRef="#ctx0" brushRef="#br0" timeOffset="8162">3795 1066,'-25'0,"0"25,25 25,-25-1,1 1,-1 24,25 1,-25-1,25-24,25 0,0-26,-25 1,24 0,26-25,-25 0,0-50,-1 1,1 24,-50-25,1 1,-26 49,-24 0,24 49,0-24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33.67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199 41,'0'0,"0"-24,-25 24,25 0,0-25,0 25,0 0,0 0,0 0,0 0,0 0,0 0,0 25,0-1,-25 51,25 24,-25 25,-24 50,24-1,0-73,25-1,0-25,0-49,-25 0,25 0,0-25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34.62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172 3,'0'0,"0"-25,0 25,0 0,0 0,0 0,0 0,-25 50,25 24,-25 0,1 26,-1-26,0 1,0-1,0-24,25-1,25-24,-25 0,50 0,24-25,-24-25,49 25,-25 0,1 0,-25 0,24 0,-24 0,-26 0,1 0,0 0,-25 0,25 0,-25-25,25 25,-25-25</inkml:trace>
  <inkml:trace contextRef="#ctx0" brushRef="#br0" timeOffset="690">743 400,'0'-25,"0"50,0-25,0 49,0 1,0 24,-25 26,0-1,0 0,0-25,25-24,-24 0,48-1,1-24,-25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36.23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29 180,'0'0,"-25"-25,25 0,0 0,0 1,25-1,-1 25,26-25,0 0,-1 25,26 0,-1 25,0 0,-24 0,-25 49,0-24,-1-1,-24 50,-24-49,-1 49,-25 1,1-1,-26-25,1 25,-1-24,26-1,-1-24,1-25,24 24,25-49,0 25,0-25,0 0,0 0,25 0,-1 0,26-25,24 25,1-24,24 24,0 0,25 0,-25 0,1-25,-51 25,-24 25,0-25,-25 0,-25 24,25-24,0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37.76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50 56,'0'-25,"0"0,0 25,-25 0,25 0,0 25,0-25,25 0,25 0,-1-25,26 25,-1 0,1 0,-1 25,0 0,-49 0,0 24,-25 1,-25 24,0-24,1 24,-51 1,26-1,-26 1,25 24,-24-50,0 26,24-26,25-24,0 0,25 0,0 0,0-25,0 0,25 0,0 0,0 0,49 0,1-25,24 0,0 0,0 25,1-25,-26 25,-24-24,-26 24,1 24,-50-24,25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2:40.64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35 893,'0'0,"0"0,-25-24,25-1,25 25,0-25,49 25,1 0,24 0,0-25,-24 25,-1 0,-49 0,-25 25,-25 0,-24 24,-1 1</inkml:trace>
  <inkml:trace contextRef="#ctx0" brushRef="#br0" timeOffset="335">10 1191,'0'0,"-24"-25,48 25,1-24,25 24,24-25,1 25,24 0,-25 0,-24 0,0-25,-50 25,0 0</inkml:trace>
  <inkml:trace contextRef="#ctx0" brushRef="#br0" timeOffset="1533">1325 373,'0'0,"-25"0,25-25,0 25,0 0,0 0,25-25,-25 25,0-25,25 25,-25 0,25 0,-25 0,25 0,-25 0,0 0,0-25,24 25,-24 0,0 0,25 0,-25 0,25 0,0 0,0-25,24 50,1-25,-1 0,1 0,0 25,-26 0,1 0,-25 0,-25 24,-24 26,-26-1,26 0,-26-24,26-25,-1-25,50 25,0-25,25 0,0-25,49 25,-24 0,24-25,-24 50,24 0,-49-1,25 1,-1 25,-24-1,-25 26,0-25,-50-1,1 26,-1-26,-24-24,-1 25,-24-26,25 1,-1-25,26 0,-1 0,50-25,0 1</inkml:trace>
  <inkml:trace contextRef="#ctx0" brushRef="#br0" timeOffset="2895">2293 348,'-25'0,"25"0,0 49,0 1,0 49,0-24,0-1,0 50,0-74,-25-1,25-24,0 0,0 0,0-25</inkml:trace>
  <inkml:trace contextRef="#ctx0" brushRef="#br0" timeOffset="3302">2565 348,'0'-25,"25"25,-25-25,25 25,0-25,0 25,24 0,1 0,-1 50,1-25,0 49,-25-24,-1 24,-48 1,-51 24,1 0,-26 0,1 1,0-51,49 1,26-25,-1-1,50-24,24-24,1 24,24-25,25 0,-24 25,24-25,-49 0,-1 25,-24 0,-25 0,25 0,-50 0,25 0</inkml:trace>
  <inkml:trace contextRef="#ctx0" brushRef="#br0" timeOffset="4161">3186 0,'0'25,"24"-25,1 25,50 25,-1-1,0 50,26 1,-51 24,-24 25,-25 24,-50 26,-24-26,-50 1,0-298</inkml:trace>
  <inkml:trace contextRef="#ctx0" brushRef="#br0" timeOffset="4986">1127 199,'-50'25,"25"24,-49 51,24 48,1 26,49 24,24-49,26 0,49-50,50-24,-99-199</inkml:trace>
  <inkml:trace contextRef="#ctx0" brushRef="#br0" timeOffset="5759">3831 1266,'0'24,"-25"26,25 0,-25 24,0 0,0 26,0-75,25-1,0 1,-24-25,24 0</inkml:trace>
  <inkml:trace contextRef="#ctx0" brushRef="#br0" timeOffset="6182">4079 1290,'0'0,"0"0,-25 0,0 25,0 0,0 25,1-1,-1 26,25-1,0 1,0-26,25-24,-1 0,1-25,0 0,0 0,24 0,-49-25,0-25,-24 50,-26 0,-24 25,-1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0:25.17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0 273,'0'0,"0"0,0 0,0 0,0 0,0 0,0 0,0 24,0-24,0 0,0 0,0 0,0 0,0 0,0 0,0 0,0 0,25 0,-25 0,0 0,0 0,0-24,24 24,-24-25,25 25,25-25,-25 25,24-25,1 0,24 25,1-24,-26 24,1 0,-25 0,24 0,-24 24,0-24,-25 25,25 0,-25 0,0 0,0-1,0 26,-25 0,0-1,0 1,0-1,-24 1,-1 0,1-25,-1 24,0-24,26 0,-26 0,50-1,0-24,0 0,0 0,0 0,25-24,-25 24,25 0,24 0,1-25,24 25,-24-25,24 25,1 25,-26-25,26 25,-26 24,26-24,-26 25,1-1,-25 26,-25-26,0 1,-25 24,0-24,0 24,-24-49,-26 25,1-1,-1-24,1 0,0 0,24 0,-24-1,-1-24,26 25</inkml:trace>
  <inkml:trace contextRef="#ctx0" brushRef="#br0" timeOffset="1999">2629 124,'0'0,"25"0,-25 0,0 0,0 25,0-1,-25 51,25-26,-25 51,-24-26,24 50,0-25,0 1,25-26,0 0,0-24,25 0,0-26,0 1,-1 0,26-25,0 25,24-50,-24 25,-1 0,26 0,-26-25,1 25,-25 0,0 0,-1 0,1-25,0 1</inkml:trace>
  <inkml:trace contextRef="#ctx0" brushRef="#br0" timeOffset="2663">3100 694,'0'0,"0"0,0 0,0 50,0 0,0 49,-24 25,24 0,-25 0,25-25,0 0,25-24,-25-26</inkml:trace>
  <inkml:trace contextRef="#ctx0" brushRef="#br0" timeOffset="3484">4862 0,'-25'0,"25"0,0 0,0 0,0 0,-25 49,25 26,-25-1,25 1,-25 49,1 0,-1-25,0-25,0 1,25-26,0 1,0-25,0 0,25-25,25 0,-26 0,1 0,25-25,-1 25,-24 0,50 0,-26 0,1 0,24-25,-24 25,24-25,-24 25,-25 0,-25 0,25 0,-25 0,0 0,0 25</inkml:trace>
  <inkml:trace contextRef="#ctx0" brushRef="#br0" timeOffset="4264">5432 521,'0'0,"0"0,0 24,0-24,0 50,0 25,0 49,0 0,25 0,-25 0,25-25,-25 25,0-50</inkml:trace>
  <inkml:trace contextRef="#ctx0" brushRef="#br0" timeOffset="10761">2207 2307,'0'0,"0"25,0-1,0 51,0-1,0 50,-24 0,24 0,-25-49,0-1,25-24,0-25,0-1,25-24,0-24</inkml:trace>
  <inkml:trace contextRef="#ctx0" brushRef="#br0" timeOffset="11158">2704 2381,'-25'0,"0"25,0 25,0-1,0 26,1 49,24-25,0 25,24-25,-24-49,50-1,-25-24,0-25,24-49,1-26,0-24,-26 0,1 0,-25-25,-25 49,-24 25,-26 50,26 25,-1 25,25 0,0-1</inkml:trace>
  <inkml:trace contextRef="#ctx0" brushRef="#br0" timeOffset="11700">3150 2406,'0'-25,"-25"0,25 1,-25 48,1 1,-1 50,0 24,0 0,0 0,25-24,0-1,25 1,0-51,25 1,-1-25,-24 0,25-49,-1-1,1-49,-1 0,-49-1,-24 1,-26 25,0 24,-24 50,-25 25,49 49,1-24</inkml:trace>
  <inkml:trace contextRef="#ctx0" brushRef="#br0" timeOffset="12675">4886 2183,'-24'0,"24"0,0 49,0 26,-25 49,25-25,-25 25,0-25,25-24,-25-26,25-24,25-25,-25 0</inkml:trace>
  <inkml:trace contextRef="#ctx0" brushRef="#br0" timeOffset="13035">5308 2232,'-25'0,"1"0,-1 25,0 0,0 0,0 49,-24 1,24 24,25-25,0 26,25-51,-1 1,1-25,25-25,0-25,-1-25,1 1,-25-26,-1-24,-48 0,-1 24,-25 50,1 1,-1 48,25 1,0 25</inkml:trace>
  <inkml:trace contextRef="#ctx0" brushRef="#br0" timeOffset="13604">5755 2108,'0'0,"-25"0,0 25,0 0,0 25,1-1,-1 26,25 24,-25-25,50 1,0-1,-1-49,26 0,0-25,-1-25,1 0,-1-49,-24 24,0-49,-50 24,0 1,-49 24,-25 50,49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0:59.07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372 25,'0'0,"0"-25,0 25,0 0,0 0,0 25,0 25,-24 24,-1 25,25 26,-25-1,0-25,0-25,0 1,25-51,0 1,25 0,-25-25</inkml:trace>
  <inkml:trace contextRef="#ctx0" brushRef="#br0" timeOffset="497">794 100,'0'-25,"-25"50,25-25,0 24,-25 26,25 24,-24 1,24 24,-25-24,25-1,-25 0,25-24,-25-25,25 24,0-24,0-25</inkml:trace>
  <inkml:trace contextRef="#ctx0" brushRef="#br0" timeOffset="940">1141 50,'0'0,"0"0,0 0,0 25,-25 0,25 49,-24 25,-1 25,25-24,-25-1,0-25,25 1,-25-26,25-24,0-25,0 25</inkml:trace>
  <inkml:trace contextRef="#ctx0" brushRef="#br0" timeOffset="1409">1613 174,'0'-25,"-25"25,0 0,0 25,0 0,1 24,-1 1,25 25,-25-1,25 0,0 1,0-1,0-24,25-1,0-24,-1-25,1 25,0-25,0-25,0 0,-1-24,26-1,-50 25,25-49,0-25,-1 24,-24 1,-24-1,-26 26,0 24,1 50,24 0</inkml:trace>
  <inkml:trace contextRef="#ctx0" brushRef="#br0" timeOffset="2902">0 1166,'0'0,"0"0,25 0,25 0,-1 0,26 0,24 0,0 0,0-24,25 24,0 0,25 0,-25-25,0 0,25 25,-25-25,0 0,0 1,-25-1,-24 0,-1 25,-49 0,0 0,-25 0</inkml:trace>
  <inkml:trace contextRef="#ctx0" brushRef="#br0" timeOffset="4108">3151 199,'0'-25,"0"0,-25 25,25-25,-50 50,1 0,-1 25,0 49,1 0,-1 0,25 1,25-26,25-49,0 0,25-25,-1-25,26-50,-26 26,1-50,-1 24,-49-24,0 0,-24 24,-1 26,0 49,-25 24,1 1,24 50,0-26</inkml:trace>
  <inkml:trace contextRef="#ctx0" brushRef="#br0" timeOffset="4688">3523 0,'0'0,"-25"0,0 50,25 24,0 26,-25-1,25 0,0-24,0-26,0 1,0-25,25-25,0-25</inkml:trace>
  <inkml:trace contextRef="#ctx0" brushRef="#br0" timeOffset="4984">3870 0,'0'0,"0"0,-25 25,0 25,-24 24,24 50,-25-24,50 24,0-50,25-24,25-26,-1-48,1-1,0-50,-26 1,1 0,-50-1,25 1,-24 24,-26 0,25 50,-24 25,24 25,25-1,-25 1</inkml:trace>
  <inkml:trace contextRef="#ctx0" brushRef="#br0" timeOffset="5531">4267 75,'0'0,"-25"-25,0 50,0 0,1 24,-1 26,0-1,0 25,25-24,25-26,0-24,24 0,1-75,0 1,24-26,-49-24,0 25,-50-26,-25 51,-24 49,-25 49,24 1</inkml:trace>
  <inkml:trace contextRef="#ctx0" brushRef="#br0" timeOffset="6205">2754 1117,'0'0,"24"-25,-24 25,25 0,25 0,24 0,1-25,49 25,25-25,-1 1,51-1,-25-25,24 0,0 26,-24-26,0 25,-50 0,-25 25,-25 0,-24 0,-25 25</inkml:trace>
  <inkml:trace contextRef="#ctx0" brushRef="#br0" timeOffset="10322">3647 1489,'0'0,"0"0,0 0,0 0,0 0,0 0,0 0,0 0,0 0,0 0,0 0,0 0,0-25,0 25,0 0,0-25,0 25,0 0,0 0,0 0,0 0,-25 25,25 0,-25 24,0 26,0-1,1 26,-1-26,0 25,0-24,0-26,25-24,0 0,0-25,0 0,0 0,0 0,0 0,25 0,-25 0,50-25,-1 0,1 25,24-25,1 25,24-24,0-1,-24 25,-1-25,-24 25,-1 0,-24 0,-25 0,0 25,0-25,0 25,0-25,-25 24</inkml:trace>
  <inkml:trace contextRef="#ctx0" brushRef="#br0" timeOffset="11509">4068 1638,'0'0,"-24"25,24-1,-25-24,25 50,0-25,0 49,-25 25,0 1,0 24,1 0,-1-25,0 0,25-24,-25-26,25-24,0 0,25-25,-25 0</inkml:trace>
  <inkml:trace contextRef="#ctx0" brushRef="#br0" timeOffset="14236">769 1663,'0'-25,"0"25,0 0,0 0,-25 25,25 24,-24 26,-1 24,0 25,0 0,0-25,-24 25,24-49,25-1,-25-49,50 0,-25-25,25 0,0 0,-1-25,26 0,0 0,-1 0,1 25,-1-24,26 24,-26 0,1 0,-25 24,24 1,1 0,0-25,-1 0,-24 0,0 0,0-25</inkml:trace>
  <inkml:trace contextRef="#ctx0" brushRef="#br0" timeOffset="14992">819 2109,'0'0,"0"0,25 0,-1 25,26-25,24-25,1 25,-26-25,26 0,-25 25,-1-24,1 24,-25 0,-1 0,-24 24</inkml:trace>
  <inkml:trace contextRef="#ctx0" brushRef="#br0" timeOffset="15479">893 1712,'0'0,"0"0,0 0,25 0,0 0,24-25,51 1,24-26,0 25,0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0:32.55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281 38,'0'0,"-25"-25,25 25,-25-24,0 48,-24 26,-1 24,25 26,-24-1,24 25,25-25,0 0,25-24,24-26,1-49,24 0,1-49,-1-1,-24-24,-1-25,-24-1,-25 1,-49 25,-1 24,-24 25,-1 25,26 50,-1 24,0-24</inkml:trace>
  <inkml:trace contextRef="#ctx0" brushRef="#br0" timeOffset="687">777 13,'0'0,"0"25,-25 0,25 49,-25 26,1 24,24 0,-25-25,25 0,0-24,0-26,0-24,0 0,0-25</inkml:trace>
  <inkml:trace contextRef="#ctx0" brushRef="#br0" timeOffset="1127">1099 13,'0'0,"0"0,-24 50,24 0,0 49,-25 25,25 0,-25 25,0-25,25-25,-25-24,1-26,24-24,0-50,0 25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41.61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124 174,'0'0,"0"0,0 0,0 0,0 0,0 0,0 0,0 24,0-24,0 0,0 0,0 0,0 0,0 0,0 0,0 25,0-25,0 0,0 0,0 0,0 0,0 0,0 0,0-25,0 25,0 0,0 0,0 0,0 0,0 0,0-24,0 24,0 0,0 0,0 0,0-25,0 25,0 0,0 0,0 0,0 0,0 0,0 0,0 0,0 0,0 0,25-25,-25 25,-25 0,25 25,-25 24,-24 1,24 49,0-24,25-26,0 1,25-25,49-25,-24-50,49 0,-49 1,-1-26,-49 26,0-1,-49 1,-1 49,1 24,-1 1,25 0</inkml:trace>
  <inkml:trace contextRef="#ctx0" brushRef="#br0" timeOffset="1159">596 174,'-25'-25,"25"25,-25-25,0 50,0 0,0 49,1 0,24 26,0-51,24-24,26 0,-25-50,25 0,-26-24,1-1,-25-24,-25 24,-24 25,24 0,-25 50,1 0,49 25,-25-26</inkml:trace>
  <inkml:trace contextRef="#ctx0" brushRef="#br0" timeOffset="1676">1017 0,'0'0,"0"0,-25 25,25 0,0 49,-24 25,-1 25,0-25,0 1,25-1,-25-25,1-24,-1-25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44.27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124 50,'25'-25,"-25"25,0-25,-25 50,25 0,-24 74,-1 0,25 0,-25-49,0 0,0-1,25 1,0-50,0 25</inkml:trace>
  <inkml:trace contextRef="#ctx0" brushRef="#br0" timeOffset="359">596 50,'-25'0,"0"25,-25 24,1 50,24 1,0-1,25-49,25-1,25-24,-1-50,26 0,-1-49,-49-25,0 49,-50-24,0-1,-49 50,24 25,0 25,26 0,-1 0</inkml:trace>
  <inkml:trace contextRef="#ctx0" brushRef="#br0" timeOffset="1837">968 174,'-25'0,"25"0,0 0,0 0,0 0,-25 25,25-25,-25 0,25 24,-24 1,-1 25,0-25,25 24,0-24,0-25,0 25,25 0,-25-25,25 25,-1-25,1 0,0 24,0-24,0 0,-1 0,1-24,0 24,0-25,0 0,-1 25,1-25,-25 0,25-24,-25 24,0-25,0 1,-25 24,0 0,1 0,-1 0,0 25,-25 0,26-24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49.89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199 50,'0'0,"-25"-25,25 25,0 0,0 0,-25 0,1 25,-1 0,0 24,0 26,0-1,1 1,24-26,24 1,1-25,25-1,-1-48,1-1,0-25,-1 1,-24-26,-25 26,-25-26,0 26,1 24,-26 25,25 25,0-1,25 26,0-25</inkml:trace>
  <inkml:trace contextRef="#ctx0" brushRef="#br0" timeOffset="562">546 0,'0'0,"0"0,0 25,0 0,-24 49,24 26,0-1,-25-25,0-24,0-1,25-24,0 0,0 0,25-25</inkml:trace>
  <inkml:trace contextRef="#ctx0" brushRef="#br0" timeOffset="882">844 174,'-25'0,"0"25,1 0,-1 49,-25 25,50 0,0-24,25-25,25-26,24-48,-24-26,24-25,-49 1,0 0,-75-1,-24 26,-1 24,1 0,-1 25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51.44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298 223,'-25'-25,"0"0,0 25,-24 25,-26 0,26 49,24 1,25 24,25-49,49-26,25-48,-24-26,-1 0,-24-24,-50 0,-50-1,0 26,-49 24,0 74,49-24,1 25,24-1</inkml:trace>
  <inkml:trace contextRef="#ctx0" brushRef="#br0" timeOffset="470">670 0,'0'0,"-25"0,25 74,0 1,25 24,-50 25,0 0,0-50,-24 1,24-50,0 24,25-49,0-25,25 25</inkml:trace>
  <inkml:trace contextRef="#ctx0" brushRef="#br0" timeOffset="821">1091 124,'-24'-25,"24"25,-25 0,-25 50,1-1,-26 26,26 24,24-25,25 1,25-26,24-24,1-25,49-25,-25-24,1-1,-26 0,-49-24,-24 0,-51 24,1 0,-25 75,-1 0,26 25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0:41.69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366 397,'0'-25,"0"25,-25 0,25-25,0 25,0 0,0 0,0 0,-25 0,25 25,0-25,0 0,-25 0,0 25,25-1,-24 1,-1 25,0-25,-25 49,26 1,-1-1,0 0,0 26,0-1,1 0,24 0,24-24,1 24,0-25,0 1,24-1,1-49,0 25,24-26,-24 1,24-25,-24 25,-1-25,1 0</inkml:trace>
  <inkml:trace contextRef="#ctx0" brushRef="#br0" timeOffset="3767">862 893,'0'-25,"0"25,0-25,0 0,0 25,-25 0,0 0,0 25,1 0,-26 25,0 24,26-24,-1 24,25-24,-25 24,25 1,25-26,0 1,-1-25,26-1,0-24,-1 0,1 0,-1-24,1-1,0-25,-1-24,-24 24,0-24,0-1,-50-24,0 25,-25-1,-24 50,-25 25,0 50,-1 24,1-24</inkml:trace>
  <inkml:trace contextRef="#ctx0" brushRef="#br0" timeOffset="4772">1457 545,'0'0,"-25"25,25 25,0 0,0 49,0 0,0 25,-24 0,-1-25,25-24,-25-1,25-24,0-1,0-24,0-25,25 0</inkml:trace>
  <inkml:trace contextRef="#ctx0" brushRef="#br0" timeOffset="5284">1804 570,'0'0,"-24"25,24 25,-25 24,25 1,0-1,-25 50,25-25,-25 25,25-49,-25 24,25-25,0-49,25 0,-25 0</inkml:trace>
  <inkml:trace contextRef="#ctx0" brushRef="#br0" timeOffset="6301">2921 496,'24'-25,"-24"0,0 25,0 0,-24 0,24 75,-25-1,0 50,0 25,0-25,1-25,24 0,-25-24,25-25,0-26,25-24,24 0,-24-24</inkml:trace>
  <inkml:trace contextRef="#ctx0" brushRef="#br0" timeOffset="6784">3367 670,'-25'0,"1"0,-1 0,0 24,-25 26,26 24,-1 1,0 24,25-25,25 1,0-1,-1-24,26 0,0-50,-1 0,1-25,-1-25,-24 0,25-24,-50 0,0-1,-25 1,0-1,-24 26,-1 24,0 25,26 25,-1 0</inkml:trace>
  <inkml:trace contextRef="#ctx0" brushRef="#br0" timeOffset="7605">3839 545,'-25'0,"25"-24,0 24,-25 24,0 1,0 25,0 0,25-26,-24 26,24 0,0-1,0 1,0-1,0 1,0 0,24-26,-24 1,25 0,-25 0,25-25,0 25,0-25,24 0,-24 0,25-25,-25 25,-1-25,1 25,0-25,0 25,-25-25,25 1,-25-26,24 25,1-49,-25-1,0 26,-25-26,-24 26,-1-1,-24 25,-1 0,26 25,24 25,0 0</inkml:trace>
  <inkml:trace contextRef="#ctx0" brushRef="#br0" timeOffset="8807">4459 471,'0'0,"0"0,0 25,0 0,0 24,-25 26,25 24,0 0,-25 25,0-25,25-49,-25 0,25-26,25 1,0-25,25-49,-26 24</inkml:trace>
  <inkml:trace contextRef="#ctx0" brushRef="#br0" timeOffset="9196">4756 645,'-24'0,"-1"0,0 25,0-1,0 26,0 0,1 24,24 0,0 1,24-1,26-24,0-50,-1 0,1 0,0-50,-26 1,26-26,-50 26,0-26,-25 1,-24-1,24 26,-25 24,1 50,-1 0,25-1,25 26,25-25,0 0</inkml:trace>
  <inkml:trace contextRef="#ctx0" brushRef="#br0" timeOffset="9741">5178 620,'0'-25,"-25"25,25-25,-25 50,25 0,-24 25,-1-1,25 26,0-1,0 0,0-24,25 0,-25-1,24-24,1-25,25 0,-25-25,24 0,-24 1,25-26,-26 0,1 1,-25-26,0 26,-25-26,-49 26,0 24,-1 25,26 25,-1-25</inkml:trace>
  <inkml:trace contextRef="#ctx0" brushRef="#br0" timeOffset="10481">5352 0,'0'0,"0"0,0 0,24 25,1 24,25 50,-1 1,26 48,-1-24,-24 25,-25 0,-50 0,-25 25,-24-25,-25-25,24-25,26 0,24-74,0 0</inkml:trace>
  <inkml:trace contextRef="#ctx0" brushRef="#br0" timeOffset="11137">5947 868,'0'-25,"0"0,25 1,0-1,24 25,-24-25,49 25,-24 25,-25 24,24-24,-49 50,0-26,-24 26,-1-1,-25 0,1 1,-26-1,1 1,24-26,1-24,-1 0,25-25,25 0,0-25,0 0,25 1,0-1,0-25,-1 50,26-25,0 25,-1 0,26 0,-1 25,25 0,0-25,-24 25,-25 0,-1-1,1-24,-25 0</inkml:trace>
  <inkml:trace contextRef="#ctx0" brushRef="#br0" timeOffset="13164">3764 1538,'0'0,"-25"0,25 0,0 0,0 0,25 0,-25 0,25 25,0-50,0 25,24 0,1 0,-1 0,1-25,24 25,1 0,24-25,-25 25,26-25,-1 25,25-24,0-1,-25 25,25-25,0 25,0-25,-25 25,-49 0,-25 0,-25 0</inkml:trace>
  <inkml:trace contextRef="#ctx0" brushRef="#br0" timeOffset="14465">1209 1885,'0'0,"0"-25,0 25,25 0,0 0,0 0,-1 0,26 0,0-25,-1 25,1 0,24 0,1-24,-1 24,0 0,1-25,-1 25,1-25,24 0,-25 25,1-25,-1 25,1-24,-26 24,26 0,-26-25,1 25,24 0,-24 0,-1 0,1 0,-25 0,24 0,1 0,0 0,-1-25,1 25,0-25,-1 0,1 25,-1-24,-24 24,25 0,-50 24,0 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1:57.83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447 447,'0'0,"0"-25,0 25,0-25,0 0,0 50,0-25,-25 0,0 25,-25 25,1-1,-1 51,-24-26,24 50,1 0,-1 0,25 0,25 0,0-49,50 24,-1-50,51 1,-26-25,0-25</inkml:trace>
  <inkml:trace contextRef="#ctx0" brushRef="#br0" timeOffset="2093">918 844,'0'0,"0"-25,0 25,-25 0,25 0,-25 25,0 24,-24 1,24 24,-25 26,1-1,24 0,25-24,0-26,50 1,-1-50,26 0,24-50,-25 1,1-1,-26-24,-24 24,-25-24,-25-1,1 25,-26 1,0-1,-24 50,49 0,-25 0,26 50,24-25</inkml:trace>
  <inkml:trace contextRef="#ctx0" brushRef="#br0" timeOffset="4027">1538 893,'0'0,"0"-24,0 24,-25 0,0 24,-24 51,24 24,0 0,25-24,0-1,25-24,25-50,-1-50,1 1,-1-26,-24-24,0 24,-50 1,0 24,-24 26,-1 24,25 49,1-24,-1 25,25-26</inkml:trace>
  <inkml:trace contextRef="#ctx0" brushRef="#br0" timeOffset="4548">1935 546,'0'0,"0"25,0-25,0 25,0 49,0 50,-25 0,0 0,1 0,-1-24,0-26,25-24,0-26,0-24,25 0</inkml:trace>
  <inkml:trace contextRef="#ctx0" brushRef="#br0" timeOffset="6210">2381 621,'0'-25,"0"25,0 0,0 0,0-25,0 50,0-25,0-25,0 25,0 0,0 0,0 0,0 25,0-25,0 25,-24-25,24 24,0 1,-25 0,25 49,-25 26,25-1,-25 0,0-24,25-26,-24 1,24-1,-25-24,25 25,25-50,-25-25,24 25</inkml:trace>
  <inkml:trace contextRef="#ctx0" brushRef="#br0" timeOffset="6858">2729 645,'0'0,"-25"0,0 50,-24-25,24 74,0 25,0-25,25-24,25-26,25 1,-26-25,26-75,24 1,-49-26,0-24,-25 24,-25 1,0 0,-24 49,24 50,-25-1,50 26,0 24,0-24</inkml:trace>
  <inkml:trace contextRef="#ctx0" brushRef="#br0" timeOffset="7331">3150 695,'0'-25,"0"-24,-24 49,-1 0,0 49,-25 26,26 49,-1 0,25-25,0-25,25 1,-1-75,26-25,24-49,1-1,-50-24,-1 0,-48 24,-51 1,1 49,-1 25,26 25,-1 24</inkml:trace>
  <inkml:trace contextRef="#ctx0" brushRef="#br0" timeOffset="8299">3820 645,'0'0,"-25"-24,1 48,-26 26,0 24,-24 50,49-24,0-1,25-25,50-49,0-25,24-49,-24-1,-26-25,1-24,-25 25,-25-1,-24 26,-1 24,1 50,24 24,25 26,-25-26</inkml:trace>
  <inkml:trace contextRef="#ctx0" brushRef="#br0" timeOffset="8776">4093 596,'0'0,"-25"0,25 74,-25 25,1 1,24 24,-25-25,25-49,-25-1,25-24,0 0,25-50,0 0</inkml:trace>
  <inkml:trace contextRef="#ctx0" brushRef="#br0" timeOffset="9145">4465 645,'0'0,"0"-24,0 24,-49 24,-1 26,0 24,1 26,-1-1,50 0,0-24,25-26,24-24,26-25,-25-50,24-24,-49-1,0-24,-50 25,-25-1,1 51,-26-1,50 50,0-1,25 1</inkml:trace>
  <inkml:trace contextRef="#ctx0" brushRef="#br0" timeOffset="10103">5085 720,'0'-25,"0"25,-25 0,1 25,-26 49,0 25,26 1,-1-1,25-49,25-26,49-24,0-24,1-51,-26 1,-24-1,-50 1,1-25,-26 49,25 50,-24 25,24 24,0 1</inkml:trace>
  <inkml:trace contextRef="#ctx0" brushRef="#br0" timeOffset="10570">5532 571,'0'0,"-25"0,25 50,-25-1,0 50,1-24,24 24,-25-25,25-24,0-25,0 0,0-25,25 0,-1-25</inkml:trace>
  <inkml:trace contextRef="#ctx0" brushRef="#br0" timeOffset="10890">5929 645,'0'-24,"0"-1,-25 0,0 50,-25 49,1 1,-1 24,25-25,25 1,25-26,0-24,25-75,24 26,-24-51,-1 1,-24-25,-50-1,-24 51,-26 24,1 50,-1 24,26 1</inkml:trace>
  <inkml:trace contextRef="#ctx0" brushRef="#br0" timeOffset="11514">6375 0,'0'25,"0"0,25 25,-25 49,25 25,0 0,-25 50,-25-26,-25 26,-24-25,-1 0,-24-25,25-25,24-25,0-24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2:18.198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571 322,'0'0,"0"0,0 0,0-25,0 25,0-24,-25-1,0 0,0 50,-24 24,-26 1,26 25,-1-1,25 25,0-24,50-26,25-24,24-25,26-50,-1-24,-25 0,-24-26,-50 26,-25-1,0 26,-49-1,24 50,25 50,1-25,24 24,0-24</inkml:trace>
  <inkml:trace contextRef="#ctx0" brushRef="#br0" timeOffset="618">968 173,'-25'0,"25"0,-25 25,0 74,0-24,25 24,25-49,25-25,-1-50,26-25,-26-24,-24-26,-25 26,-25 0,-24 49,-1 50,1 24,24 1,0-25</inkml:trace>
  <inkml:trace contextRef="#ctx0" brushRef="#br0" timeOffset="1043">1340 74,'0'-25,"0"25,0 50,-25-25,25 74,-25 0,0 1,25-26,-24 0,-1-24,25 0,25-50,-25-25</inkml:trace>
  <inkml:trace contextRef="#ctx0" brushRef="#br0" timeOffset="1346">1563 0,'0'0,"0"25,0 24,0 26,-25 24,0 25,1 0,-1-50,25-24,0 0</inkml:trace>
  <inkml:trace contextRef="#ctx0" brushRef="#br0" timeOffset="8258">50 1141,'-25'0,"25"0,-25 25,50-25,0 0,49 0,50-25,50 0,49-24,0 24,1-25,-26 25,-24 25,-75-25,-25 50,-49 0,0-25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2:20.42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226 380,'-25'-24,"0"24,0 0,0 49,-24-24,24 49,0-24,0 24,25 1,25-25,25-1,-1-49,26-25,-1-24,-24-1,-25-49,-25 24,-25 1,0 24,-25 26,26 48,-26 26,25-25</inkml:trace>
  <inkml:trace contextRef="#ctx0" brushRef="#br0" timeOffset="582">598 356,'0'0,"-25"-25,25 25,0 0,-25 0,0 49,1-24,-1 25,0 24,0 1,25-1,25-49,25-25,-1 0,1-25,-1-25,-24 1,0-26,-50 26,0 24,-24-25,24 50,0 0,25 0,0 25,0 0</inkml:trace>
  <inkml:trace contextRef="#ctx0" brushRef="#br0" timeOffset="1133">945 306,'-25'0,"0"0,-24 25,24 24,0 26,0 24,25-49,0 24,25-49,25 0,-1-50,1-25,0 1,-26-26,1 1,-50-1,1 1,-1 49,-25 25,25 25,1 0,-1 24,50-24,-25 0</inkml:trace>
  <inkml:trace contextRef="#ctx0" brushRef="#br0" timeOffset="1647">1292 232,'0'-25,"0"25,0 25,-24-1,24 51,-25 24,25-25,0 1,-25-1,25 1,0-26,0-24</inkml:trace>
  <inkml:trace contextRef="#ctx0" brushRef="#br0" timeOffset="2618">2334 232,'-25'0,"1"24,-1 1,0 50,0-1,0 25,50-49,0-25,49-1,-24-73,24-1,-24-24,-25-25,-50 24,0 26,-24 24,-1 25,0 0,26 25,24 49,0-24</inkml:trace>
  <inkml:trace contextRef="#ctx0" brushRef="#br0" timeOffset="3043">2756 331,'0'-50,"0"1,-25 24,0 25,0 25,1 49,-1 50,25-25,25-24,-1-51,26-24,0-49,-1-26,1-24,-50 0,-25 25,-25 49,1 25,-1 49,25 26,1-1</inkml:trace>
  <inkml:trace contextRef="#ctx0" brushRef="#br0" timeOffset="3567">3128 132,'0'-24,"0"-1,0 25,0 0,0 49,-25 26,0 24,25 25,-24-50,-1 26,25-51,0 1</inkml:trace>
  <inkml:trace contextRef="#ctx0" brushRef="#br0" timeOffset="3932">3674 8,'0'0,"0"-24,-25 48,0 1,-25 25,1 24,-1 25,1-24,49 24,0-49,0-1,24-49,26 0,24-49,1-1,-1-49,-24 0,-75 24,-25 1,-24 49,0 25,-1 0</inkml:trace>
  <inkml:trace contextRef="#ctx0" brushRef="#br0" timeOffset="4815">2012 1075,'-25'0,"25"0,0 0,0-25,25 50,49-25,25-25,75 25,49-25,50-24,0-1,-25 50,-74-25,-50 25,-75 0,-24-24</inkml:trace>
  <inkml:trace contextRef="#ctx0" brushRef="#br0" timeOffset="5429">27 1323,'0'0,"0"0,25 0,25 25,49-25,50 0,49-25,1 0,-1 0,-24 25,-50-24,-50 48,-24-24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2:27.94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223 125,'0'24,"0"-48,25-1,0 0,0 0,0 0,24 25,-24-24,25 24,-1 24,-24 1,25 0,-50 25,0 24,-25 0,0 26,-49-1,-1 25,-24 0,0-25,24-49,26-25,24-25,0 0,25-25,0 0,25-25,0 1,0 24,24 0,1 0,24 25,1 0,-1 0,25 25,-24 0,-1 25,-24-50,-1 24,-49-24,0 0,-24 0,24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2:31.03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0 130,'0'-25,"25"25,0-24,0-1,24 0,1 25,-1-25,26 25,-1 0,1 0,-26 0,-24 50,0-1,-25 1,-25 49,-49 0,-1 1,1-26,-1 0,51-49,-1-25,50-25,24-24,26-1,-1 1,0 24,1 25,-1 0,1 0,-1 49,-24 1,-25 24,24-24,-49 49,0-24,-25 24,-49-25,-50 1,0-1,-25 1,0-51,50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2:30.09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490 0,'0'0,"0"0,0 0,-25 0,25 0,0 25,0-1,0 51,-25 24,25 25,0-25,-25 1,25-26,-24 25,-1-49,25 24</inkml:trace>
  <inkml:trace contextRef="#ctx0" brushRef="#br0" timeOffset="5289">539 2133,'0'0,"-24"0,24-25,0 25,0-49,24 49,26-25,0 0,49 0,0 25,0-24,-24 24,-26 24,-24 26,-25 24,-49 1,-26-1,-24 1,24-1,26-24,-1-50,50 25,25-50,25 25,24-25,1 0,24 25,-25 0,25 0,-24 25,-26 0,1 49,-25-24,-25 24,-25 1,-49-26,-26 26,1-1,0-49,0 0,24-25,50 0,1 0</inkml:trace>
  <inkml:trace contextRef="#ctx0" brushRef="#br0" timeOffset="6292">1929 2034,'0'-25,"0"0,-25 1,25-1,-25 25,25 25,0-25,0 49,-25 50,50 25,-25 1,0-1,0-25,-25-25,0-24,25-1,0-49,0 0</inkml:trace>
  <inkml:trace contextRef="#ctx0" brushRef="#br0" timeOffset="6831">2226 2009,'0'0,"0"-49,0 24,0 25,25-50,0 50,0 0,49 50,-24-50,24 25,0 49,-49 0,0 26,-50-1,-24 0,-26 0,26-24,-26-1,26-49,24-25,25 25,0-25,49 0,26-25,-1 0,50 0,-24 1,24-26,-25 25,-25 0,1 25,-51-24,1-1</inkml:trace>
  <inkml:trace contextRef="#ctx0" brushRef="#br0" timeOffset="7530">3119 1687,'0'0,"0"0,25 25,0-1,0 51,-1-1,26 25,0 25,-1 25,-49 0,-49 25,-26-25,-49-50,0 0</inkml:trace>
  <inkml:trace contextRef="#ctx0" brushRef="#br0" timeOffset="8203">291 2084,'-24'24,"-26"-24,0 25,1 50,-1-1,1 25,24 50,50 0,24-25,50-25,25 1,75-51,-1-24,-74 0</inkml:trace>
  <inkml:trace contextRef="#ctx0" brushRef="#br0" timeOffset="8863">3640 2877,'0'-24,"0"24,0-25,0 25,-25 49,25 26,-24 24,-1 0,0 25,0-24,25-26,0-24,25-26</inkml:trace>
  <inkml:trace contextRef="#ctx0" brushRef="#br0" timeOffset="9265">3987 2853,'-24'0,"-1"49,-25-24,25 50,-24 24,24 0,0 0,25-24,25-1,0-24,49-1,-24-49,-1-25,1 1,-25-26,-25 0,-25 1,-25 24,-24 0,-25 50,24-25,1 25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5-09T07:12:09.91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6748 154,'0'-25,"0"1,0-1,24 0,1 0,25 0,-1 25,1 0,24 25,-24 25,24-25,-24 24,-50 26,0 24,-74 25,-1-25,-24 0,-25 1,50-51,-1-24,25-25,50 0,0-25,25-24,0 24,25 0,-1 0,1 0,24 25,1 25,24 0,0 0,0 0,1 24,-26-24,0 0,-24 0,-25-1</inkml:trace>
  <inkml:trace contextRef="#ctx0" brushRef="#br0" timeOffset="1599">4044 774,'24'-24,"-24"24,0 0,0 0,25-25,0 50,0-50,25 50,24-25,-24-25,24 25,-24 0,-1-25,26 25,-26 0,1 0,-1 0,-24 0,25-25,-1 25,1-25,0 25,-1 0,1 0,24-24,-24 24,0 0,24-25,-24 25,-1 0,1-25,-1 25,-24 0,25-25,-25 50,-1-25,1-25,-25 50,-25 0</inkml:trace>
  <inkml:trace contextRef="#ctx0" brushRef="#br0" timeOffset="3719">3647 675,'0'0,"0"0,0-25,0 25,0 25,25-25,-50 0,25 0,0 0,0 25,0-25,0 0,-25 0,25 0,0 0,-25 0,25 0,-25 25,1-25,24 0,-25 25,0-25,0 0,0 0,1 0,-26 24,25-24,0 0,-24 25,24-25,-25 0,1 0,24 0,-25 25,1-25,24 0,0 0,0 0,0 0,1 0,-1 0,25 0,-25 0,0 0,0 0,1-25,-1 50,0-25,0 0,-24 0,24 0,0 0,-25 0,26 0,-1 0,0 0,0 0,25 0,0 0,0 0,0 0,-25 0,25 0,0 25,-24 0</inkml:trace>
  <inkml:trace contextRef="#ctx0" brushRef="#br0" timeOffset="5360">1910 874,'0'0,"0"0,0-25,-24 25,-1 0,0 25,-25-25,26 0,-26 24,0 1,1-25,-1 0,0 25,-24-25,0 0,-1 25,1 0,-1-25,1 0,0 0,-1 25,1-50,24 25,-24 0,-1 0,1 0,-1 25,1-50,0 25,-1 0,26 0,-26 0,26-25,24 0,0 25,0 0,0 0,25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4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7BA28-8807-43C5-99C4-A55965820A4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788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CE5577-169D-4A54-A9D8-62F9D5126F1A}" type="slidenum">
              <a:rPr lang="en-US" smtClean="0">
                <a:latin typeface="Arial" pitchFamily="34" charset="0"/>
              </a:rPr>
              <a:pPr/>
              <a:t>37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45059" name="Text Box 1"/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/>
          <a:p>
            <a:endParaRPr lang="en-US" dirty="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/>
          <a:lstStyle/>
          <a:p>
            <a:endParaRPr 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939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7800"/>
          </a:xfr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/>
          <a:lstStyle>
            <a:lvl1pPr algn="ctr">
              <a:defRPr i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kumimoji="0" lang="en-US" dirty="0" smtClean="0"/>
              <a:t>    Click </a:t>
            </a:r>
            <a:r>
              <a:rPr kumimoji="0" lang="en-US" dirty="0"/>
              <a:t>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1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034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48106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r>
              <a:rPr lang="en-US" dirty="0" smtClean="0"/>
              <a:t>Applications of Information and Communications Technology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500" b="1" kern="1200">
          <a:solidFill>
            <a:schemeClr val="bg1">
              <a:lumMod val="95000"/>
            </a:schemeClr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9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24.emf"/><Relationship Id="rId21" Type="http://schemas.openxmlformats.org/officeDocument/2006/relationships/image" Target="../media/image33.emf"/><Relationship Id="rId34" Type="http://schemas.openxmlformats.org/officeDocument/2006/relationships/customXml" Target="../ink/ink17.xml"/><Relationship Id="rId7" Type="http://schemas.openxmlformats.org/officeDocument/2006/relationships/image" Target="../media/image26.emf"/><Relationship Id="rId12" Type="http://schemas.openxmlformats.org/officeDocument/2006/relationships/customXml" Target="../ink/ink6.xml"/><Relationship Id="rId17" Type="http://schemas.openxmlformats.org/officeDocument/2006/relationships/image" Target="../media/image31.emf"/><Relationship Id="rId25" Type="http://schemas.openxmlformats.org/officeDocument/2006/relationships/image" Target="../media/image35.emf"/><Relationship Id="rId33" Type="http://schemas.openxmlformats.org/officeDocument/2006/relationships/image" Target="../media/image39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8.emf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41.emf"/><Relationship Id="rId5" Type="http://schemas.openxmlformats.org/officeDocument/2006/relationships/image" Target="../media/image25.emf"/><Relationship Id="rId15" Type="http://schemas.openxmlformats.org/officeDocument/2006/relationships/image" Target="../media/image30.emf"/><Relationship Id="rId23" Type="http://schemas.openxmlformats.org/officeDocument/2006/relationships/image" Target="../media/image34.emf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32.emf"/><Relationship Id="rId31" Type="http://schemas.openxmlformats.org/officeDocument/2006/relationships/image" Target="../media/image38.emf"/><Relationship Id="rId4" Type="http://schemas.openxmlformats.org/officeDocument/2006/relationships/customXml" Target="../ink/ink2.xml"/><Relationship Id="rId9" Type="http://schemas.openxmlformats.org/officeDocument/2006/relationships/image" Target="../media/image27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6.emf"/><Relationship Id="rId30" Type="http://schemas.openxmlformats.org/officeDocument/2006/relationships/customXml" Target="../ink/ink15.xml"/><Relationship Id="rId35" Type="http://schemas.openxmlformats.org/officeDocument/2006/relationships/image" Target="../media/image4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52.emf"/><Relationship Id="rId18" Type="http://schemas.openxmlformats.org/officeDocument/2006/relationships/customXml" Target="../ink/ink27.xml"/><Relationship Id="rId26" Type="http://schemas.openxmlformats.org/officeDocument/2006/relationships/customXml" Target="../ink/ink31.xml"/><Relationship Id="rId3" Type="http://schemas.openxmlformats.org/officeDocument/2006/relationships/image" Target="../media/image47.emf"/><Relationship Id="rId21" Type="http://schemas.openxmlformats.org/officeDocument/2006/relationships/image" Target="../media/image56.emf"/><Relationship Id="rId34" Type="http://schemas.openxmlformats.org/officeDocument/2006/relationships/customXml" Target="../ink/ink35.xml"/><Relationship Id="rId7" Type="http://schemas.openxmlformats.org/officeDocument/2006/relationships/image" Target="../media/image49.emf"/><Relationship Id="rId12" Type="http://schemas.openxmlformats.org/officeDocument/2006/relationships/customXml" Target="../ink/ink24.xml"/><Relationship Id="rId17" Type="http://schemas.openxmlformats.org/officeDocument/2006/relationships/image" Target="../media/image54.emf"/><Relationship Id="rId25" Type="http://schemas.openxmlformats.org/officeDocument/2006/relationships/image" Target="../media/image58.emf"/><Relationship Id="rId33" Type="http://schemas.openxmlformats.org/officeDocument/2006/relationships/image" Target="../media/image62.emf"/><Relationship Id="rId2" Type="http://schemas.openxmlformats.org/officeDocument/2006/relationships/customXml" Target="../ink/ink19.xml"/><Relationship Id="rId16" Type="http://schemas.openxmlformats.org/officeDocument/2006/relationships/customXml" Target="../ink/ink26.xml"/><Relationship Id="rId20" Type="http://schemas.openxmlformats.org/officeDocument/2006/relationships/customXml" Target="../ink/ink28.xml"/><Relationship Id="rId29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11" Type="http://schemas.openxmlformats.org/officeDocument/2006/relationships/image" Target="../media/image51.emf"/><Relationship Id="rId24" Type="http://schemas.openxmlformats.org/officeDocument/2006/relationships/customXml" Target="../ink/ink30.xml"/><Relationship Id="rId32" Type="http://schemas.openxmlformats.org/officeDocument/2006/relationships/customXml" Target="../ink/ink34.xml"/><Relationship Id="rId37" Type="http://schemas.openxmlformats.org/officeDocument/2006/relationships/image" Target="../media/image64.emf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23" Type="http://schemas.openxmlformats.org/officeDocument/2006/relationships/image" Target="../media/image57.emf"/><Relationship Id="rId28" Type="http://schemas.openxmlformats.org/officeDocument/2006/relationships/customXml" Target="../ink/ink32.xml"/><Relationship Id="rId36" Type="http://schemas.openxmlformats.org/officeDocument/2006/relationships/customXml" Target="../ink/ink36.xml"/><Relationship Id="rId10" Type="http://schemas.openxmlformats.org/officeDocument/2006/relationships/customXml" Target="../ink/ink23.xml"/><Relationship Id="rId19" Type="http://schemas.openxmlformats.org/officeDocument/2006/relationships/image" Target="../media/image55.emf"/><Relationship Id="rId31" Type="http://schemas.openxmlformats.org/officeDocument/2006/relationships/image" Target="../media/image61.emf"/><Relationship Id="rId4" Type="http://schemas.openxmlformats.org/officeDocument/2006/relationships/customXml" Target="../ink/ink20.xml"/><Relationship Id="rId9" Type="http://schemas.openxmlformats.org/officeDocument/2006/relationships/image" Target="../media/image50.emf"/><Relationship Id="rId14" Type="http://schemas.openxmlformats.org/officeDocument/2006/relationships/customXml" Target="../ink/ink25.xml"/><Relationship Id="rId22" Type="http://schemas.openxmlformats.org/officeDocument/2006/relationships/customXml" Target="../ink/ink29.xml"/><Relationship Id="rId27" Type="http://schemas.openxmlformats.org/officeDocument/2006/relationships/image" Target="../media/image59.emf"/><Relationship Id="rId30" Type="http://schemas.openxmlformats.org/officeDocument/2006/relationships/customXml" Target="../ink/ink33.xml"/><Relationship Id="rId35" Type="http://schemas.openxmlformats.org/officeDocument/2006/relationships/image" Target="../media/image63.emf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.emf"/><Relationship Id="rId21" Type="http://schemas.openxmlformats.org/officeDocument/2006/relationships/customXml" Target="../ink/ink46.xml"/><Relationship Id="rId34" Type="http://schemas.openxmlformats.org/officeDocument/2006/relationships/image" Target="../media/image80.emf"/><Relationship Id="rId42" Type="http://schemas.openxmlformats.org/officeDocument/2006/relationships/image" Target="../media/image84.emf"/><Relationship Id="rId47" Type="http://schemas.openxmlformats.org/officeDocument/2006/relationships/customXml" Target="../ink/ink59.xml"/><Relationship Id="rId50" Type="http://schemas.openxmlformats.org/officeDocument/2006/relationships/image" Target="../media/image88.emf"/><Relationship Id="rId55" Type="http://schemas.openxmlformats.org/officeDocument/2006/relationships/customXml" Target="../ink/ink63.xml"/><Relationship Id="rId63" Type="http://schemas.openxmlformats.org/officeDocument/2006/relationships/customXml" Target="../ink/ink67.xml"/><Relationship Id="rId68" Type="http://schemas.openxmlformats.org/officeDocument/2006/relationships/image" Target="../media/image97.emf"/><Relationship Id="rId76" Type="http://schemas.openxmlformats.org/officeDocument/2006/relationships/image" Target="../media/image101.emf"/><Relationship Id="rId84" Type="http://schemas.openxmlformats.org/officeDocument/2006/relationships/image" Target="../media/image105.emf"/><Relationship Id="rId89" Type="http://schemas.openxmlformats.org/officeDocument/2006/relationships/customXml" Target="../ink/ink80.xml"/><Relationship Id="rId97" Type="http://schemas.openxmlformats.org/officeDocument/2006/relationships/customXml" Target="../ink/ink84.xml"/><Relationship Id="rId7" Type="http://schemas.openxmlformats.org/officeDocument/2006/relationships/customXml" Target="../ink/ink39.xml"/><Relationship Id="rId71" Type="http://schemas.openxmlformats.org/officeDocument/2006/relationships/customXml" Target="../ink/ink71.xml"/><Relationship Id="rId92" Type="http://schemas.openxmlformats.org/officeDocument/2006/relationships/image" Target="../media/image109.emf"/><Relationship Id="rId2" Type="http://schemas.openxmlformats.org/officeDocument/2006/relationships/image" Target="../media/image29.png"/><Relationship Id="rId16" Type="http://schemas.openxmlformats.org/officeDocument/2006/relationships/image" Target="../media/image71.emf"/><Relationship Id="rId29" Type="http://schemas.openxmlformats.org/officeDocument/2006/relationships/customXml" Target="../ink/ink50.xml"/><Relationship Id="rId11" Type="http://schemas.openxmlformats.org/officeDocument/2006/relationships/customXml" Target="../ink/ink41.xml"/><Relationship Id="rId24" Type="http://schemas.openxmlformats.org/officeDocument/2006/relationships/image" Target="../media/image75.emf"/><Relationship Id="rId32" Type="http://schemas.openxmlformats.org/officeDocument/2006/relationships/image" Target="../media/image79.emf"/><Relationship Id="rId37" Type="http://schemas.openxmlformats.org/officeDocument/2006/relationships/customXml" Target="../ink/ink54.xml"/><Relationship Id="rId40" Type="http://schemas.openxmlformats.org/officeDocument/2006/relationships/image" Target="../media/image83.emf"/><Relationship Id="rId45" Type="http://schemas.openxmlformats.org/officeDocument/2006/relationships/customXml" Target="../ink/ink58.xml"/><Relationship Id="rId53" Type="http://schemas.openxmlformats.org/officeDocument/2006/relationships/customXml" Target="../ink/ink62.xml"/><Relationship Id="rId58" Type="http://schemas.openxmlformats.org/officeDocument/2006/relationships/image" Target="../media/image92.emf"/><Relationship Id="rId66" Type="http://schemas.openxmlformats.org/officeDocument/2006/relationships/image" Target="../media/image96.emf"/><Relationship Id="rId74" Type="http://schemas.openxmlformats.org/officeDocument/2006/relationships/image" Target="../media/image100.emf"/><Relationship Id="rId79" Type="http://schemas.openxmlformats.org/officeDocument/2006/relationships/customXml" Target="../ink/ink75.xml"/><Relationship Id="rId87" Type="http://schemas.openxmlformats.org/officeDocument/2006/relationships/customXml" Target="../ink/ink79.xml"/><Relationship Id="rId5" Type="http://schemas.openxmlformats.org/officeDocument/2006/relationships/customXml" Target="../ink/ink38.xml"/><Relationship Id="rId61" Type="http://schemas.openxmlformats.org/officeDocument/2006/relationships/customXml" Target="../ink/ink66.xml"/><Relationship Id="rId82" Type="http://schemas.openxmlformats.org/officeDocument/2006/relationships/image" Target="../media/image104.emf"/><Relationship Id="rId90" Type="http://schemas.openxmlformats.org/officeDocument/2006/relationships/image" Target="../media/image108.emf"/><Relationship Id="rId95" Type="http://schemas.openxmlformats.org/officeDocument/2006/relationships/customXml" Target="../ink/ink83.xml"/><Relationship Id="rId19" Type="http://schemas.openxmlformats.org/officeDocument/2006/relationships/customXml" Target="../ink/ink45.xml"/><Relationship Id="rId14" Type="http://schemas.openxmlformats.org/officeDocument/2006/relationships/image" Target="../media/image70.emf"/><Relationship Id="rId22" Type="http://schemas.openxmlformats.org/officeDocument/2006/relationships/image" Target="../media/image74.emf"/><Relationship Id="rId27" Type="http://schemas.openxmlformats.org/officeDocument/2006/relationships/customXml" Target="../ink/ink49.xml"/><Relationship Id="rId30" Type="http://schemas.openxmlformats.org/officeDocument/2006/relationships/image" Target="../media/image78.emf"/><Relationship Id="rId35" Type="http://schemas.openxmlformats.org/officeDocument/2006/relationships/customXml" Target="../ink/ink53.xml"/><Relationship Id="rId43" Type="http://schemas.openxmlformats.org/officeDocument/2006/relationships/customXml" Target="../ink/ink57.xml"/><Relationship Id="rId48" Type="http://schemas.openxmlformats.org/officeDocument/2006/relationships/image" Target="../media/image87.emf"/><Relationship Id="rId56" Type="http://schemas.openxmlformats.org/officeDocument/2006/relationships/image" Target="../media/image91.emf"/><Relationship Id="rId64" Type="http://schemas.openxmlformats.org/officeDocument/2006/relationships/image" Target="../media/image95.emf"/><Relationship Id="rId69" Type="http://schemas.openxmlformats.org/officeDocument/2006/relationships/customXml" Target="../ink/ink70.xml"/><Relationship Id="rId77" Type="http://schemas.openxmlformats.org/officeDocument/2006/relationships/customXml" Target="../ink/ink74.xml"/><Relationship Id="rId100" Type="http://schemas.openxmlformats.org/officeDocument/2006/relationships/image" Target="../media/image113.emf"/><Relationship Id="rId8" Type="http://schemas.openxmlformats.org/officeDocument/2006/relationships/image" Target="../media/image67.emf"/><Relationship Id="rId51" Type="http://schemas.openxmlformats.org/officeDocument/2006/relationships/customXml" Target="../ink/ink61.xml"/><Relationship Id="rId72" Type="http://schemas.openxmlformats.org/officeDocument/2006/relationships/image" Target="../media/image99.emf"/><Relationship Id="rId80" Type="http://schemas.openxmlformats.org/officeDocument/2006/relationships/image" Target="../media/image103.emf"/><Relationship Id="rId85" Type="http://schemas.openxmlformats.org/officeDocument/2006/relationships/customXml" Target="../ink/ink78.xml"/><Relationship Id="rId93" Type="http://schemas.openxmlformats.org/officeDocument/2006/relationships/customXml" Target="../ink/ink82.xml"/><Relationship Id="rId98" Type="http://schemas.openxmlformats.org/officeDocument/2006/relationships/image" Target="../media/image112.emf"/><Relationship Id="rId3" Type="http://schemas.openxmlformats.org/officeDocument/2006/relationships/customXml" Target="../ink/ink37.xml"/><Relationship Id="rId12" Type="http://schemas.openxmlformats.org/officeDocument/2006/relationships/image" Target="../media/image69.emf"/><Relationship Id="rId17" Type="http://schemas.openxmlformats.org/officeDocument/2006/relationships/customXml" Target="../ink/ink44.xml"/><Relationship Id="rId25" Type="http://schemas.openxmlformats.org/officeDocument/2006/relationships/customXml" Target="../ink/ink48.xml"/><Relationship Id="rId33" Type="http://schemas.openxmlformats.org/officeDocument/2006/relationships/customXml" Target="../ink/ink52.xml"/><Relationship Id="rId38" Type="http://schemas.openxmlformats.org/officeDocument/2006/relationships/image" Target="../media/image82.emf"/><Relationship Id="rId46" Type="http://schemas.openxmlformats.org/officeDocument/2006/relationships/image" Target="../media/image86.emf"/><Relationship Id="rId59" Type="http://schemas.openxmlformats.org/officeDocument/2006/relationships/customXml" Target="../ink/ink65.xml"/><Relationship Id="rId67" Type="http://schemas.openxmlformats.org/officeDocument/2006/relationships/customXml" Target="../ink/ink69.xml"/><Relationship Id="rId20" Type="http://schemas.openxmlformats.org/officeDocument/2006/relationships/image" Target="../media/image73.emf"/><Relationship Id="rId41" Type="http://schemas.openxmlformats.org/officeDocument/2006/relationships/customXml" Target="../ink/ink56.xml"/><Relationship Id="rId54" Type="http://schemas.openxmlformats.org/officeDocument/2006/relationships/image" Target="../media/image90.emf"/><Relationship Id="rId62" Type="http://schemas.openxmlformats.org/officeDocument/2006/relationships/image" Target="../media/image94.emf"/><Relationship Id="rId70" Type="http://schemas.openxmlformats.org/officeDocument/2006/relationships/image" Target="../media/image98.emf"/><Relationship Id="rId75" Type="http://schemas.openxmlformats.org/officeDocument/2006/relationships/customXml" Target="../ink/ink73.xml"/><Relationship Id="rId83" Type="http://schemas.openxmlformats.org/officeDocument/2006/relationships/customXml" Target="../ink/ink77.xml"/><Relationship Id="rId88" Type="http://schemas.openxmlformats.org/officeDocument/2006/relationships/image" Target="../media/image107.emf"/><Relationship Id="rId91" Type="http://schemas.openxmlformats.org/officeDocument/2006/relationships/customXml" Target="../ink/ink81.xml"/><Relationship Id="rId96" Type="http://schemas.openxmlformats.org/officeDocument/2006/relationships/image" Target="../media/image1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image" Target="../media/image77.emf"/><Relationship Id="rId36" Type="http://schemas.openxmlformats.org/officeDocument/2006/relationships/image" Target="../media/image81.emf"/><Relationship Id="rId49" Type="http://schemas.openxmlformats.org/officeDocument/2006/relationships/customXml" Target="../ink/ink60.xml"/><Relationship Id="rId57" Type="http://schemas.openxmlformats.org/officeDocument/2006/relationships/customXml" Target="../ink/ink64.xml"/><Relationship Id="rId10" Type="http://schemas.openxmlformats.org/officeDocument/2006/relationships/image" Target="../media/image68.emf"/><Relationship Id="rId31" Type="http://schemas.openxmlformats.org/officeDocument/2006/relationships/customXml" Target="../ink/ink51.xml"/><Relationship Id="rId44" Type="http://schemas.openxmlformats.org/officeDocument/2006/relationships/image" Target="../media/image85.emf"/><Relationship Id="rId52" Type="http://schemas.openxmlformats.org/officeDocument/2006/relationships/image" Target="../media/image89.emf"/><Relationship Id="rId60" Type="http://schemas.openxmlformats.org/officeDocument/2006/relationships/image" Target="../media/image93.emf"/><Relationship Id="rId65" Type="http://schemas.openxmlformats.org/officeDocument/2006/relationships/customXml" Target="../ink/ink68.xml"/><Relationship Id="rId73" Type="http://schemas.openxmlformats.org/officeDocument/2006/relationships/customXml" Target="../ink/ink72.xml"/><Relationship Id="rId78" Type="http://schemas.openxmlformats.org/officeDocument/2006/relationships/image" Target="../media/image102.emf"/><Relationship Id="rId81" Type="http://schemas.openxmlformats.org/officeDocument/2006/relationships/customXml" Target="../ink/ink76.xml"/><Relationship Id="rId86" Type="http://schemas.openxmlformats.org/officeDocument/2006/relationships/image" Target="../media/image106.emf"/><Relationship Id="rId94" Type="http://schemas.openxmlformats.org/officeDocument/2006/relationships/image" Target="../media/image110.emf"/><Relationship Id="rId99" Type="http://schemas.openxmlformats.org/officeDocument/2006/relationships/customXml" Target="../ink/ink85.xml"/><Relationship Id="rId4" Type="http://schemas.openxmlformats.org/officeDocument/2006/relationships/image" Target="../media/image65.emf"/><Relationship Id="rId9" Type="http://schemas.openxmlformats.org/officeDocument/2006/relationships/customXml" Target="../ink/ink40.xml"/><Relationship Id="rId13" Type="http://schemas.openxmlformats.org/officeDocument/2006/relationships/customXml" Target="../ink/ink42.xml"/><Relationship Id="rId18" Type="http://schemas.openxmlformats.org/officeDocument/2006/relationships/image" Target="../media/image72.emf"/><Relationship Id="rId39" Type="http://schemas.openxmlformats.org/officeDocument/2006/relationships/customXml" Target="../ink/ink5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emf"/><Relationship Id="rId18" Type="http://schemas.openxmlformats.org/officeDocument/2006/relationships/customXml" Target="../ink/ink94.xml"/><Relationship Id="rId26" Type="http://schemas.openxmlformats.org/officeDocument/2006/relationships/customXml" Target="../ink/ink98.xml"/><Relationship Id="rId39" Type="http://schemas.openxmlformats.org/officeDocument/2006/relationships/image" Target="../media/image144.emf"/><Relationship Id="rId21" Type="http://schemas.openxmlformats.org/officeDocument/2006/relationships/image" Target="../media/image135.emf"/><Relationship Id="rId34" Type="http://schemas.openxmlformats.org/officeDocument/2006/relationships/customXml" Target="../ink/ink102.xml"/><Relationship Id="rId42" Type="http://schemas.openxmlformats.org/officeDocument/2006/relationships/customXml" Target="../ink/ink106.xml"/><Relationship Id="rId47" Type="http://schemas.openxmlformats.org/officeDocument/2006/relationships/image" Target="../media/image148.emf"/><Relationship Id="rId50" Type="http://schemas.openxmlformats.org/officeDocument/2006/relationships/customXml" Target="../ink/ink110.xml"/><Relationship Id="rId55" Type="http://schemas.openxmlformats.org/officeDocument/2006/relationships/image" Target="../media/image152.emf"/><Relationship Id="rId63" Type="http://schemas.openxmlformats.org/officeDocument/2006/relationships/image" Target="../media/image156.emf"/><Relationship Id="rId68" Type="http://schemas.openxmlformats.org/officeDocument/2006/relationships/customXml" Target="../ink/ink119.xml"/><Relationship Id="rId76" Type="http://schemas.openxmlformats.org/officeDocument/2006/relationships/customXml" Target="../ink/ink123.xml"/><Relationship Id="rId7" Type="http://schemas.openxmlformats.org/officeDocument/2006/relationships/image" Target="../media/image128.emf"/><Relationship Id="rId71" Type="http://schemas.openxmlformats.org/officeDocument/2006/relationships/image" Target="../media/image160.emf"/><Relationship Id="rId2" Type="http://schemas.openxmlformats.org/officeDocument/2006/relationships/customXml" Target="../ink/ink86.xml"/><Relationship Id="rId16" Type="http://schemas.openxmlformats.org/officeDocument/2006/relationships/customXml" Target="../ink/ink93.xml"/><Relationship Id="rId29" Type="http://schemas.openxmlformats.org/officeDocument/2006/relationships/image" Target="../media/image139.emf"/><Relationship Id="rId11" Type="http://schemas.openxmlformats.org/officeDocument/2006/relationships/image" Target="../media/image130.emf"/><Relationship Id="rId24" Type="http://schemas.openxmlformats.org/officeDocument/2006/relationships/customXml" Target="../ink/ink97.xml"/><Relationship Id="rId32" Type="http://schemas.openxmlformats.org/officeDocument/2006/relationships/customXml" Target="../ink/ink101.xml"/><Relationship Id="rId37" Type="http://schemas.openxmlformats.org/officeDocument/2006/relationships/image" Target="../media/image143.emf"/><Relationship Id="rId40" Type="http://schemas.openxmlformats.org/officeDocument/2006/relationships/customXml" Target="../ink/ink105.xml"/><Relationship Id="rId45" Type="http://schemas.openxmlformats.org/officeDocument/2006/relationships/image" Target="../media/image147.emf"/><Relationship Id="rId53" Type="http://schemas.openxmlformats.org/officeDocument/2006/relationships/image" Target="../media/image151.emf"/><Relationship Id="rId58" Type="http://schemas.openxmlformats.org/officeDocument/2006/relationships/customXml" Target="../ink/ink114.xml"/><Relationship Id="rId66" Type="http://schemas.openxmlformats.org/officeDocument/2006/relationships/customXml" Target="../ink/ink118.xml"/><Relationship Id="rId74" Type="http://schemas.openxmlformats.org/officeDocument/2006/relationships/customXml" Target="../ink/ink122.xml"/><Relationship Id="rId79" Type="http://schemas.openxmlformats.org/officeDocument/2006/relationships/image" Target="../media/image164.emf"/><Relationship Id="rId5" Type="http://schemas.openxmlformats.org/officeDocument/2006/relationships/image" Target="../media/image127.emf"/><Relationship Id="rId61" Type="http://schemas.openxmlformats.org/officeDocument/2006/relationships/image" Target="../media/image155.emf"/><Relationship Id="rId10" Type="http://schemas.openxmlformats.org/officeDocument/2006/relationships/customXml" Target="../ink/ink90.xml"/><Relationship Id="rId19" Type="http://schemas.openxmlformats.org/officeDocument/2006/relationships/image" Target="../media/image134.emf"/><Relationship Id="rId31" Type="http://schemas.openxmlformats.org/officeDocument/2006/relationships/image" Target="../media/image140.emf"/><Relationship Id="rId44" Type="http://schemas.openxmlformats.org/officeDocument/2006/relationships/customXml" Target="../ink/ink107.xml"/><Relationship Id="rId52" Type="http://schemas.openxmlformats.org/officeDocument/2006/relationships/customXml" Target="../ink/ink111.xml"/><Relationship Id="rId60" Type="http://schemas.openxmlformats.org/officeDocument/2006/relationships/customXml" Target="../ink/ink115.xml"/><Relationship Id="rId65" Type="http://schemas.openxmlformats.org/officeDocument/2006/relationships/image" Target="../media/image157.emf"/><Relationship Id="rId73" Type="http://schemas.openxmlformats.org/officeDocument/2006/relationships/image" Target="../media/image161.emf"/><Relationship Id="rId78" Type="http://schemas.openxmlformats.org/officeDocument/2006/relationships/customXml" Target="../ink/ink124.xml"/><Relationship Id="rId4" Type="http://schemas.openxmlformats.org/officeDocument/2006/relationships/customXml" Target="../ink/ink87.xml"/><Relationship Id="rId9" Type="http://schemas.openxmlformats.org/officeDocument/2006/relationships/image" Target="../media/image129.emf"/><Relationship Id="rId14" Type="http://schemas.openxmlformats.org/officeDocument/2006/relationships/customXml" Target="../ink/ink92.xml"/><Relationship Id="rId22" Type="http://schemas.openxmlformats.org/officeDocument/2006/relationships/customXml" Target="../ink/ink96.xml"/><Relationship Id="rId27" Type="http://schemas.openxmlformats.org/officeDocument/2006/relationships/image" Target="../media/image138.emf"/><Relationship Id="rId30" Type="http://schemas.openxmlformats.org/officeDocument/2006/relationships/customXml" Target="../ink/ink100.xml"/><Relationship Id="rId35" Type="http://schemas.openxmlformats.org/officeDocument/2006/relationships/image" Target="../media/image142.emf"/><Relationship Id="rId43" Type="http://schemas.openxmlformats.org/officeDocument/2006/relationships/image" Target="../media/image146.emf"/><Relationship Id="rId48" Type="http://schemas.openxmlformats.org/officeDocument/2006/relationships/customXml" Target="../ink/ink109.xml"/><Relationship Id="rId56" Type="http://schemas.openxmlformats.org/officeDocument/2006/relationships/customXml" Target="../ink/ink113.xml"/><Relationship Id="rId64" Type="http://schemas.openxmlformats.org/officeDocument/2006/relationships/customXml" Target="../ink/ink117.xml"/><Relationship Id="rId69" Type="http://schemas.openxmlformats.org/officeDocument/2006/relationships/image" Target="../media/image159.emf"/><Relationship Id="rId77" Type="http://schemas.openxmlformats.org/officeDocument/2006/relationships/image" Target="../media/image163.emf"/><Relationship Id="rId8" Type="http://schemas.openxmlformats.org/officeDocument/2006/relationships/customXml" Target="../ink/ink89.xml"/><Relationship Id="rId51" Type="http://schemas.openxmlformats.org/officeDocument/2006/relationships/image" Target="../media/image150.emf"/><Relationship Id="rId72" Type="http://schemas.openxmlformats.org/officeDocument/2006/relationships/customXml" Target="../ink/ink121.xml"/><Relationship Id="rId3" Type="http://schemas.openxmlformats.org/officeDocument/2006/relationships/image" Target="../media/image126.emf"/><Relationship Id="rId12" Type="http://schemas.openxmlformats.org/officeDocument/2006/relationships/customXml" Target="../ink/ink91.xml"/><Relationship Id="rId17" Type="http://schemas.openxmlformats.org/officeDocument/2006/relationships/image" Target="../media/image133.emf"/><Relationship Id="rId25" Type="http://schemas.openxmlformats.org/officeDocument/2006/relationships/image" Target="../media/image137.emf"/><Relationship Id="rId33" Type="http://schemas.openxmlformats.org/officeDocument/2006/relationships/image" Target="../media/image141.emf"/><Relationship Id="rId38" Type="http://schemas.openxmlformats.org/officeDocument/2006/relationships/customXml" Target="../ink/ink104.xml"/><Relationship Id="rId46" Type="http://schemas.openxmlformats.org/officeDocument/2006/relationships/customXml" Target="../ink/ink108.xml"/><Relationship Id="rId59" Type="http://schemas.openxmlformats.org/officeDocument/2006/relationships/image" Target="../media/image154.emf"/><Relationship Id="rId67" Type="http://schemas.openxmlformats.org/officeDocument/2006/relationships/image" Target="../media/image158.emf"/><Relationship Id="rId20" Type="http://schemas.openxmlformats.org/officeDocument/2006/relationships/customXml" Target="../ink/ink95.xml"/><Relationship Id="rId41" Type="http://schemas.openxmlformats.org/officeDocument/2006/relationships/image" Target="../media/image145.emf"/><Relationship Id="rId54" Type="http://schemas.openxmlformats.org/officeDocument/2006/relationships/customXml" Target="../ink/ink112.xml"/><Relationship Id="rId62" Type="http://schemas.openxmlformats.org/officeDocument/2006/relationships/customXml" Target="../ink/ink116.xml"/><Relationship Id="rId70" Type="http://schemas.openxmlformats.org/officeDocument/2006/relationships/customXml" Target="../ink/ink120.xml"/><Relationship Id="rId75" Type="http://schemas.openxmlformats.org/officeDocument/2006/relationships/image" Target="../media/image162.emf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88.xml"/><Relationship Id="rId15" Type="http://schemas.openxmlformats.org/officeDocument/2006/relationships/image" Target="../media/image132.emf"/><Relationship Id="rId23" Type="http://schemas.openxmlformats.org/officeDocument/2006/relationships/image" Target="../media/image136.emf"/><Relationship Id="rId28" Type="http://schemas.openxmlformats.org/officeDocument/2006/relationships/customXml" Target="../ink/ink99.xml"/><Relationship Id="rId36" Type="http://schemas.openxmlformats.org/officeDocument/2006/relationships/customXml" Target="../ink/ink103.xml"/><Relationship Id="rId49" Type="http://schemas.openxmlformats.org/officeDocument/2006/relationships/image" Target="../media/image149.emf"/><Relationship Id="rId57" Type="http://schemas.openxmlformats.org/officeDocument/2006/relationships/image" Target="../media/image153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8.xml"/><Relationship Id="rId13" Type="http://schemas.openxmlformats.org/officeDocument/2006/relationships/image" Target="../media/image170.emf"/><Relationship Id="rId18" Type="http://schemas.openxmlformats.org/officeDocument/2006/relationships/customXml" Target="../ink/ink133.xml"/><Relationship Id="rId26" Type="http://schemas.openxmlformats.org/officeDocument/2006/relationships/customXml" Target="../ink/ink137.xml"/><Relationship Id="rId39" Type="http://schemas.openxmlformats.org/officeDocument/2006/relationships/image" Target="../media/image183.emf"/><Relationship Id="rId3" Type="http://schemas.openxmlformats.org/officeDocument/2006/relationships/image" Target="../media/image165.emf"/><Relationship Id="rId21" Type="http://schemas.openxmlformats.org/officeDocument/2006/relationships/image" Target="../media/image174.emf"/><Relationship Id="rId34" Type="http://schemas.openxmlformats.org/officeDocument/2006/relationships/customXml" Target="../ink/ink141.xml"/><Relationship Id="rId42" Type="http://schemas.openxmlformats.org/officeDocument/2006/relationships/customXml" Target="../ink/ink145.xml"/><Relationship Id="rId7" Type="http://schemas.openxmlformats.org/officeDocument/2006/relationships/image" Target="../media/image167.emf"/><Relationship Id="rId12" Type="http://schemas.openxmlformats.org/officeDocument/2006/relationships/customXml" Target="../ink/ink130.xml"/><Relationship Id="rId17" Type="http://schemas.openxmlformats.org/officeDocument/2006/relationships/image" Target="../media/image172.emf"/><Relationship Id="rId25" Type="http://schemas.openxmlformats.org/officeDocument/2006/relationships/image" Target="../media/image176.emf"/><Relationship Id="rId33" Type="http://schemas.openxmlformats.org/officeDocument/2006/relationships/image" Target="../media/image180.emf"/><Relationship Id="rId38" Type="http://schemas.openxmlformats.org/officeDocument/2006/relationships/customXml" Target="../ink/ink143.xml"/><Relationship Id="rId2" Type="http://schemas.openxmlformats.org/officeDocument/2006/relationships/customXml" Target="../ink/ink125.xml"/><Relationship Id="rId16" Type="http://schemas.openxmlformats.org/officeDocument/2006/relationships/customXml" Target="../ink/ink132.xml"/><Relationship Id="rId20" Type="http://schemas.openxmlformats.org/officeDocument/2006/relationships/customXml" Target="../ink/ink134.xml"/><Relationship Id="rId29" Type="http://schemas.openxmlformats.org/officeDocument/2006/relationships/image" Target="../media/image178.emf"/><Relationship Id="rId41" Type="http://schemas.openxmlformats.org/officeDocument/2006/relationships/image" Target="../media/image184.emf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27.xml"/><Relationship Id="rId11" Type="http://schemas.openxmlformats.org/officeDocument/2006/relationships/image" Target="../media/image169.emf"/><Relationship Id="rId24" Type="http://schemas.openxmlformats.org/officeDocument/2006/relationships/customXml" Target="../ink/ink136.xml"/><Relationship Id="rId32" Type="http://schemas.openxmlformats.org/officeDocument/2006/relationships/customXml" Target="../ink/ink140.xml"/><Relationship Id="rId37" Type="http://schemas.openxmlformats.org/officeDocument/2006/relationships/image" Target="../media/image182.emf"/><Relationship Id="rId40" Type="http://schemas.openxmlformats.org/officeDocument/2006/relationships/customXml" Target="../ink/ink144.xml"/><Relationship Id="rId5" Type="http://schemas.openxmlformats.org/officeDocument/2006/relationships/image" Target="../media/image166.emf"/><Relationship Id="rId15" Type="http://schemas.openxmlformats.org/officeDocument/2006/relationships/image" Target="../media/image171.emf"/><Relationship Id="rId23" Type="http://schemas.openxmlformats.org/officeDocument/2006/relationships/image" Target="../media/image175.emf"/><Relationship Id="rId28" Type="http://schemas.openxmlformats.org/officeDocument/2006/relationships/customXml" Target="../ink/ink138.xml"/><Relationship Id="rId36" Type="http://schemas.openxmlformats.org/officeDocument/2006/relationships/customXml" Target="../ink/ink142.xml"/><Relationship Id="rId10" Type="http://schemas.openxmlformats.org/officeDocument/2006/relationships/customXml" Target="../ink/ink129.xml"/><Relationship Id="rId19" Type="http://schemas.openxmlformats.org/officeDocument/2006/relationships/image" Target="../media/image173.emf"/><Relationship Id="rId31" Type="http://schemas.openxmlformats.org/officeDocument/2006/relationships/image" Target="../media/image179.emf"/><Relationship Id="rId4" Type="http://schemas.openxmlformats.org/officeDocument/2006/relationships/customXml" Target="../ink/ink126.xml"/><Relationship Id="rId9" Type="http://schemas.openxmlformats.org/officeDocument/2006/relationships/image" Target="../media/image168.emf"/><Relationship Id="rId14" Type="http://schemas.openxmlformats.org/officeDocument/2006/relationships/customXml" Target="../ink/ink131.xml"/><Relationship Id="rId22" Type="http://schemas.openxmlformats.org/officeDocument/2006/relationships/customXml" Target="../ink/ink135.xml"/><Relationship Id="rId27" Type="http://schemas.openxmlformats.org/officeDocument/2006/relationships/image" Target="../media/image177.emf"/><Relationship Id="rId30" Type="http://schemas.openxmlformats.org/officeDocument/2006/relationships/customXml" Target="../ink/ink139.xml"/><Relationship Id="rId35" Type="http://schemas.openxmlformats.org/officeDocument/2006/relationships/image" Target="../media/image181.emf"/><Relationship Id="rId43" Type="http://schemas.openxmlformats.org/officeDocument/2006/relationships/image" Target="../media/image185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math.comsci.us/radix/hexadecimal.html" TargetMode="External"/><Relationship Id="rId2" Type="http://schemas.openxmlformats.org/officeDocument/2006/relationships/hyperlink" Target="http://www.lookuptables.com/ebcdic_scancodes.php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CSC 101 – Introduction to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2286000" y="2971800"/>
            <a:ext cx="4114800" cy="1196609"/>
          </a:xfrm>
        </p:spPr>
        <p:txBody>
          <a:bodyPr>
            <a:normAutofit/>
          </a:bodyPr>
          <a:lstStyle/>
          <a:p>
            <a:pPr marL="118872" indent="0" algn="ctr">
              <a:buNone/>
            </a:pPr>
            <a:r>
              <a:rPr lang="en-US" sz="4800" dirty="0"/>
              <a:t>Lecture </a:t>
            </a:r>
            <a:r>
              <a:rPr lang="en-US" sz="4800" dirty="0" smtClean="0"/>
              <a:t>5-6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Number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391400" cy="4724399"/>
          </a:xfrm>
        </p:spPr>
        <p:txBody>
          <a:bodyPr/>
          <a:lstStyle/>
          <a:p>
            <a:r>
              <a:rPr lang="en-US" dirty="0" smtClean="0"/>
              <a:t>Decimal to Binary and Binary to Decimal</a:t>
            </a:r>
          </a:p>
          <a:p>
            <a:r>
              <a:rPr lang="en-US" dirty="0" smtClean="0"/>
              <a:t>Decimal to Octal and Octal to Decimal</a:t>
            </a:r>
          </a:p>
          <a:p>
            <a:r>
              <a:rPr lang="en-US" dirty="0" smtClean="0"/>
              <a:t>Decimal to Hexadecimal and Hexadecimal to Decimal</a:t>
            </a:r>
          </a:p>
          <a:p>
            <a:r>
              <a:rPr lang="en-US" dirty="0" smtClean="0"/>
              <a:t>Binary to Hexadecimal</a:t>
            </a:r>
          </a:p>
          <a:p>
            <a:r>
              <a:rPr lang="en-US" dirty="0" smtClean="0"/>
              <a:t>Octal to Hexadecimal</a:t>
            </a:r>
          </a:p>
          <a:p>
            <a:r>
              <a:rPr lang="en-US" dirty="0" smtClean="0"/>
              <a:t>Hexadecimal to Binary and Octal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5268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14655"/>
            <a:ext cx="8305799" cy="7059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lang="en-US" spc="-405" dirty="0" smtClean="0"/>
              <a:t> </a:t>
            </a:r>
            <a:r>
              <a:rPr spc="-360" dirty="0" smtClean="0"/>
              <a:t>and </a:t>
            </a:r>
            <a:r>
              <a:rPr lang="en-US" spc="-360" dirty="0" smtClean="0"/>
              <a:t> </a:t>
            </a:r>
            <a:r>
              <a:rPr spc="-375" dirty="0" smtClean="0"/>
              <a:t>Program</a:t>
            </a:r>
            <a:r>
              <a:rPr spc="150" dirty="0" smtClean="0"/>
              <a:t> </a:t>
            </a:r>
            <a:r>
              <a:rPr spc="-400" dirty="0" smtClean="0"/>
              <a:t>Representation</a:t>
            </a:r>
            <a:r>
              <a:rPr lang="en-US" spc="-400" dirty="0" smtClean="0"/>
              <a:t> </a:t>
            </a:r>
            <a:endParaRPr spc="-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35520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Coding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dirty="0">
                <a:latin typeface="Carlito"/>
                <a:cs typeface="Carlito"/>
              </a:rPr>
              <a:t>in 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manner</a:t>
            </a:r>
            <a:endParaRPr sz="2400" dirty="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understood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0" dirty="0">
                <a:latin typeface="Carlito"/>
                <a:cs typeface="Carlito"/>
              </a:rPr>
              <a:t> computer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Digital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only </a:t>
            </a:r>
            <a:r>
              <a:rPr sz="2400" spc="-10" dirty="0">
                <a:latin typeface="Carlito"/>
                <a:cs typeface="Carlito"/>
              </a:rPr>
              <a:t>understand two </a:t>
            </a:r>
            <a:r>
              <a:rPr sz="2400" spc="-15" dirty="0">
                <a:latin typeface="Carlito"/>
                <a:cs typeface="Carlito"/>
              </a:rPr>
              <a:t>states, off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on</a:t>
            </a:r>
            <a:endParaRPr sz="2400" dirty="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(0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1)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 dirty="0">
              <a:latin typeface="Carlito"/>
              <a:cs typeface="Carlito"/>
            </a:endParaRPr>
          </a:p>
          <a:p>
            <a:pPr marL="1155700" marR="236855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process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representing 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10" dirty="0">
                <a:latin typeface="Carlito"/>
                <a:cs typeface="Carlito"/>
              </a:rPr>
              <a:t>can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  </a:t>
            </a:r>
            <a:r>
              <a:rPr sz="2400" spc="-15" dirty="0">
                <a:latin typeface="Carlito"/>
                <a:cs typeface="Carlito"/>
              </a:rPr>
              <a:t>understood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0126" y="4797145"/>
            <a:ext cx="3364229" cy="1535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236332" y="3284982"/>
            <a:ext cx="1440861" cy="1330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0273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82651"/>
            <a:ext cx="762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60" dirty="0"/>
              <a:t>Digital </a:t>
            </a:r>
            <a:r>
              <a:rPr lang="en-US" sz="3600" spc="-360" dirty="0" smtClean="0"/>
              <a:t> </a:t>
            </a:r>
            <a:r>
              <a:rPr sz="3600" spc="-455" dirty="0" smtClean="0"/>
              <a:t>Data</a:t>
            </a:r>
            <a:r>
              <a:rPr sz="3600" spc="-114" dirty="0" smtClean="0"/>
              <a:t> </a:t>
            </a:r>
            <a:r>
              <a:rPr lang="en-US" sz="3600" spc="-114" dirty="0" smtClean="0"/>
              <a:t> </a:t>
            </a:r>
            <a:r>
              <a:rPr sz="3600" spc="-445" dirty="0" smtClean="0"/>
              <a:t>Representation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364730" cy="43427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Bit</a:t>
            </a:r>
          </a:p>
          <a:p>
            <a:pPr marL="697865" marR="2825750" lvl="1" indent="-228600" algn="just">
              <a:lnSpc>
                <a:spcPct val="901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smallest </a:t>
            </a:r>
            <a:r>
              <a:rPr sz="2400" spc="-5" dirty="0">
                <a:latin typeface="Carlito"/>
                <a:cs typeface="Carlito"/>
              </a:rPr>
              <a:t>unit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binary </a:t>
            </a:r>
            <a:r>
              <a:rPr sz="2400" spc="-10" dirty="0">
                <a:latin typeface="Carlito"/>
                <a:cs typeface="Carlito"/>
              </a:rPr>
              <a:t>computer can </a:t>
            </a:r>
            <a:r>
              <a:rPr sz="2400" spc="-20" dirty="0">
                <a:latin typeface="Carlito"/>
                <a:cs typeface="Carlito"/>
              </a:rPr>
              <a:t>recognize  </a:t>
            </a:r>
            <a:r>
              <a:rPr sz="2400" spc="-5" dirty="0">
                <a:latin typeface="Carlito"/>
                <a:cs typeface="Carlito"/>
              </a:rPr>
              <a:t>(a single </a:t>
            </a:r>
            <a:r>
              <a:rPr sz="2400" dirty="0">
                <a:latin typeface="Carlito"/>
                <a:cs typeface="Carlito"/>
              </a:rPr>
              <a:t>1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0)</a:t>
            </a:r>
            <a:endParaRPr sz="2400" dirty="0">
              <a:latin typeface="Carlito"/>
              <a:cs typeface="Carlito"/>
            </a:endParaRPr>
          </a:p>
          <a:p>
            <a:pPr marL="299085" indent="-287020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Byte </a:t>
            </a:r>
            <a:r>
              <a:rPr sz="2400" dirty="0">
                <a:latin typeface="Carlito"/>
                <a:cs typeface="Carlito"/>
              </a:rPr>
              <a:t>= 8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bits</a:t>
            </a:r>
            <a:endParaRPr sz="2400" dirty="0">
              <a:latin typeface="Carlito"/>
              <a:cs typeface="Carlito"/>
            </a:endParaRPr>
          </a:p>
          <a:p>
            <a:pPr marL="697865" marR="2549525" lvl="1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Byte </a:t>
            </a:r>
            <a:r>
              <a:rPr sz="2400" spc="-5" dirty="0">
                <a:latin typeface="Carlito"/>
                <a:cs typeface="Carlito"/>
              </a:rPr>
              <a:t>terminology used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express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size </a:t>
            </a:r>
            <a:r>
              <a:rPr sz="2400" spc="-5" dirty="0">
                <a:latin typeface="Carlito"/>
                <a:cs typeface="Carlito"/>
              </a:rPr>
              <a:t>of documents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files, </a:t>
            </a:r>
            <a:r>
              <a:rPr sz="2400" spc="-15" dirty="0">
                <a:latin typeface="Carlito"/>
                <a:cs typeface="Carlito"/>
              </a:rPr>
              <a:t>programs,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 dirty="0">
              <a:latin typeface="Carlito"/>
              <a:cs typeface="Carlito"/>
            </a:endParaRPr>
          </a:p>
          <a:p>
            <a:pPr marL="299085" marR="5080" indent="-287020">
              <a:lnSpc>
                <a:spcPct val="90000"/>
              </a:lnSpc>
              <a:spcBef>
                <a:spcPts val="54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20" dirty="0">
                <a:latin typeface="Carlito"/>
                <a:cs typeface="Carlito"/>
              </a:rPr>
              <a:t>Prefixes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express larger </a:t>
            </a:r>
            <a:r>
              <a:rPr sz="2400" spc="-5" dirty="0">
                <a:latin typeface="Carlito"/>
                <a:cs typeface="Carlito"/>
              </a:rPr>
              <a:t>quantities of  bytes: kilobyte (KB), </a:t>
            </a:r>
            <a:r>
              <a:rPr sz="2400" spc="-10" dirty="0">
                <a:latin typeface="Carlito"/>
                <a:cs typeface="Carlito"/>
              </a:rPr>
              <a:t>megabyte </a:t>
            </a:r>
            <a:r>
              <a:rPr sz="2400" spc="-5" dirty="0">
                <a:latin typeface="Carlito"/>
                <a:cs typeface="Carlito"/>
              </a:rPr>
              <a:t>(MB), </a:t>
            </a:r>
            <a:r>
              <a:rPr sz="2400" spc="-10" dirty="0">
                <a:latin typeface="Carlito"/>
                <a:cs typeface="Carlito"/>
              </a:rPr>
              <a:t>gigabyte </a:t>
            </a:r>
            <a:r>
              <a:rPr sz="2400" spc="-5" dirty="0">
                <a:latin typeface="Carlito"/>
                <a:cs typeface="Carlito"/>
              </a:rPr>
              <a:t>(GB),  </a:t>
            </a:r>
            <a:r>
              <a:rPr sz="2400" spc="-15" dirty="0">
                <a:latin typeface="Carlito"/>
                <a:cs typeface="Carlito"/>
              </a:rPr>
              <a:t>terabyte </a:t>
            </a:r>
            <a:r>
              <a:rPr sz="2400" spc="-5" dirty="0">
                <a:latin typeface="Carlito"/>
                <a:cs typeface="Carlito"/>
              </a:rPr>
              <a:t>(TB), </a:t>
            </a:r>
            <a:r>
              <a:rPr sz="2400" spc="-10" dirty="0">
                <a:latin typeface="Carlito"/>
                <a:cs typeface="Carlito"/>
              </a:rPr>
              <a:t>petabyte </a:t>
            </a:r>
            <a:r>
              <a:rPr sz="2400" spc="-5" dirty="0">
                <a:latin typeface="Carlito"/>
                <a:cs typeface="Carlito"/>
              </a:rPr>
              <a:t>(PB), </a:t>
            </a:r>
            <a:r>
              <a:rPr sz="2400" spc="-15" dirty="0">
                <a:latin typeface="Carlito"/>
                <a:cs typeface="Carlito"/>
              </a:rPr>
              <a:t>exabyte </a:t>
            </a:r>
            <a:r>
              <a:rPr sz="2400" dirty="0">
                <a:latin typeface="Carlito"/>
                <a:cs typeface="Carlito"/>
              </a:rPr>
              <a:t>(EB), </a:t>
            </a:r>
            <a:r>
              <a:rPr sz="2400" spc="-20" dirty="0">
                <a:latin typeface="Carlito"/>
                <a:cs typeface="Carlito"/>
              </a:rPr>
              <a:t>zettabyte </a:t>
            </a:r>
            <a:r>
              <a:rPr sz="2400" dirty="0">
                <a:latin typeface="Carlito"/>
                <a:cs typeface="Carlito"/>
              </a:rPr>
              <a:t>(ZB),  </a:t>
            </a:r>
            <a:r>
              <a:rPr sz="2400" spc="-15" dirty="0">
                <a:latin typeface="Carlito"/>
                <a:cs typeface="Carlito"/>
              </a:rPr>
              <a:t>yottabyte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(YB).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0171" y="1700783"/>
            <a:ext cx="1843151" cy="2834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884414" y="1628775"/>
            <a:ext cx="1108709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737493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94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Representing </a:t>
            </a:r>
            <a:r>
              <a:rPr sz="3600" spc="-450" dirty="0"/>
              <a:t>Numerical</a:t>
            </a:r>
            <a:r>
              <a:rPr sz="3600" spc="-15" dirty="0"/>
              <a:t> </a:t>
            </a:r>
            <a:r>
              <a:rPr sz="3600" spc="-455" dirty="0"/>
              <a:t>Data</a:t>
            </a:r>
            <a:endParaRPr sz="36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33384" cy="424154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 smtClean="0">
                <a:latin typeface="Carlito"/>
                <a:cs typeface="Carlito"/>
              </a:rPr>
              <a:t>Numbering</a:t>
            </a:r>
            <a:r>
              <a:rPr sz="2400" spc="-25" dirty="0" smtClean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812165" lvl="1" indent="-342900">
              <a:spcBef>
                <a:spcPts val="580"/>
              </a:spcBef>
              <a:buFont typeface="Wingdings" panose="05000000000000000000" pitchFamily="2" charset="2"/>
              <a:buChar char="Ø"/>
              <a:tabLst>
                <a:tab pos="1156335" algn="l"/>
              </a:tabLst>
            </a:pPr>
            <a:r>
              <a:rPr sz="2400" dirty="0" smtClean="0">
                <a:latin typeface="Carlito"/>
                <a:cs typeface="Carlito"/>
              </a:rPr>
              <a:t>A </a:t>
            </a:r>
            <a:r>
              <a:rPr sz="2400" spc="-30" dirty="0">
                <a:latin typeface="Carlito"/>
                <a:cs typeface="Carlito"/>
              </a:rPr>
              <a:t>way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representing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numbers</a:t>
            </a:r>
            <a:endParaRPr sz="2400" dirty="0">
              <a:latin typeface="Carlito"/>
              <a:cs typeface="Carlito"/>
            </a:endParaRPr>
          </a:p>
          <a:p>
            <a:pPr marL="354965" indent="-342900"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Decimal numbering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342900" marR="4181475" lvl="2" indent="-342900" algn="r">
              <a:lnSpc>
                <a:spcPct val="100000"/>
              </a:lnSpc>
              <a:spcBef>
                <a:spcPts val="575"/>
              </a:spcBef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10 </a:t>
            </a:r>
            <a:r>
              <a:rPr sz="2400" spc="-10" dirty="0">
                <a:latin typeface="Carlito"/>
                <a:cs typeface="Carlito"/>
              </a:rPr>
              <a:t>symbols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</a:t>
            </a:r>
            <a:r>
              <a:rPr sz="2400" spc="-10" dirty="0" smtClean="0">
                <a:latin typeface="Carlito"/>
                <a:cs typeface="Carlito"/>
              </a:rPr>
              <a:t>0-9)</a:t>
            </a:r>
            <a:endParaRPr lang="en-US" sz="2400" dirty="0">
              <a:latin typeface="Carlito"/>
              <a:cs typeface="Carlito"/>
            </a:endParaRPr>
          </a:p>
          <a:p>
            <a:pPr marL="342900" marR="4181475" lvl="2" indent="-342900" algn="r">
              <a:lnSpc>
                <a:spcPct val="10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sz="2400" dirty="0" smtClean="0">
                <a:latin typeface="Carlito"/>
                <a:cs typeface="Carlito"/>
              </a:rPr>
              <a:t>Binary </a:t>
            </a:r>
            <a:r>
              <a:rPr sz="2400" spc="-5" dirty="0">
                <a:latin typeface="Carlito"/>
                <a:cs typeface="Carlito"/>
              </a:rPr>
              <a:t>numbering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812800" marR="955675" lvl="1" indent="-342900">
              <a:spcBef>
                <a:spcPts val="575"/>
              </a:spcBef>
              <a:buFont typeface="Wingdings" panose="05000000000000000000" pitchFamily="2" charset="2"/>
              <a:buChar char="Ø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Uses only </a:t>
            </a:r>
            <a:r>
              <a:rPr sz="2400" spc="-10" dirty="0">
                <a:latin typeface="Carlito"/>
                <a:cs typeface="Carlito"/>
              </a:rPr>
              <a:t>two symbols </a:t>
            </a:r>
            <a:r>
              <a:rPr sz="2400" spc="-5" dirty="0">
                <a:latin typeface="Carlito"/>
                <a:cs typeface="Carlito"/>
              </a:rPr>
              <a:t>(1 </a:t>
            </a:r>
            <a:r>
              <a:rPr sz="2400" dirty="0">
                <a:latin typeface="Carlito"/>
                <a:cs typeface="Carlito"/>
              </a:rPr>
              <a:t>and 0)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all  </a:t>
            </a:r>
            <a:r>
              <a:rPr sz="2400" spc="-5" dirty="0">
                <a:latin typeface="Carlito"/>
                <a:cs typeface="Carlito"/>
              </a:rPr>
              <a:t>possible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numbers</a:t>
            </a:r>
            <a:endParaRPr sz="2400" dirty="0">
              <a:latin typeface="Carlito"/>
              <a:cs typeface="Carlito"/>
            </a:endParaRPr>
          </a:p>
          <a:p>
            <a:pPr marL="354965" indent="-342900">
              <a:spcBef>
                <a:spcPts val="58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both </a:t>
            </a:r>
            <a:r>
              <a:rPr sz="2400" spc="-20" dirty="0">
                <a:latin typeface="Carlito"/>
                <a:cs typeface="Carlito"/>
              </a:rPr>
              <a:t>systems,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position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digits determines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power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which the </a:t>
            </a:r>
            <a:r>
              <a:rPr sz="2400" spc="-5" dirty="0">
                <a:latin typeface="Carlito"/>
                <a:cs typeface="Carlito"/>
              </a:rPr>
              <a:t>base number (such </a:t>
            </a:r>
            <a:r>
              <a:rPr sz="2400" dirty="0">
                <a:latin typeface="Carlito"/>
                <a:cs typeface="Carlito"/>
              </a:rPr>
              <a:t>as 10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2) is</a:t>
            </a:r>
            <a:r>
              <a:rPr sz="2400" spc="-1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raised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17194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94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Representing </a:t>
            </a:r>
            <a:r>
              <a:rPr sz="3600" spc="-450" dirty="0"/>
              <a:t>Numerical</a:t>
            </a:r>
            <a:r>
              <a:rPr sz="3600" spc="-15" dirty="0"/>
              <a:t> </a:t>
            </a:r>
            <a:r>
              <a:rPr sz="3600" spc="-455" dirty="0"/>
              <a:t>Data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1099921" y="1796059"/>
            <a:ext cx="6000749" cy="4425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7236332" y="1772792"/>
            <a:ext cx="1087577" cy="775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0690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48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4" dirty="0"/>
              <a:t>Text-Based</a:t>
            </a:r>
            <a:r>
              <a:rPr spc="-285" dirty="0"/>
              <a:t> </a:t>
            </a:r>
            <a:r>
              <a:rPr spc="-40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665"/>
            <a:ext cx="4769485" cy="317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144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ASCII </a:t>
            </a:r>
            <a:r>
              <a:rPr sz="2400" spc="-5" dirty="0">
                <a:latin typeface="Carlito"/>
                <a:cs typeface="Carlito"/>
              </a:rPr>
              <a:t>(American </a:t>
            </a:r>
            <a:r>
              <a:rPr sz="2400" spc="-10" dirty="0">
                <a:latin typeface="Carlito"/>
                <a:cs typeface="Carlito"/>
              </a:rPr>
              <a:t>Standard </a:t>
            </a:r>
            <a:r>
              <a:rPr sz="2400" spc="-5" dirty="0">
                <a:latin typeface="Carlito"/>
                <a:cs typeface="Carlito"/>
              </a:rPr>
              <a:t>Code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Interchange)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Coding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traditionally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 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 dirty="0">
              <a:latin typeface="Carlito"/>
              <a:cs typeface="Carlito"/>
            </a:endParaRPr>
          </a:p>
          <a:p>
            <a:pPr marL="355600" marR="432434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EBCDIC (Extended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Binary-Coded  </a:t>
            </a:r>
            <a:r>
              <a:rPr sz="2400" spc="-5" dirty="0">
                <a:latin typeface="Carlito"/>
                <a:cs typeface="Carlito"/>
              </a:rPr>
              <a:t>Decimal </a:t>
            </a:r>
            <a:r>
              <a:rPr sz="2400" spc="-15" dirty="0">
                <a:latin typeface="Carlito"/>
                <a:cs typeface="Carlito"/>
              </a:rPr>
              <a:t>Interchange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Code)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5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IBM, </a:t>
            </a:r>
            <a:r>
              <a:rPr sz="2400" spc="-5" dirty="0">
                <a:latin typeface="Carlito"/>
                <a:cs typeface="Carlito"/>
              </a:rPr>
              <a:t>primarily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</a:t>
            </a:r>
            <a:endParaRPr sz="2400" dirty="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mainframes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08116" y="1767039"/>
            <a:ext cx="2862580" cy="4639945"/>
            <a:chOff x="5508116" y="1767039"/>
            <a:chExt cx="2862580" cy="4639945"/>
          </a:xfrm>
        </p:grpSpPr>
        <p:sp>
          <p:nvSpPr>
            <p:cNvPr id="5" name="object 5"/>
            <p:cNvSpPr/>
            <p:nvPr/>
          </p:nvSpPr>
          <p:spPr>
            <a:xfrm>
              <a:off x="5508116" y="1767039"/>
              <a:ext cx="2862072" cy="42793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6300215" y="5949276"/>
              <a:ext cx="1219199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85864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48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4" dirty="0"/>
              <a:t>Text-Based</a:t>
            </a:r>
            <a:r>
              <a:rPr spc="-285" dirty="0"/>
              <a:t> </a:t>
            </a:r>
            <a:r>
              <a:rPr spc="-40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56170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Unicode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Newer code </a:t>
            </a:r>
            <a:r>
              <a:rPr sz="2400" spc="-5" dirty="0">
                <a:latin typeface="Carlito"/>
                <a:cs typeface="Carlito"/>
              </a:rPr>
              <a:t>(32 bits per </a:t>
            </a:r>
            <a:r>
              <a:rPr sz="2400" spc="-10" dirty="0">
                <a:latin typeface="Carlito"/>
                <a:cs typeface="Carlito"/>
              </a:rPr>
              <a:t>character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common)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Universal </a:t>
            </a:r>
            <a:r>
              <a:rPr sz="2400" spc="-5" dirty="0">
                <a:latin typeface="Carlito"/>
                <a:cs typeface="Carlito"/>
              </a:rPr>
              <a:t>coding </a:t>
            </a:r>
            <a:r>
              <a:rPr sz="2400" spc="-15" dirty="0">
                <a:latin typeface="Carlito"/>
                <a:cs typeface="Carlito"/>
              </a:rPr>
              <a:t>standard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text-</a:t>
            </a:r>
            <a:endParaRPr sz="2400" dirty="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based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5" dirty="0">
                <a:latin typeface="Carlito"/>
                <a:cs typeface="Carlito"/>
              </a:rPr>
              <a:t>ancient or </a:t>
            </a:r>
            <a:r>
              <a:rPr sz="2400" dirty="0">
                <a:latin typeface="Carlito"/>
                <a:cs typeface="Carlito"/>
              </a:rPr>
              <a:t>modern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Replacing </a:t>
            </a:r>
            <a:r>
              <a:rPr sz="2400" dirty="0">
                <a:latin typeface="Carlito"/>
                <a:cs typeface="Carlito"/>
              </a:rPr>
              <a:t>ASCII as the </a:t>
            </a:r>
            <a:r>
              <a:rPr sz="2400" spc="-5" dirty="0">
                <a:latin typeface="Carlito"/>
                <a:cs typeface="Carlito"/>
              </a:rPr>
              <a:t>primary </a:t>
            </a:r>
            <a:r>
              <a:rPr sz="2400" spc="-10" dirty="0">
                <a:latin typeface="Carlito"/>
                <a:cs typeface="Carlito"/>
              </a:rPr>
              <a:t>text-coding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0" y="4571196"/>
            <a:ext cx="3123469" cy="2286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086600" y="4848606"/>
            <a:ext cx="1282446" cy="13235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22193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340" dirty="0"/>
              <a:t>Other </a:t>
            </a:r>
            <a:r>
              <a:rPr spc="-470" dirty="0"/>
              <a:t>Types </a:t>
            </a:r>
            <a:r>
              <a:rPr spc="-250" dirty="0"/>
              <a:t>of  </a:t>
            </a:r>
            <a:r>
              <a:rPr spc="-405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9556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Graphics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(still images such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photos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drawings)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Bitmapped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images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Image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5" dirty="0">
                <a:latin typeface="Carlito"/>
                <a:cs typeface="Carlito"/>
              </a:rPr>
              <a:t>of up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grid of small dots called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pixels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Monochrome </a:t>
            </a:r>
            <a:r>
              <a:rPr sz="2400" spc="-10" dirty="0">
                <a:latin typeface="Carlito"/>
                <a:cs typeface="Carlito"/>
              </a:rPr>
              <a:t>graphic can </a:t>
            </a:r>
            <a:r>
              <a:rPr sz="2400" spc="-5" dirty="0">
                <a:latin typeface="Carlito"/>
                <a:cs typeface="Carlito"/>
              </a:rPr>
              <a:t>only be one of </a:t>
            </a:r>
            <a:r>
              <a:rPr sz="2400" spc="-10" dirty="0">
                <a:latin typeface="Carlito"/>
                <a:cs typeface="Carlito"/>
              </a:rPr>
              <a:t>two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colors</a:t>
            </a:r>
            <a:endParaRPr sz="2400" dirty="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Requires just </a:t>
            </a:r>
            <a:r>
              <a:rPr sz="2400" spc="-5" dirty="0">
                <a:latin typeface="Carlito"/>
                <a:cs typeface="Carlito"/>
              </a:rPr>
              <a:t>one bit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color</a:t>
            </a:r>
            <a:r>
              <a:rPr sz="2400" spc="-20" dirty="0">
                <a:latin typeface="Carlito"/>
                <a:cs typeface="Carlito"/>
              </a:rPr>
              <a:t> storage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Images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15" dirty="0">
                <a:latin typeface="Carlito"/>
                <a:cs typeface="Carlito"/>
              </a:rPr>
              <a:t>two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colors</a:t>
            </a:r>
            <a:endParaRPr sz="2400" dirty="0">
              <a:latin typeface="Carlito"/>
              <a:cs typeface="Carlito"/>
            </a:endParaRPr>
          </a:p>
          <a:p>
            <a:pPr marL="1612900" marR="46990" lvl="3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Can use </a:t>
            </a:r>
            <a:r>
              <a:rPr sz="2400" dirty="0">
                <a:latin typeface="Carlito"/>
                <a:cs typeface="Carlito"/>
              </a:rPr>
              <a:t>4, 8, </a:t>
            </a:r>
            <a:r>
              <a:rPr sz="2400" spc="-5" dirty="0">
                <a:latin typeface="Carlito"/>
                <a:cs typeface="Carlito"/>
              </a:rPr>
              <a:t>or 24 bits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5" dirty="0">
                <a:latin typeface="Carlito"/>
                <a:cs typeface="Carlito"/>
              </a:rPr>
              <a:t>store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color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dirty="0">
                <a:latin typeface="Carlito"/>
                <a:cs typeface="Carlito"/>
              </a:rPr>
              <a:t>each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pixel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bits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colors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2440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340" dirty="0"/>
              <a:t>Other </a:t>
            </a:r>
            <a:r>
              <a:rPr spc="-470" dirty="0"/>
              <a:t>Types </a:t>
            </a:r>
            <a:r>
              <a:rPr spc="-250" dirty="0"/>
              <a:t>of  </a:t>
            </a:r>
            <a:r>
              <a:rPr spc="-40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508191" y="1988845"/>
            <a:ext cx="3917375" cy="3858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5796153" y="2060829"/>
            <a:ext cx="1620520" cy="1005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  <p:pic>
        <p:nvPicPr>
          <p:cNvPr id="1026" name="Picture 2" descr="Tutorial 1: Image Filter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679697"/>
            <a:ext cx="322474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73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340" dirty="0"/>
              <a:t>Other </a:t>
            </a:r>
            <a:r>
              <a:rPr spc="-470" dirty="0"/>
              <a:t>Types </a:t>
            </a:r>
            <a:r>
              <a:rPr spc="-250" dirty="0"/>
              <a:t>of  </a:t>
            </a:r>
            <a:r>
              <a:rPr spc="-405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63230" cy="42329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Audio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 dirty="0">
              <a:latin typeface="Carlito"/>
              <a:cs typeface="Carlito"/>
            </a:endParaRPr>
          </a:p>
          <a:p>
            <a:pPr marL="756285" marR="1156335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order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or  </a:t>
            </a:r>
            <a:r>
              <a:rPr sz="2400" spc="-10" dirty="0">
                <a:latin typeface="Carlito"/>
                <a:cs typeface="Carlito"/>
              </a:rPr>
              <a:t>processed by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Often compressed </a:t>
            </a: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 dirty="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MP3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10 times </a:t>
            </a:r>
            <a:r>
              <a:rPr sz="2400" spc="-5" dirty="0">
                <a:latin typeface="Carlito"/>
                <a:cs typeface="Carlito"/>
              </a:rPr>
              <a:t>smaller </a:t>
            </a:r>
            <a:r>
              <a:rPr sz="2400" dirty="0">
                <a:latin typeface="Carlito"/>
                <a:cs typeface="Carlito"/>
              </a:rPr>
              <a:t>than their </a:t>
            </a:r>
            <a:r>
              <a:rPr sz="2400" spc="-10" dirty="0">
                <a:latin typeface="Carlito"/>
                <a:cs typeface="Carlito"/>
              </a:rPr>
              <a:t>uncompressed  digital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versions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Download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quickly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5" dirty="0">
                <a:latin typeface="Carlito"/>
                <a:cs typeface="Carlito"/>
              </a:rPr>
              <a:t>take </a:t>
            </a:r>
            <a:r>
              <a:rPr sz="2400" spc="-5" dirty="0">
                <a:latin typeface="Carlito"/>
                <a:cs typeface="Carlito"/>
              </a:rPr>
              <a:t>up </a:t>
            </a:r>
            <a:r>
              <a:rPr sz="2400" dirty="0">
                <a:latin typeface="Carlito"/>
                <a:cs typeface="Carlito"/>
              </a:rPr>
              <a:t>less </a:t>
            </a:r>
            <a:r>
              <a:rPr sz="2400" spc="-25" dirty="0">
                <a:latin typeface="Carlito"/>
                <a:cs typeface="Carlito"/>
              </a:rPr>
              <a:t>storage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space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Video</a:t>
            </a:r>
            <a:r>
              <a:rPr sz="2400" spc="-15" dirty="0">
                <a:latin typeface="Carlito"/>
                <a:cs typeface="Carlito"/>
              </a:rPr>
              <a:t> Data</a:t>
            </a:r>
            <a:endParaRPr sz="2400" dirty="0">
              <a:latin typeface="Carlito"/>
              <a:cs typeface="Carlito"/>
            </a:endParaRPr>
          </a:p>
          <a:p>
            <a:pPr marL="756285" marR="2159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Displayed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collection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frames, </a:t>
            </a:r>
            <a:r>
              <a:rPr sz="2400" dirty="0">
                <a:latin typeface="Carlito"/>
                <a:cs typeface="Carlito"/>
              </a:rPr>
              <a:t>each </a:t>
            </a:r>
            <a:r>
              <a:rPr sz="2400" spc="-15" dirty="0">
                <a:latin typeface="Carlito"/>
                <a:cs typeface="Carlito"/>
              </a:rPr>
              <a:t>frame contains 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still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image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substantial, </a:t>
            </a:r>
            <a:r>
              <a:rPr sz="2400" spc="-5" dirty="0">
                <a:latin typeface="Carlito"/>
                <a:cs typeface="Carlito"/>
              </a:rPr>
              <a:t>but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compressed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8821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6459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Representing </a:t>
            </a:r>
            <a:r>
              <a:rPr sz="3600" spc="-490" dirty="0"/>
              <a:t>Software</a:t>
            </a:r>
            <a:r>
              <a:rPr sz="3600" spc="25" dirty="0"/>
              <a:t> </a:t>
            </a:r>
            <a:r>
              <a:rPr sz="3600" spc="-455" dirty="0"/>
              <a:t>Programs</a:t>
            </a:r>
            <a:endParaRPr sz="36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14945" cy="25133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Machine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 dirty="0">
              <a:latin typeface="Carlito"/>
              <a:cs typeface="Carlito"/>
            </a:endParaRPr>
          </a:p>
          <a:p>
            <a:pPr marL="756285" marR="90614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Binary-based language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representing computer 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can </a:t>
            </a:r>
            <a:r>
              <a:rPr sz="2400" spc="-20" dirty="0">
                <a:latin typeface="Carlito"/>
                <a:cs typeface="Carlito"/>
              </a:rPr>
              <a:t>execute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directly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Early </a:t>
            </a:r>
            <a:r>
              <a:rPr sz="2400" spc="-15" dirty="0">
                <a:latin typeface="Carlito"/>
                <a:cs typeface="Carlito"/>
              </a:rPr>
              <a:t>programs were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machine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185" dirty="0">
                <a:latin typeface="Arial"/>
                <a:cs typeface="Arial"/>
              </a:rPr>
              <a:t>Today’s </a:t>
            </a:r>
            <a:r>
              <a:rPr sz="2400" spc="-114" dirty="0">
                <a:latin typeface="Arial"/>
                <a:cs typeface="Arial"/>
              </a:rPr>
              <a:t>programs </a:t>
            </a:r>
            <a:r>
              <a:rPr sz="2400" spc="-25" dirty="0">
                <a:latin typeface="Arial"/>
                <a:cs typeface="Arial"/>
              </a:rPr>
              <a:t>still </a:t>
            </a:r>
            <a:r>
              <a:rPr sz="2400" spc="-110" dirty="0">
                <a:latin typeface="Arial"/>
                <a:cs typeface="Arial"/>
              </a:rPr>
              <a:t>need </a:t>
            </a:r>
            <a:r>
              <a:rPr sz="2400" spc="20" dirty="0">
                <a:latin typeface="Arial"/>
                <a:cs typeface="Arial"/>
              </a:rPr>
              <a:t>to</a:t>
            </a:r>
            <a:r>
              <a:rPr sz="2400" spc="-484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be </a:t>
            </a:r>
            <a:r>
              <a:rPr sz="2400" spc="-70" dirty="0">
                <a:latin typeface="Arial"/>
                <a:cs typeface="Arial"/>
              </a:rPr>
              <a:t>translated </a:t>
            </a:r>
            <a:r>
              <a:rPr sz="2400" spc="-10" dirty="0">
                <a:latin typeface="Arial"/>
                <a:cs typeface="Arial"/>
              </a:rPr>
              <a:t>into </a:t>
            </a:r>
            <a:r>
              <a:rPr sz="2400" spc="-105" dirty="0">
                <a:latin typeface="Arial"/>
                <a:cs typeface="Arial"/>
              </a:rPr>
              <a:t>machine  </a:t>
            </a:r>
            <a:r>
              <a:rPr sz="2400" spc="-5" dirty="0">
                <a:latin typeface="Carlito"/>
                <a:cs typeface="Carlito"/>
              </a:rPr>
              <a:t>language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order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understood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648792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Decimal To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5333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13</a:t>
            </a:fld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00200"/>
            <a:ext cx="6477000" cy="499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911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Decimal To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761999"/>
          </a:xfrm>
        </p:spPr>
        <p:txBody>
          <a:bodyPr/>
          <a:lstStyle/>
          <a:p>
            <a:r>
              <a:rPr lang="en-US" sz="3200" dirty="0" smtClean="0"/>
              <a:t>(151)</a:t>
            </a:r>
            <a:r>
              <a:rPr lang="en-US" sz="3200" baseline="-25000" dirty="0" smtClean="0"/>
              <a:t>10</a:t>
            </a:r>
            <a:r>
              <a:rPr lang="en-US" sz="3200" dirty="0" smtClean="0"/>
              <a:t> = (10010111)</a:t>
            </a:r>
            <a:r>
              <a:rPr lang="en-US" sz="3200" baseline="-25000" dirty="0" smtClean="0"/>
              <a:t>2</a:t>
            </a:r>
            <a:endParaRPr lang="en-US" sz="3200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14</a:t>
            </a:fld>
            <a:endParaRPr lang="en-US" altLang="zh-TW" dirty="0"/>
          </a:p>
        </p:txBody>
      </p:sp>
      <p:pic>
        <p:nvPicPr>
          <p:cNvPr id="6" name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6781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506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Decimal to Binary (with Fractions)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761999"/>
          </a:xfrm>
        </p:spPr>
        <p:txBody>
          <a:bodyPr/>
          <a:lstStyle/>
          <a:p>
            <a:r>
              <a:rPr lang="en-US" dirty="0" smtClean="0"/>
              <a:t>(12.75)</a:t>
            </a:r>
            <a:r>
              <a:rPr lang="en-US" baseline="-25000" dirty="0" smtClean="0"/>
              <a:t>10</a:t>
            </a:r>
            <a:r>
              <a:rPr lang="en-US" dirty="0" smtClean="0"/>
              <a:t>  = (1100.11)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15</a:t>
            </a:fld>
            <a:endParaRPr lang="en-US" altLang="zh-TW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828800"/>
            <a:ext cx="6913179" cy="445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714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457199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16</a:t>
            </a:fld>
            <a:endParaRPr lang="en-US" altLang="zh-TW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371600"/>
            <a:ext cx="5867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191000"/>
            <a:ext cx="5181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623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17</a:t>
            </a:fld>
            <a:endParaRPr lang="en-US" altLang="zh-TW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143000"/>
            <a:ext cx="7391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1868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1"/>
            <a:ext cx="70104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6858000" cy="2133600"/>
          </a:xfrm>
        </p:spPr>
        <p:txBody>
          <a:bodyPr/>
          <a:lstStyle/>
          <a:p>
            <a:r>
              <a:rPr lang="en-US" dirty="0" smtClean="0"/>
              <a:t>1110001</a:t>
            </a:r>
            <a:r>
              <a:rPr lang="en-US" baseline="-25000" dirty="0" smtClean="0"/>
              <a:t>2</a:t>
            </a:r>
            <a:r>
              <a:rPr lang="en-US" dirty="0" smtClean="0"/>
              <a:t>  = 113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18</a:t>
            </a:fld>
            <a:endParaRPr lang="en-US" altLang="zh-TW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752600"/>
            <a:ext cx="734906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432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19</a:t>
            </a:fld>
            <a:endParaRPr lang="en-US" altLang="zh-TW" dirty="0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143000"/>
            <a:ext cx="51816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3" cstate="print">
            <a:lum bright="-35000" contrast="77000"/>
          </a:blip>
          <a:srcRect/>
          <a:stretch>
            <a:fillRect/>
          </a:stretch>
        </p:blipFill>
        <p:spPr bwMode="auto">
          <a:xfrm>
            <a:off x="381000" y="3886200"/>
            <a:ext cx="48768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819400"/>
            <a:ext cx="3886200" cy="914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11100111101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 = 1853</a:t>
            </a:r>
            <a:r>
              <a:rPr lang="en-US" sz="2400" baseline="-25000" dirty="0" smtClean="0"/>
              <a:t>10</a:t>
            </a:r>
          </a:p>
          <a:p>
            <a:r>
              <a:rPr lang="en-US" sz="2400" dirty="0" smtClean="0"/>
              <a:t>11011010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 = 218</a:t>
            </a:r>
            <a:r>
              <a:rPr lang="en-US" sz="2400" baseline="-25000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990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100" dirty="0" smtClean="0"/>
              <a:t>Binary to Decimal (with Fractions)</a:t>
            </a:r>
            <a:endParaRPr lang="en-US" sz="4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990600"/>
          </a:xfrm>
        </p:spPr>
        <p:txBody>
          <a:bodyPr/>
          <a:lstStyle/>
          <a:p>
            <a:r>
              <a:rPr lang="en-US" dirty="0" smtClean="0"/>
              <a:t>(10.011010101)</a:t>
            </a:r>
            <a:r>
              <a:rPr lang="en-US" baseline="-25000" dirty="0" smtClean="0"/>
              <a:t>2  </a:t>
            </a:r>
            <a:r>
              <a:rPr lang="en-US" dirty="0" smtClean="0"/>
              <a:t>= (2.416015625)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20</a:t>
            </a:fld>
            <a:endParaRPr lang="en-US" altLang="zh-TW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828800"/>
            <a:ext cx="451541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3578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Exercise Decimal to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21</a:t>
            </a:fld>
            <a:endParaRPr lang="en-US" altLang="zh-TW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4850" y="1589088"/>
              <a:ext cx="2001838" cy="5064125"/>
            </p14:xfrm>
          </p:contentPart>
        </mc:Choice>
        <mc:Fallback xmlns=""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484" y="1579731"/>
                <a:ext cx="2020570" cy="5082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6913" y="3660775"/>
              <a:ext cx="1741487" cy="2055813"/>
            </p14:xfrm>
          </p:contentPart>
        </mc:Choice>
        <mc:Fallback xmlns=""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554" y="3651421"/>
                <a:ext cx="1760205" cy="20745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5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9925" y="5662613"/>
              <a:ext cx="1482725" cy="652462"/>
            </p14:xfrm>
          </p:contentPart>
        </mc:Choice>
        <mc:Fallback xmlns="">
          <p:pic>
            <p:nvPicPr>
              <p:cNvPr id="205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515" y="5653251"/>
                <a:ext cx="1501544" cy="6711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5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41613" y="1687513"/>
              <a:ext cx="9525" cy="19050"/>
            </p14:xfrm>
          </p:contentPart>
        </mc:Choice>
        <mc:Fallback xmlns="">
          <p:pic>
            <p:nvPicPr>
              <p:cNvPr id="205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2088" y="1677607"/>
                <a:ext cx="28575" cy="38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5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59075" y="1697038"/>
              <a:ext cx="9525" cy="214312"/>
            </p14:xfrm>
          </p:contentPart>
        </mc:Choice>
        <mc:Fallback xmlns="">
          <p:pic>
            <p:nvPicPr>
              <p:cNvPr id="205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1999" y="1687657"/>
                <a:ext cx="23676" cy="2330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5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01950" y="1687513"/>
              <a:ext cx="26988" cy="233362"/>
            </p14:xfrm>
          </p:contentPart>
        </mc:Choice>
        <mc:Fallback xmlns="">
          <p:pic>
            <p:nvPicPr>
              <p:cNvPr id="205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92717" y="1677973"/>
                <a:ext cx="45453" cy="252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5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71813" y="1704975"/>
              <a:ext cx="1587" cy="179388"/>
            </p14:xfrm>
          </p:contentPart>
        </mc:Choice>
        <mc:Fallback xmlns="">
          <p:pic>
            <p:nvPicPr>
              <p:cNvPr id="205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30551" y="1695757"/>
                <a:ext cx="84111" cy="197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5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32150" y="1697038"/>
              <a:ext cx="134938" cy="160337"/>
            </p14:xfrm>
          </p:contentPart>
        </mc:Choice>
        <mc:Fallback xmlns="">
          <p:pic>
            <p:nvPicPr>
              <p:cNvPr id="205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22917" y="1687876"/>
                <a:ext cx="153403" cy="1786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5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65513" y="1635125"/>
              <a:ext cx="26987" cy="241300"/>
            </p14:xfrm>
          </p:contentPart>
        </mc:Choice>
        <mc:Fallback xmlns="">
          <p:pic>
            <p:nvPicPr>
              <p:cNvPr id="205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56158" y="1625677"/>
                <a:ext cx="45698" cy="260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5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81400" y="1625600"/>
              <a:ext cx="258763" cy="196850"/>
            </p14:xfrm>
          </p:contentPart>
        </mc:Choice>
        <mc:Fallback xmlns="">
          <p:pic>
            <p:nvPicPr>
              <p:cNvPr id="205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72171" y="1616378"/>
                <a:ext cx="277221" cy="215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6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544638"/>
              <a:ext cx="517525" cy="536575"/>
            </p14:xfrm>
          </p:contentPart>
        </mc:Choice>
        <mc:Fallback xmlns="">
          <p:pic>
            <p:nvPicPr>
              <p:cNvPr id="206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11755" y="1535368"/>
                <a:ext cx="536265" cy="555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6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86000" y="2428875"/>
              <a:ext cx="928688" cy="223838"/>
            </p14:xfrm>
          </p:contentPart>
        </mc:Choice>
        <mc:Fallback xmlns="">
          <p:pic>
            <p:nvPicPr>
              <p:cNvPr id="206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76674" y="2419503"/>
                <a:ext cx="947341" cy="242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6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48038" y="2420938"/>
              <a:ext cx="250825" cy="214312"/>
            </p14:xfrm>
          </p:contentPart>
        </mc:Choice>
        <mc:Fallback xmlns="">
          <p:pic>
            <p:nvPicPr>
              <p:cNvPr id="206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38668" y="2411462"/>
                <a:ext cx="269565" cy="233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63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94138" y="2278063"/>
              <a:ext cx="133350" cy="303212"/>
            </p14:xfrm>
          </p:contentPart>
        </mc:Choice>
        <mc:Fallback xmlns="">
          <p:pic>
            <p:nvPicPr>
              <p:cNvPr id="2063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84843" y="2268722"/>
                <a:ext cx="151940" cy="321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64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38275" y="3438525"/>
              <a:ext cx="384175" cy="133350"/>
            </p14:xfrm>
          </p:contentPart>
        </mc:Choice>
        <mc:Fallback xmlns="">
          <p:pic>
            <p:nvPicPr>
              <p:cNvPr id="2064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28914" y="3429230"/>
                <a:ext cx="402898" cy="151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65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87888" y="1830388"/>
              <a:ext cx="1778000" cy="3689350"/>
            </p14:xfrm>
          </p:contentPart>
        </mc:Choice>
        <mc:Fallback xmlns="">
          <p:pic>
            <p:nvPicPr>
              <p:cNvPr id="2065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78543" y="1821026"/>
                <a:ext cx="1796689" cy="3708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66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38213" y="2581275"/>
              <a:ext cx="125412" cy="3840163"/>
            </p14:xfrm>
          </p:contentPart>
        </mc:Choice>
        <mc:Fallback xmlns="">
          <p:pic>
            <p:nvPicPr>
              <p:cNvPr id="2066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8897" y="2571894"/>
                <a:ext cx="144045" cy="3858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67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02075" y="3679825"/>
              <a:ext cx="1635125" cy="115888"/>
            </p14:xfrm>
          </p:contentPart>
        </mc:Choice>
        <mc:Fallback xmlns="">
          <p:pic>
            <p:nvPicPr>
              <p:cNvPr id="2067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92696" y="3672685"/>
                <a:ext cx="1653882" cy="1301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33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Decimal to Octal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533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4321</a:t>
            </a:r>
            <a:r>
              <a:rPr lang="en-US" baseline="-25000" dirty="0" smtClean="0"/>
              <a:t>10</a:t>
            </a:r>
            <a:r>
              <a:rPr lang="en-US" dirty="0" smtClean="0"/>
              <a:t>  =  10341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22</a:t>
            </a:fld>
            <a:endParaRPr lang="en-US" altLang="zh-TW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69000" contrast="100000"/>
          </a:blip>
          <a:srcRect/>
          <a:stretch>
            <a:fillRect/>
          </a:stretch>
        </p:blipFill>
        <p:spPr bwMode="auto">
          <a:xfrm>
            <a:off x="685800" y="2133600"/>
            <a:ext cx="5648657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1718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Octal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43200"/>
            <a:ext cx="7315200" cy="533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743</a:t>
            </a:r>
            <a:r>
              <a:rPr lang="en-US" baseline="-25000" dirty="0" smtClean="0"/>
              <a:t>8</a:t>
            </a:r>
            <a:r>
              <a:rPr lang="en-US" dirty="0" smtClean="0"/>
              <a:t> = 483</a:t>
            </a:r>
            <a:r>
              <a:rPr lang="en-US" baseline="-25000" dirty="0" smtClean="0"/>
              <a:t>10</a:t>
            </a:r>
            <a:r>
              <a:rPr lang="en-US" dirty="0" smtClean="0"/>
              <a:t>		26525</a:t>
            </a:r>
            <a:r>
              <a:rPr lang="en-US" baseline="-25000" dirty="0" smtClean="0"/>
              <a:t>8</a:t>
            </a:r>
            <a:r>
              <a:rPr lang="en-US" dirty="0" smtClean="0"/>
              <a:t> = 11605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23</a:t>
            </a:fld>
            <a:endParaRPr lang="en-US" altLang="zh-TW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505200"/>
            <a:ext cx="3450771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3505200"/>
            <a:ext cx="3740708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143000"/>
            <a:ext cx="658998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931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Exercise Decimal to Octal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24</a:t>
            </a:fld>
            <a:endParaRPr lang="en-US" altLang="zh-TW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7863" y="1347788"/>
              <a:ext cx="1957387" cy="814387"/>
            </p14:xfrm>
          </p:contentPart>
        </mc:Choice>
        <mc:Fallback xmlns="">
          <p:pic>
            <p:nvPicPr>
              <p:cNvPr id="30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8503" y="1338411"/>
                <a:ext cx="1976108" cy="833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22575" y="1393825"/>
              <a:ext cx="1312863" cy="642938"/>
            </p14:xfrm>
          </p:contentPart>
        </mc:Choice>
        <mc:Fallback xmlns="">
          <p:pic>
            <p:nvPicPr>
              <p:cNvPr id="30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3218" y="1384471"/>
                <a:ext cx="1331577" cy="661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7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81525" y="1330325"/>
              <a:ext cx="125413" cy="812800"/>
            </p14:xfrm>
          </p:contentPart>
        </mc:Choice>
        <mc:Fallback xmlns="">
          <p:pic>
            <p:nvPicPr>
              <p:cNvPr id="307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2591" y="1320874"/>
                <a:ext cx="143280" cy="8317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7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16513" y="1393825"/>
              <a:ext cx="1590675" cy="588963"/>
            </p14:xfrm>
          </p:contentPart>
        </mc:Choice>
        <mc:Fallback xmlns="">
          <p:pic>
            <p:nvPicPr>
              <p:cNvPr id="307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07154" y="1384476"/>
                <a:ext cx="1609393" cy="607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7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29438" y="1438275"/>
              <a:ext cx="1223962" cy="438150"/>
            </p14:xfrm>
          </p:contentPart>
        </mc:Choice>
        <mc:Fallback xmlns="">
          <p:pic>
            <p:nvPicPr>
              <p:cNvPr id="307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20084" y="1428914"/>
                <a:ext cx="1242670" cy="456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7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493125" y="1330325"/>
              <a:ext cx="204788" cy="849313"/>
            </p14:xfrm>
          </p:contentPart>
        </mc:Choice>
        <mc:Fallback xmlns="">
          <p:pic>
            <p:nvPicPr>
              <p:cNvPr id="307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83549" y="1320960"/>
                <a:ext cx="223941" cy="868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8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5475" y="3367088"/>
              <a:ext cx="1901825" cy="1758950"/>
            </p14:xfrm>
          </p:contentPart>
        </mc:Choice>
        <mc:Fallback xmlns="">
          <p:pic>
            <p:nvPicPr>
              <p:cNvPr id="308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122" y="3357745"/>
                <a:ext cx="1920530" cy="1777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8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00625" y="2330450"/>
              <a:ext cx="1884363" cy="3509963"/>
            </p14:xfrm>
          </p:contentPart>
        </mc:Choice>
        <mc:Fallback xmlns="">
          <p:pic>
            <p:nvPicPr>
              <p:cNvPr id="308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91273" y="2321090"/>
                <a:ext cx="1903066" cy="35286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8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4988" y="2517775"/>
              <a:ext cx="2216150" cy="2840038"/>
            </p14:xfrm>
          </p:contentPart>
        </mc:Choice>
        <mc:Fallback xmlns="">
          <p:pic>
            <p:nvPicPr>
              <p:cNvPr id="308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5625" y="2508415"/>
                <a:ext cx="2234876" cy="2858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8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34038" y="3009900"/>
              <a:ext cx="1760537" cy="2019300"/>
            </p14:xfrm>
          </p:contentPart>
        </mc:Choice>
        <mc:Fallback xmlns="">
          <p:pic>
            <p:nvPicPr>
              <p:cNvPr id="308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24673" y="3000545"/>
                <a:ext cx="1779266" cy="2038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8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00625" y="2652713"/>
              <a:ext cx="196850" cy="330200"/>
            </p14:xfrm>
          </p:contentPart>
        </mc:Choice>
        <mc:Fallback xmlns="">
          <p:pic>
            <p:nvPicPr>
              <p:cNvPr id="308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91336" y="2643045"/>
                <a:ext cx="215427" cy="349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8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89588" y="3054350"/>
              <a:ext cx="1349375" cy="357188"/>
            </p14:xfrm>
          </p:contentPart>
        </mc:Choice>
        <mc:Fallback xmlns="">
          <p:pic>
            <p:nvPicPr>
              <p:cNvPr id="308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80197" y="3045072"/>
                <a:ext cx="1368156" cy="375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86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00625" y="3500438"/>
              <a:ext cx="2000250" cy="839787"/>
            </p14:xfrm>
          </p:contentPart>
        </mc:Choice>
        <mc:Fallback xmlns="">
          <p:pic>
            <p:nvPicPr>
              <p:cNvPr id="3086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91268" y="3490982"/>
                <a:ext cx="2018964" cy="858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87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72063" y="3884613"/>
              <a:ext cx="196850" cy="330200"/>
            </p14:xfrm>
          </p:contentPart>
        </mc:Choice>
        <mc:Fallback xmlns="">
          <p:pic>
            <p:nvPicPr>
              <p:cNvPr id="3087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62723" y="3875271"/>
                <a:ext cx="215529" cy="3488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8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15000" y="4384675"/>
              <a:ext cx="1206500" cy="447675"/>
            </p14:xfrm>
          </p:contentPart>
        </mc:Choice>
        <mc:Fallback xmlns="">
          <p:pic>
            <p:nvPicPr>
              <p:cNvPr id="308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05633" y="4375303"/>
                <a:ext cx="1225233" cy="466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8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03338" y="2830513"/>
              <a:ext cx="9525" cy="1587"/>
            </p14:xfrm>
          </p:contentPart>
        </mc:Choice>
        <mc:Fallback xmlns="">
          <p:pic>
            <p:nvPicPr>
              <p:cNvPr id="308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93432" y="2789251"/>
                <a:ext cx="29337" cy="84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090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18150" y="2428875"/>
              <a:ext cx="938213" cy="455613"/>
            </p14:xfrm>
          </p:contentPart>
        </mc:Choice>
        <mc:Fallback xmlns="">
          <p:pic>
            <p:nvPicPr>
              <p:cNvPr id="3090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08789" y="2419555"/>
                <a:ext cx="956934" cy="474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91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4988" y="4376738"/>
              <a:ext cx="2189162" cy="169862"/>
            </p14:xfrm>
          </p:contentPart>
        </mc:Choice>
        <mc:Fallback xmlns="">
          <p:pic>
            <p:nvPicPr>
              <p:cNvPr id="3091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5625" y="4367381"/>
                <a:ext cx="2207888" cy="1885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155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Exercise Octal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43200"/>
            <a:ext cx="7315200" cy="2667000"/>
          </a:xfrm>
        </p:spPr>
        <p:txBody>
          <a:bodyPr/>
          <a:lstStyle/>
          <a:p>
            <a:r>
              <a:rPr lang="en-US" dirty="0" smtClean="0"/>
              <a:t>26601</a:t>
            </a:r>
            <a:r>
              <a:rPr lang="en-US" baseline="-25000" dirty="0" smtClean="0"/>
              <a:t>8</a:t>
            </a:r>
            <a:r>
              <a:rPr lang="en-US" dirty="0" smtClean="0"/>
              <a:t> =</a:t>
            </a:r>
          </a:p>
          <a:p>
            <a:r>
              <a:rPr lang="en-US" dirty="0" smtClean="0"/>
              <a:t>1422</a:t>
            </a:r>
            <a:r>
              <a:rPr lang="en-US" baseline="-25000" dirty="0" smtClean="0"/>
              <a:t>8 =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25</a:t>
            </a:fld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143000"/>
            <a:ext cx="658998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38400" y="2714625"/>
              <a:ext cx="268288" cy="474663"/>
            </p14:xfrm>
          </p:contentPart>
        </mc:Choice>
        <mc:Fallback xmlns="">
          <p:pic>
            <p:nvPicPr>
              <p:cNvPr id="40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9037" y="2705211"/>
                <a:ext cx="287014" cy="493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09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47975" y="2786063"/>
              <a:ext cx="46038" cy="233362"/>
            </p14:xfrm>
          </p:contentPart>
        </mc:Choice>
        <mc:Fallback xmlns="">
          <p:pic>
            <p:nvPicPr>
              <p:cNvPr id="409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8624" y="2776523"/>
                <a:ext cx="64741" cy="252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0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09900" y="2679700"/>
              <a:ext cx="1009650" cy="500063"/>
            </p14:xfrm>
          </p:contentPart>
        </mc:Choice>
        <mc:Fallback xmlns="">
          <p:pic>
            <p:nvPicPr>
              <p:cNvPr id="410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0548" y="2670346"/>
                <a:ext cx="1028354" cy="518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0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95525" y="3367088"/>
              <a:ext cx="1098550" cy="438150"/>
            </p14:xfrm>
          </p:contentPart>
        </mc:Choice>
        <mc:Fallback xmlns="">
          <p:pic>
            <p:nvPicPr>
              <p:cNvPr id="410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86126" y="3357579"/>
                <a:ext cx="1117347" cy="457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0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17900" y="3679825"/>
              <a:ext cx="196850" cy="187325"/>
            </p14:xfrm>
          </p:contentPart>
        </mc:Choice>
        <mc:Fallback xmlns="">
          <p:pic>
            <p:nvPicPr>
              <p:cNvPr id="410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08440" y="3670495"/>
                <a:ext cx="215771" cy="205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0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16513" y="4411663"/>
              <a:ext cx="420687" cy="250825"/>
            </p14:xfrm>
          </p:contentPart>
        </mc:Choice>
        <mc:Fallback xmlns="">
          <p:pic>
            <p:nvPicPr>
              <p:cNvPr id="410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07140" y="4402360"/>
                <a:ext cx="439432" cy="269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0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75338" y="4332288"/>
              <a:ext cx="260350" cy="357187"/>
            </p14:xfrm>
          </p:contentPart>
        </mc:Choice>
        <mc:Fallback xmlns="">
          <p:pic>
            <p:nvPicPr>
              <p:cNvPr id="410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66027" y="4322936"/>
                <a:ext cx="278972" cy="375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0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97600" y="4876800"/>
              <a:ext cx="776288" cy="276225"/>
            </p14:xfrm>
          </p:contentPart>
        </mc:Choice>
        <mc:Fallback xmlns="">
          <p:pic>
            <p:nvPicPr>
              <p:cNvPr id="410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88251" y="4867473"/>
                <a:ext cx="794985" cy="294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10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34238" y="4911725"/>
              <a:ext cx="177800" cy="117475"/>
            </p14:xfrm>
          </p:contentPart>
        </mc:Choice>
        <mc:Fallback xmlns="">
          <p:pic>
            <p:nvPicPr>
              <p:cNvPr id="410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24937" y="4902298"/>
                <a:ext cx="196403" cy="136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10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54100" y="4017963"/>
              <a:ext cx="196850" cy="287337"/>
            </p14:xfrm>
          </p:contentPart>
        </mc:Choice>
        <mc:Fallback xmlns="">
          <p:pic>
            <p:nvPicPr>
              <p:cNvPr id="410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4777" y="4008671"/>
                <a:ext cx="215495" cy="3059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10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27175" y="3992563"/>
              <a:ext cx="204788" cy="374650"/>
            </p14:xfrm>
          </p:contentPart>
        </mc:Choice>
        <mc:Fallback xmlns="">
          <p:pic>
            <p:nvPicPr>
              <p:cNvPr id="410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17883" y="3983124"/>
                <a:ext cx="223373" cy="393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109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82788" y="3992563"/>
              <a:ext cx="187325" cy="366712"/>
            </p14:xfrm>
          </p:contentPart>
        </mc:Choice>
        <mc:Fallback xmlns="">
          <p:pic>
            <p:nvPicPr>
              <p:cNvPr id="4109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73493" y="3983076"/>
                <a:ext cx="205915" cy="385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10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63800" y="4027488"/>
              <a:ext cx="233363" cy="268287"/>
            </p14:xfrm>
          </p:contentPart>
        </mc:Choice>
        <mc:Fallback xmlns="">
          <p:pic>
            <p:nvPicPr>
              <p:cNvPr id="4110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54437" y="4018273"/>
                <a:ext cx="252090" cy="286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111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62288" y="3929063"/>
              <a:ext cx="53975" cy="304800"/>
            </p14:xfrm>
          </p:contentPart>
        </mc:Choice>
        <mc:Fallback xmlns="">
          <p:pic>
            <p:nvPicPr>
              <p:cNvPr id="4111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052994" y="3919685"/>
                <a:ext cx="72562" cy="323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112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10213" y="3598863"/>
              <a:ext cx="61912" cy="330200"/>
            </p14:xfrm>
          </p:contentPart>
        </mc:Choice>
        <mc:Fallback xmlns="">
          <p:pic>
            <p:nvPicPr>
              <p:cNvPr id="4112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501741" y="3589334"/>
                <a:ext cx="78856" cy="349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113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49938" y="3608388"/>
              <a:ext cx="195262" cy="490537"/>
            </p14:xfrm>
          </p:contentPart>
        </mc:Choice>
        <mc:Fallback xmlns="">
          <p:pic>
            <p:nvPicPr>
              <p:cNvPr id="4113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40691" y="3599051"/>
                <a:ext cx="213757" cy="509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114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19850" y="3670300"/>
              <a:ext cx="322263" cy="322263"/>
            </p14:xfrm>
          </p:contentPart>
        </mc:Choice>
        <mc:Fallback xmlns="">
          <p:pic>
            <p:nvPicPr>
              <p:cNvPr id="4114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410478" y="3660949"/>
                <a:ext cx="341008" cy="340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115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83413" y="3608388"/>
              <a:ext cx="285750" cy="366712"/>
            </p14:xfrm>
          </p:contentPart>
        </mc:Choice>
        <mc:Fallback xmlns="">
          <p:pic>
            <p:nvPicPr>
              <p:cNvPr id="4115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974103" y="3599022"/>
                <a:ext cx="304370" cy="385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116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54850" y="4305300"/>
              <a:ext cx="44450" cy="204788"/>
            </p14:xfrm>
          </p:contentPart>
        </mc:Choice>
        <mc:Fallback xmlns="">
          <p:pic>
            <p:nvPicPr>
              <p:cNvPr id="4116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046768" y="4295909"/>
                <a:ext cx="60614" cy="223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117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73825" y="4332288"/>
              <a:ext cx="134938" cy="239712"/>
            </p14:xfrm>
          </p:contentPart>
        </mc:Choice>
        <mc:Fallback xmlns="">
          <p:pic>
            <p:nvPicPr>
              <p:cNvPr id="4117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463886" y="4323096"/>
                <a:ext cx="154816" cy="258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118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3900" y="4625975"/>
              <a:ext cx="473075" cy="312738"/>
            </p14:xfrm>
          </p:contentPart>
        </mc:Choice>
        <mc:Fallback xmlns="">
          <p:pic>
            <p:nvPicPr>
              <p:cNvPr id="4118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14511" y="4616618"/>
                <a:ext cx="491854" cy="331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119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65263" y="4635500"/>
              <a:ext cx="339725" cy="223838"/>
            </p14:xfrm>
          </p:contentPart>
        </mc:Choice>
        <mc:Fallback xmlns="">
          <p:pic>
            <p:nvPicPr>
              <p:cNvPr id="4119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455906" y="4626128"/>
                <a:ext cx="358439" cy="242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120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46275" y="4572000"/>
              <a:ext cx="215900" cy="304800"/>
            </p14:xfrm>
          </p:contentPart>
        </mc:Choice>
        <mc:Fallback xmlns="">
          <p:pic>
            <p:nvPicPr>
              <p:cNvPr id="4120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936919" y="4562622"/>
                <a:ext cx="234611" cy="323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121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36825" y="4545013"/>
              <a:ext cx="125413" cy="223837"/>
            </p14:xfrm>
          </p:contentPart>
        </mc:Choice>
        <mc:Fallback xmlns="">
          <p:pic>
            <p:nvPicPr>
              <p:cNvPr id="4121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27535" y="4535746"/>
                <a:ext cx="143993" cy="242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122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44825" y="4510088"/>
              <a:ext cx="53975" cy="241300"/>
            </p14:xfrm>
          </p:contentPart>
        </mc:Choice>
        <mc:Fallback xmlns="">
          <p:pic>
            <p:nvPicPr>
              <p:cNvPr id="4122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035653" y="4500738"/>
                <a:ext cx="72319" cy="2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123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35250" y="4965700"/>
              <a:ext cx="88900" cy="241300"/>
            </p14:xfrm>
          </p:contentPart>
        </mc:Choice>
        <mc:Fallback xmlns="">
          <p:pic>
            <p:nvPicPr>
              <p:cNvPr id="4123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25967" y="4956350"/>
                <a:ext cx="107465" cy="2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124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40038" y="4992688"/>
              <a:ext cx="196850" cy="214312"/>
            </p14:xfrm>
          </p:contentPart>
        </mc:Choice>
        <mc:Fallback xmlns="">
          <p:pic>
            <p:nvPicPr>
              <p:cNvPr id="4124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30681" y="4983354"/>
                <a:ext cx="215563" cy="232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125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97225" y="5010150"/>
              <a:ext cx="134938" cy="88900"/>
            </p14:xfrm>
          </p:contentPart>
        </mc:Choice>
        <mc:Fallback xmlns="">
          <p:pic>
            <p:nvPicPr>
              <p:cNvPr id="4125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187844" y="5000904"/>
                <a:ext cx="153699" cy="10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126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9063" y="4840288"/>
              <a:ext cx="134937" cy="322262"/>
            </p14:xfrm>
          </p:contentPart>
        </mc:Choice>
        <mc:Fallback xmlns="">
          <p:pic>
            <p:nvPicPr>
              <p:cNvPr id="4126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919657" y="4830916"/>
                <a:ext cx="153749" cy="341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127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66963" y="5224463"/>
              <a:ext cx="982662" cy="393700"/>
            </p14:xfrm>
          </p:contentPart>
        </mc:Choice>
        <mc:Fallback xmlns="">
          <p:pic>
            <p:nvPicPr>
              <p:cNvPr id="4127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57601" y="5215115"/>
                <a:ext cx="1001386" cy="4123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128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44888" y="5260975"/>
              <a:ext cx="563562" cy="293688"/>
            </p14:xfrm>
          </p:contentPart>
        </mc:Choice>
        <mc:Fallback xmlns="">
          <p:pic>
            <p:nvPicPr>
              <p:cNvPr id="4128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535519" y="5251652"/>
                <a:ext cx="582299" cy="312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129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73763" y="5295900"/>
              <a:ext cx="188912" cy="277813"/>
            </p14:xfrm>
          </p:contentPart>
        </mc:Choice>
        <mc:Fallback xmlns="">
          <p:pic>
            <p:nvPicPr>
              <p:cNvPr id="4129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964075" y="5286519"/>
                <a:ext cx="208288" cy="296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130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29375" y="5286375"/>
              <a:ext cx="474663" cy="277813"/>
            </p14:xfrm>
          </p:contentPart>
        </mc:Choice>
        <mc:Fallback xmlns="">
          <p:pic>
            <p:nvPicPr>
              <p:cNvPr id="4130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419997" y="5277031"/>
                <a:ext cx="493419" cy="2965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131" name="Ink 3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70738" y="5322888"/>
              <a:ext cx="196850" cy="187325"/>
            </p14:xfrm>
          </p:contentPart>
        </mc:Choice>
        <mc:Fallback xmlns="">
          <p:pic>
            <p:nvPicPr>
              <p:cNvPr id="4131" name="Ink 3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161381" y="5313611"/>
                <a:ext cx="215563" cy="205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132" name="Ink 3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089900" y="5135563"/>
              <a:ext cx="295275" cy="295275"/>
            </p14:xfrm>
          </p:contentPart>
        </mc:Choice>
        <mc:Fallback xmlns="">
          <p:pic>
            <p:nvPicPr>
              <p:cNvPr id="4132" name="Ink 3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080503" y="5126026"/>
                <a:ext cx="314069" cy="314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133" name="Ink 3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98675" y="5662613"/>
              <a:ext cx="946150" cy="320675"/>
            </p14:xfrm>
          </p:contentPart>
        </mc:Choice>
        <mc:Fallback xmlns="">
          <p:pic>
            <p:nvPicPr>
              <p:cNvPr id="4133" name="Ink 3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089293" y="5653297"/>
                <a:ext cx="964914" cy="339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134" name="Ink 3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14688" y="5618163"/>
              <a:ext cx="982662" cy="285750"/>
            </p14:xfrm>
          </p:contentPart>
        </mc:Choice>
        <mc:Fallback xmlns="">
          <p:pic>
            <p:nvPicPr>
              <p:cNvPr id="4134" name="Ink 3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205340" y="5608818"/>
                <a:ext cx="1001359" cy="3044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35" name="Ink 3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59450" y="5643563"/>
              <a:ext cx="312738" cy="358775"/>
            </p14:xfrm>
          </p:contentPart>
        </mc:Choice>
        <mc:Fallback xmlns="">
          <p:pic>
            <p:nvPicPr>
              <p:cNvPr id="4135" name="Ink 3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750093" y="5634179"/>
                <a:ext cx="331452" cy="3775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136" name="Ink 4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75400" y="5741988"/>
              <a:ext cx="117475" cy="223837"/>
            </p14:xfrm>
          </p:contentPart>
        </mc:Choice>
        <mc:Fallback xmlns="">
          <p:pic>
            <p:nvPicPr>
              <p:cNvPr id="4136" name="Ink 4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365973" y="5732616"/>
                <a:ext cx="136329" cy="242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137" name="Ink 4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61150" y="5707063"/>
              <a:ext cx="117475" cy="268287"/>
            </p14:xfrm>
          </p:contentPart>
        </mc:Choice>
        <mc:Fallback xmlns="">
          <p:pic>
            <p:nvPicPr>
              <p:cNvPr id="4137" name="Ink 4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651752" y="5697700"/>
                <a:ext cx="136271" cy="287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138" name="Ink 4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43750" y="5707063"/>
              <a:ext cx="161925" cy="98425"/>
            </p14:xfrm>
          </p:contentPart>
        </mc:Choice>
        <mc:Fallback xmlns="">
          <p:pic>
            <p:nvPicPr>
              <p:cNvPr id="4138" name="Ink 4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134353" y="5698020"/>
                <a:ext cx="180720" cy="1165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139" name="Ink 4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42238" y="5572125"/>
              <a:ext cx="608012" cy="268288"/>
            </p14:xfrm>
          </p:contentPart>
        </mc:Choice>
        <mc:Fallback xmlns="">
          <p:pic>
            <p:nvPicPr>
              <p:cNvPr id="4139" name="Ink 4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732834" y="5562849"/>
                <a:ext cx="626820" cy="2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140" name="Ink 4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65263" y="6037263"/>
              <a:ext cx="936625" cy="258762"/>
            </p14:xfrm>
          </p:contentPart>
        </mc:Choice>
        <mc:Fallback xmlns="">
          <p:pic>
            <p:nvPicPr>
              <p:cNvPr id="4140" name="Ink 4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455918" y="6027919"/>
                <a:ext cx="955314" cy="277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141" name="Ink 4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84488" y="6135688"/>
              <a:ext cx="169862" cy="80962"/>
            </p14:xfrm>
          </p:contentPart>
        </mc:Choice>
        <mc:Fallback xmlns="">
          <p:pic>
            <p:nvPicPr>
              <p:cNvPr id="4141" name="Ink 4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875151" y="6126374"/>
                <a:ext cx="188536" cy="99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142" name="Ink 4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46463" y="6019800"/>
              <a:ext cx="733425" cy="231775"/>
            </p14:xfrm>
          </p:contentPart>
        </mc:Choice>
        <mc:Fallback xmlns="">
          <p:pic>
            <p:nvPicPr>
              <p:cNvPr id="4142" name="Ink 4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437097" y="6010472"/>
                <a:ext cx="752157" cy="250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143" name="Ink 4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27675" y="6054725"/>
              <a:ext cx="1268413" cy="285750"/>
            </p14:xfrm>
          </p:contentPart>
        </mc:Choice>
        <mc:Fallback xmlns="">
          <p:pic>
            <p:nvPicPr>
              <p:cNvPr id="4143" name="Ink 4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518314" y="6045273"/>
                <a:ext cx="1287135" cy="3046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144" name="Ink 4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35813" y="5903913"/>
              <a:ext cx="1436687" cy="758825"/>
            </p14:xfrm>
          </p:contentPart>
        </mc:Choice>
        <mc:Fallback xmlns="">
          <p:pic>
            <p:nvPicPr>
              <p:cNvPr id="4144" name="Ink 4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126444" y="5894558"/>
                <a:ext cx="1455425" cy="777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4145" name="Ink 4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14688" y="6305550"/>
              <a:ext cx="1223962" cy="455613"/>
            </p14:xfrm>
          </p:contentPart>
        </mc:Choice>
        <mc:Fallback xmlns="">
          <p:pic>
            <p:nvPicPr>
              <p:cNvPr id="4145" name="Ink 4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205326" y="6296200"/>
                <a:ext cx="1242687" cy="4743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4146" name="Ink 5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88325" y="4751388"/>
              <a:ext cx="268288" cy="268287"/>
            </p14:xfrm>
          </p:contentPart>
        </mc:Choice>
        <mc:Fallback xmlns="">
          <p:pic>
            <p:nvPicPr>
              <p:cNvPr id="4146" name="Ink 5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178962" y="4741859"/>
                <a:ext cx="287014" cy="2873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338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Decimal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609600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26</a:t>
            </a:fld>
            <a:endParaRPr lang="en-US" altLang="zh-TW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3174" y="1219200"/>
            <a:ext cx="7274943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024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Decimal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609600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27</a:t>
            </a:fld>
            <a:endParaRPr lang="en-US" altLang="zh-TW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19200"/>
            <a:ext cx="7010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20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609600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28</a:t>
            </a:fld>
            <a:endParaRPr lang="en-US" altLang="zh-TW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1" y="1143000"/>
            <a:ext cx="4038600" cy="265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191000"/>
            <a:ext cx="678561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200" y="3200400"/>
            <a:ext cx="362712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14800" y="1143000"/>
            <a:ext cx="362712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77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to Decimal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1905000"/>
          </a:xfrm>
        </p:spPr>
        <p:txBody>
          <a:bodyPr/>
          <a:lstStyle/>
          <a:p>
            <a:r>
              <a:rPr lang="en-US" dirty="0" smtClean="0"/>
              <a:t>(ABC.123)</a:t>
            </a:r>
            <a:r>
              <a:rPr lang="en-US" baseline="-25000" dirty="0" smtClean="0"/>
              <a:t>16 </a:t>
            </a:r>
            <a:r>
              <a:rPr lang="en-US" dirty="0" smtClean="0"/>
              <a:t>= (2748.0710449219)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29</a:t>
            </a:fld>
            <a:endParaRPr lang="en-US" altLang="zh-TW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>
            <a:lum bright="-21000" contrast="43000"/>
          </a:blip>
          <a:srcRect/>
          <a:stretch>
            <a:fillRect/>
          </a:stretch>
        </p:blipFill>
        <p:spPr bwMode="auto">
          <a:xfrm>
            <a:off x="838200" y="1752600"/>
            <a:ext cx="4495800" cy="4703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5020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Base 2 to Base 16</a:t>
            </a:r>
          </a:p>
        </p:txBody>
      </p:sp>
      <p:pic>
        <p:nvPicPr>
          <p:cNvPr id="717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1219200"/>
            <a:ext cx="7049440" cy="5029200"/>
          </a:xfrm>
          <a:noFill/>
        </p:spPr>
      </p:pic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562600" y="6405562"/>
            <a:ext cx="2128838" cy="3762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A147E1F-7BB4-41CD-B102-3D0DDA38FA7B}" type="slidenum">
              <a:rPr lang="en-US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94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4343400" cy="1219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31</a:t>
            </a:fld>
            <a:endParaRPr lang="en-US" altLang="zh-TW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5105400"/>
            <a:ext cx="3813354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3000"/>
            <a:ext cx="4419600" cy="4046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345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Hexadecimal to Binary and Octal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7315200" cy="2514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32</a:t>
            </a:fld>
            <a:endParaRPr lang="en-US" altLang="zh-TW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7049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095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37338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33</a:t>
            </a:fld>
            <a:endParaRPr lang="en-US" altLang="zh-TW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95400"/>
            <a:ext cx="7049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270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Exercise Binary to Hexadecimal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038600" cy="4835525"/>
          </a:xfrm>
        </p:spPr>
        <p:txBody>
          <a:bodyPr/>
          <a:lstStyle/>
          <a:p>
            <a:r>
              <a:rPr lang="en-US" dirty="0" smtClean="0"/>
              <a:t>(10110101010101)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5800" y="1295400"/>
            <a:ext cx="4114800" cy="4835525"/>
          </a:xfrm>
        </p:spPr>
        <p:txBody>
          <a:bodyPr/>
          <a:lstStyle/>
          <a:p>
            <a:r>
              <a:rPr lang="en-US" dirty="0" smtClean="0"/>
              <a:t>(1100010010)</a:t>
            </a:r>
            <a:r>
              <a:rPr lang="en-US" baseline="-25000" dirty="0" smtClean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34</a:t>
            </a:fld>
            <a:endParaRPr lang="en-US" altLang="zh-TW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2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1500" y="1785938"/>
              <a:ext cx="2894013" cy="679450"/>
            </p14:xfrm>
          </p:contentPart>
        </mc:Choice>
        <mc:Fallback xmlns="">
          <p:pic>
            <p:nvPicPr>
              <p:cNvPr id="512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127" y="1776616"/>
                <a:ext cx="2912758" cy="698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12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54600" y="1714500"/>
              <a:ext cx="1857375" cy="98425"/>
            </p14:xfrm>
          </p:contentPart>
        </mc:Choice>
        <mc:Fallback xmlns="">
          <p:pic>
            <p:nvPicPr>
              <p:cNvPr id="512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5243" y="1705160"/>
                <a:ext cx="1876089" cy="117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12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4650" y="2259013"/>
              <a:ext cx="125413" cy="223837"/>
            </p14:xfrm>
          </p:contentPart>
        </mc:Choice>
        <mc:Fallback xmlns="">
          <p:pic>
            <p:nvPicPr>
              <p:cNvPr id="512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5413" y="2249671"/>
                <a:ext cx="143887" cy="24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2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89025" y="2241550"/>
              <a:ext cx="125413" cy="223838"/>
            </p14:xfrm>
          </p:contentPart>
        </mc:Choice>
        <mc:Fallback xmlns="">
          <p:pic>
            <p:nvPicPr>
              <p:cNvPr id="512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9891" y="2232208"/>
                <a:ext cx="143680" cy="242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2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57313" y="2322513"/>
              <a:ext cx="115887" cy="196850"/>
            </p14:xfrm>
          </p:contentPart>
        </mc:Choice>
        <mc:Fallback xmlns="">
          <p:pic>
            <p:nvPicPr>
              <p:cNvPr id="512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8013" y="2313156"/>
                <a:ext cx="134486" cy="215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12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81150" y="2259013"/>
              <a:ext cx="214313" cy="241300"/>
            </p14:xfrm>
          </p:contentPart>
        </mc:Choice>
        <mc:Fallback xmlns="">
          <p:pic>
            <p:nvPicPr>
              <p:cNvPr id="512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1832" y="2249663"/>
                <a:ext cx="232949" cy="2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2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44700" y="2322513"/>
              <a:ext cx="90488" cy="133350"/>
            </p14:xfrm>
          </p:contentPart>
        </mc:Choice>
        <mc:Fallback xmlns="">
          <p:pic>
            <p:nvPicPr>
              <p:cNvPr id="512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5581" y="2313437"/>
                <a:ext cx="108726" cy="1515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12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24088" y="2303463"/>
              <a:ext cx="26987" cy="188912"/>
            </p14:xfrm>
          </p:contentPart>
        </mc:Choice>
        <mc:Fallback xmlns="">
          <p:pic>
            <p:nvPicPr>
              <p:cNvPr id="512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14976" y="2294054"/>
                <a:ext cx="45212" cy="2077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130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39975" y="2278063"/>
              <a:ext cx="160338" cy="196850"/>
            </p14:xfrm>
          </p:contentPart>
        </mc:Choice>
        <mc:Fallback xmlns="">
          <p:pic>
            <p:nvPicPr>
              <p:cNvPr id="5130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30711" y="2268706"/>
                <a:ext cx="178866" cy="215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131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67025" y="2187575"/>
              <a:ext cx="561975" cy="223838"/>
            </p14:xfrm>
          </p:contentPart>
        </mc:Choice>
        <mc:Fallback xmlns="">
          <p:pic>
            <p:nvPicPr>
              <p:cNvPr id="5131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57689" y="2177924"/>
                <a:ext cx="580648" cy="2431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132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2738" y="2482850"/>
              <a:ext cx="839787" cy="669925"/>
            </p14:xfrm>
          </p:contentPart>
        </mc:Choice>
        <mc:Fallback xmlns="">
          <p:pic>
            <p:nvPicPr>
              <p:cNvPr id="5132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3379" y="2473496"/>
                <a:ext cx="858505" cy="688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133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92250" y="2482850"/>
              <a:ext cx="1035050" cy="642938"/>
            </p14:xfrm>
          </p:contentPart>
        </mc:Choice>
        <mc:Fallback xmlns="">
          <p:pic>
            <p:nvPicPr>
              <p:cNvPr id="5133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82906" y="2473432"/>
                <a:ext cx="1053738" cy="661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134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28938" y="2465388"/>
              <a:ext cx="2063750" cy="776287"/>
            </p14:xfrm>
          </p:contentPart>
        </mc:Choice>
        <mc:Fallback xmlns="">
          <p:pic>
            <p:nvPicPr>
              <p:cNvPr id="5134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19561" y="2456039"/>
                <a:ext cx="2082505" cy="794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135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29250" y="2517775"/>
              <a:ext cx="3429000" cy="965200"/>
            </p14:xfrm>
          </p:contentPart>
        </mc:Choice>
        <mc:Fallback xmlns="">
          <p:pic>
            <p:nvPicPr>
              <p:cNvPr id="5135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19895" y="2508449"/>
                <a:ext cx="3447710" cy="983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136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83225" y="2517775"/>
              <a:ext cx="500063" cy="250825"/>
            </p14:xfrm>
          </p:contentPart>
        </mc:Choice>
        <mc:Fallback xmlns="">
          <p:pic>
            <p:nvPicPr>
              <p:cNvPr id="5136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73871" y="2508405"/>
                <a:ext cx="518770" cy="269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137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32525" y="2446338"/>
              <a:ext cx="455613" cy="260350"/>
            </p14:xfrm>
          </p:contentPart>
        </mc:Choice>
        <mc:Fallback xmlns="">
          <p:pic>
            <p:nvPicPr>
              <p:cNvPr id="5137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223190" y="2437014"/>
                <a:ext cx="474283" cy="278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138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46900" y="2446338"/>
              <a:ext cx="242888" cy="188912"/>
            </p14:xfrm>
          </p:contentPart>
        </mc:Choice>
        <mc:Fallback xmlns="">
          <p:pic>
            <p:nvPicPr>
              <p:cNvPr id="5138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37572" y="2436947"/>
                <a:ext cx="261544" cy="207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39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86625" y="2411413"/>
              <a:ext cx="19050" cy="214312"/>
            </p14:xfrm>
          </p:contentPart>
        </mc:Choice>
        <mc:Fallback xmlns="">
          <p:pic>
            <p:nvPicPr>
              <p:cNvPr id="5139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76913" y="2402064"/>
                <a:ext cx="38474" cy="233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140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29500" y="2401888"/>
              <a:ext cx="98425" cy="161925"/>
            </p14:xfrm>
          </p:contentPart>
        </mc:Choice>
        <mc:Fallback xmlns="">
          <p:pic>
            <p:nvPicPr>
              <p:cNvPr id="5140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420160" y="2392406"/>
                <a:ext cx="117104" cy="180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41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0063" y="3813175"/>
              <a:ext cx="107950" cy="188913"/>
            </p14:xfrm>
          </p:contentPart>
        </mc:Choice>
        <mc:Fallback xmlns="">
          <p:pic>
            <p:nvPicPr>
              <p:cNvPr id="5141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90861" y="3803872"/>
                <a:ext cx="126355" cy="207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142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4850" y="3840163"/>
              <a:ext cx="1588" cy="196850"/>
            </p14:xfrm>
          </p:contentPart>
        </mc:Choice>
        <mc:Fallback xmlns="">
          <p:pic>
            <p:nvPicPr>
              <p:cNvPr id="5142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63562" y="3830806"/>
                <a:ext cx="84164" cy="215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143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2800" y="3768725"/>
              <a:ext cx="88900" cy="160338"/>
            </p14:xfrm>
          </p:contentPart>
        </mc:Choice>
        <mc:Fallback xmlns="">
          <p:pic>
            <p:nvPicPr>
              <p:cNvPr id="5143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3664" y="3759399"/>
                <a:ext cx="107172" cy="178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144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96975" y="3741738"/>
              <a:ext cx="9525" cy="223837"/>
            </p14:xfrm>
          </p:contentPart>
        </mc:Choice>
        <mc:Fallback xmlns="">
          <p:pic>
            <p:nvPicPr>
              <p:cNvPr id="5144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89899" y="3732366"/>
                <a:ext cx="23676" cy="242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145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20800" y="3786188"/>
              <a:ext cx="9525" cy="152400"/>
            </p14:xfrm>
          </p:contentPart>
        </mc:Choice>
        <mc:Fallback xmlns="">
          <p:pic>
            <p:nvPicPr>
              <p:cNvPr id="5145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12545" y="3776821"/>
                <a:ext cx="26035" cy="171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146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55738" y="3751263"/>
              <a:ext cx="88900" cy="169862"/>
            </p14:xfrm>
          </p:contentPart>
        </mc:Choice>
        <mc:Fallback xmlns="">
          <p:pic>
            <p:nvPicPr>
              <p:cNvPr id="5146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446187" y="3741906"/>
                <a:ext cx="108002" cy="188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147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41488" y="3697288"/>
              <a:ext cx="26987" cy="241300"/>
            </p14:xfrm>
          </p:contentPart>
        </mc:Choice>
        <mc:Fallback xmlns="">
          <p:pic>
            <p:nvPicPr>
              <p:cNvPr id="5147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32133" y="3687797"/>
                <a:ext cx="45698" cy="260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148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66900" y="3759200"/>
              <a:ext cx="61913" cy="144463"/>
            </p14:xfrm>
          </p:contentPart>
        </mc:Choice>
        <mc:Fallback xmlns="">
          <p:pic>
            <p:nvPicPr>
              <p:cNvPr id="5148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58151" y="3749763"/>
                <a:ext cx="79410" cy="163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149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17713" y="3706813"/>
              <a:ext cx="28575" cy="231775"/>
            </p14:xfrm>
          </p:contentPart>
        </mc:Choice>
        <mc:Fallback xmlns="">
          <p:pic>
            <p:nvPicPr>
              <p:cNvPr id="5149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07937" y="3697485"/>
                <a:ext cx="48126" cy="250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50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74900" y="3706813"/>
              <a:ext cx="366713" cy="222250"/>
            </p14:xfrm>
          </p:contentPart>
        </mc:Choice>
        <mc:Fallback xmlns="">
          <p:pic>
            <p:nvPicPr>
              <p:cNvPr id="5150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65269" y="3697448"/>
                <a:ext cx="385975" cy="2409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51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62288" y="3571875"/>
              <a:ext cx="366712" cy="339725"/>
            </p14:xfrm>
          </p:contentPart>
        </mc:Choice>
        <mc:Fallback xmlns="">
          <p:pic>
            <p:nvPicPr>
              <p:cNvPr id="5151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52968" y="3562518"/>
                <a:ext cx="385352" cy="3584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152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8150" y="3714750"/>
              <a:ext cx="7483475" cy="1054100"/>
            </p14:xfrm>
          </p:contentPart>
        </mc:Choice>
        <mc:Fallback xmlns="">
          <p:pic>
            <p:nvPicPr>
              <p:cNvPr id="5152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8791" y="3705322"/>
                <a:ext cx="7502194" cy="10729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153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02200" y="4357688"/>
              <a:ext cx="161925" cy="287337"/>
            </p14:xfrm>
          </p:contentPart>
        </mc:Choice>
        <mc:Fallback xmlns="">
          <p:pic>
            <p:nvPicPr>
              <p:cNvPr id="5153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892865" y="4348291"/>
                <a:ext cx="180595" cy="306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154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92750" y="4429125"/>
              <a:ext cx="17463" cy="233363"/>
            </p14:xfrm>
          </p:contentPart>
        </mc:Choice>
        <mc:Fallback xmlns="">
          <p:pic>
            <p:nvPicPr>
              <p:cNvPr id="5154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84018" y="4419733"/>
                <a:ext cx="34926" cy="252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155" name="Ink 3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26163" y="4340225"/>
              <a:ext cx="179387" cy="384175"/>
            </p14:xfrm>
          </p:contentPart>
        </mc:Choice>
        <mc:Fallback xmlns="">
          <p:pic>
            <p:nvPicPr>
              <p:cNvPr id="5155" name="Ink 3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116586" y="4330872"/>
                <a:ext cx="198541" cy="4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156" name="Ink 3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53213" y="4402138"/>
              <a:ext cx="357187" cy="312737"/>
            </p14:xfrm>
          </p:contentPart>
        </mc:Choice>
        <mc:Fallback xmlns="">
          <p:pic>
            <p:nvPicPr>
              <p:cNvPr id="5156" name="Ink 3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43861" y="4392504"/>
                <a:ext cx="375892" cy="332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157" name="Ink 3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93000" y="4332288"/>
              <a:ext cx="365125" cy="249237"/>
            </p14:xfrm>
          </p:contentPart>
        </mc:Choice>
        <mc:Fallback xmlns="">
          <p:pic>
            <p:nvPicPr>
              <p:cNvPr id="5157" name="Ink 3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483675" y="4322828"/>
                <a:ext cx="383776" cy="268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158" name="Ink 3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76913" y="5027613"/>
              <a:ext cx="2019300" cy="857250"/>
            </p14:xfrm>
          </p:contentPart>
        </mc:Choice>
        <mc:Fallback xmlns="">
          <p:pic>
            <p:nvPicPr>
              <p:cNvPr id="5158" name="Ink 3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67576" y="5018165"/>
                <a:ext cx="2037974" cy="876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59" name="Ink 3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0888" y="1250950"/>
              <a:ext cx="2678112" cy="106363"/>
            </p14:xfrm>
          </p:contentPart>
        </mc:Choice>
        <mc:Fallback xmlns="">
          <p:pic>
            <p:nvPicPr>
              <p:cNvPr id="5159" name="Ink 3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41532" y="1241732"/>
                <a:ext cx="2696825" cy="1247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160" name="Ink 4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54600" y="1268413"/>
              <a:ext cx="1946275" cy="88900"/>
            </p14:xfrm>
          </p:contentPart>
        </mc:Choice>
        <mc:Fallback xmlns="">
          <p:pic>
            <p:nvPicPr>
              <p:cNvPr id="5160" name="Ink 4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045250" y="1259130"/>
                <a:ext cx="1964975" cy="1074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42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Exercise Octal to Hexadecimal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038600" cy="4835525"/>
          </a:xfrm>
        </p:spPr>
        <p:txBody>
          <a:bodyPr/>
          <a:lstStyle/>
          <a:p>
            <a:r>
              <a:rPr lang="en-US" dirty="0" smtClean="0"/>
              <a:t>(344)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5800" y="1295400"/>
            <a:ext cx="4114800" cy="4835525"/>
          </a:xfrm>
        </p:spPr>
        <p:txBody>
          <a:bodyPr/>
          <a:lstStyle/>
          <a:p>
            <a:r>
              <a:rPr lang="en-US" dirty="0" smtClean="0"/>
              <a:t>(1422)</a:t>
            </a:r>
            <a:r>
              <a:rPr lang="en-US" baseline="-25000" dirty="0" smtClean="0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35</a:t>
            </a:fld>
            <a:endParaRPr lang="en-US" altLang="zh-TW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68475" y="1258888"/>
              <a:ext cx="1393825" cy="608012"/>
            </p14:xfrm>
          </p:contentPart>
        </mc:Choice>
        <mc:Fallback xmlns=""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9091" y="1249382"/>
                <a:ext cx="1412592" cy="627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14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45075" y="2187575"/>
              <a:ext cx="73025" cy="376238"/>
            </p14:xfrm>
          </p:contentPart>
        </mc:Choice>
        <mc:Fallback xmlns="">
          <p:pic>
            <p:nvPicPr>
              <p:cNvPr id="61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5582" y="2178124"/>
                <a:ext cx="92012" cy="3951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1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34038" y="2179638"/>
              <a:ext cx="269875" cy="419100"/>
            </p14:xfrm>
          </p:contentPart>
        </mc:Choice>
        <mc:Fallback xmlns="">
          <p:pic>
            <p:nvPicPr>
              <p:cNvPr id="61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24645" y="2170121"/>
                <a:ext cx="288661" cy="4381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14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46838" y="2170113"/>
              <a:ext cx="314325" cy="420687"/>
            </p14:xfrm>
          </p:contentPart>
        </mc:Choice>
        <mc:Fallback xmlns="">
          <p:pic>
            <p:nvPicPr>
              <p:cNvPr id="61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37455" y="2160788"/>
                <a:ext cx="333091" cy="439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15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42175" y="2214563"/>
              <a:ext cx="285750" cy="349250"/>
            </p14:xfrm>
          </p:contentPart>
        </mc:Choice>
        <mc:Fallback xmlns="">
          <p:pic>
            <p:nvPicPr>
              <p:cNvPr id="615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32830" y="2205250"/>
                <a:ext cx="304441" cy="367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15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13488" y="1231900"/>
              <a:ext cx="1482725" cy="635000"/>
            </p14:xfrm>
          </p:contentPart>
        </mc:Choice>
        <mc:Fallback xmlns="">
          <p:pic>
            <p:nvPicPr>
              <p:cNvPr id="615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04095" y="1222546"/>
                <a:ext cx="1501512" cy="6537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5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95338" y="2098675"/>
              <a:ext cx="2143125" cy="1135063"/>
            </p14:xfrm>
          </p:contentPart>
        </mc:Choice>
        <mc:Fallback xmlns="">
          <p:pic>
            <p:nvPicPr>
              <p:cNvPr id="615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5973" y="2089309"/>
                <a:ext cx="2161855" cy="1153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5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00125" y="4616450"/>
              <a:ext cx="1768475" cy="957263"/>
            </p14:xfrm>
          </p:contentPart>
        </mc:Choice>
        <mc:Fallback xmlns="">
          <p:pic>
            <p:nvPicPr>
              <p:cNvPr id="615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0766" y="4607079"/>
                <a:ext cx="1787193" cy="976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5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4038" y="2938463"/>
              <a:ext cx="392112" cy="357187"/>
            </p14:xfrm>
          </p:contentPart>
        </mc:Choice>
        <mc:Fallback xmlns="">
          <p:pic>
            <p:nvPicPr>
              <p:cNvPr id="615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4770" y="2928899"/>
                <a:ext cx="410648" cy="376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15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79950" y="2830513"/>
              <a:ext cx="365125" cy="287337"/>
            </p14:xfrm>
          </p:contentPart>
        </mc:Choice>
        <mc:Fallback xmlns="">
          <p:pic>
            <p:nvPicPr>
              <p:cNvPr id="615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70625" y="2821116"/>
                <a:ext cx="383776" cy="306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5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45138" y="2867025"/>
              <a:ext cx="430212" cy="204788"/>
            </p14:xfrm>
          </p:contentPart>
        </mc:Choice>
        <mc:Fallback xmlns="">
          <p:pic>
            <p:nvPicPr>
              <p:cNvPr id="615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35754" y="2857716"/>
                <a:ext cx="448980" cy="223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157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13488" y="2813050"/>
              <a:ext cx="366712" cy="231775"/>
            </p14:xfrm>
          </p:contentPart>
        </mc:Choice>
        <mc:Fallback xmlns="">
          <p:pic>
            <p:nvPicPr>
              <p:cNvPr id="6157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04048" y="2803454"/>
                <a:ext cx="385592" cy="250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15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26288" y="2795588"/>
              <a:ext cx="438150" cy="258762"/>
            </p14:xfrm>
          </p:contentPart>
        </mc:Choice>
        <mc:Fallback xmlns="">
          <p:pic>
            <p:nvPicPr>
              <p:cNvPr id="615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16927" y="2786018"/>
                <a:ext cx="456871" cy="277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159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0400" y="3536950"/>
              <a:ext cx="2393950" cy="677863"/>
            </p14:xfrm>
          </p:contentPart>
        </mc:Choice>
        <mc:Fallback xmlns="">
          <p:pic>
            <p:nvPicPr>
              <p:cNvPr id="6159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1030" y="3527605"/>
                <a:ext cx="2412689" cy="696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160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45013" y="3367088"/>
              <a:ext cx="2322512" cy="581025"/>
            </p14:xfrm>
          </p:contentPart>
        </mc:Choice>
        <mc:Fallback xmlns="">
          <p:pic>
            <p:nvPicPr>
              <p:cNvPr id="6160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35645" y="3357746"/>
                <a:ext cx="2341248" cy="599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61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46588" y="4367213"/>
              <a:ext cx="608012" cy="420687"/>
            </p14:xfrm>
          </p:contentPart>
        </mc:Choice>
        <mc:Fallback xmlns="">
          <p:pic>
            <p:nvPicPr>
              <p:cNvPr id="6161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37223" y="4357840"/>
                <a:ext cx="626742" cy="439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162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57813" y="4241800"/>
              <a:ext cx="1357312" cy="492125"/>
            </p14:xfrm>
          </p:contentPart>
        </mc:Choice>
        <mc:Fallback xmlns="">
          <p:pic>
            <p:nvPicPr>
              <p:cNvPr id="6162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48445" y="4232336"/>
                <a:ext cx="1376048" cy="5110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63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86500" y="4751388"/>
              <a:ext cx="268288" cy="322262"/>
            </p14:xfrm>
          </p:contentPart>
        </mc:Choice>
        <mc:Fallback xmlns="">
          <p:pic>
            <p:nvPicPr>
              <p:cNvPr id="6163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76825" y="4742026"/>
                <a:ext cx="287637" cy="340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164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33913" y="4956175"/>
              <a:ext cx="322262" cy="455613"/>
            </p14:xfrm>
          </p:contentPart>
        </mc:Choice>
        <mc:Fallback xmlns="">
          <p:pic>
            <p:nvPicPr>
              <p:cNvPr id="6164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24655" y="4946862"/>
                <a:ext cx="340779" cy="474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165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83225" y="4876800"/>
              <a:ext cx="1465263" cy="1276350"/>
            </p14:xfrm>
          </p:contentPart>
        </mc:Choice>
        <mc:Fallback xmlns="">
          <p:pic>
            <p:nvPicPr>
              <p:cNvPr id="6165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473855" y="4867452"/>
                <a:ext cx="1484002" cy="1295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166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25975" y="3643313"/>
              <a:ext cx="2732088" cy="366712"/>
            </p14:xfrm>
          </p:contentPart>
        </mc:Choice>
        <mc:Fallback xmlns="">
          <p:pic>
            <p:nvPicPr>
              <p:cNvPr id="6166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16619" y="3634011"/>
                <a:ext cx="2750801" cy="3853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493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System Program</a:t>
            </a:r>
          </a:p>
        </p:txBody>
      </p:sp>
      <p:pic>
        <p:nvPicPr>
          <p:cNvPr id="614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28800" y="2935224"/>
            <a:ext cx="4648200" cy="3044571"/>
          </a:xfrm>
          <a:noFill/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A147E1F-7BB4-41CD-B102-3D0DDA38FA7B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" y="6019800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effectLst/>
              </a:rPr>
              <a:t>http://www.goldenkstar.com/number-system-school-software-maths.htm</a:t>
            </a:r>
            <a:endParaRPr lang="en-US" dirty="0">
              <a:effectLst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04800" y="1219200"/>
            <a:ext cx="7239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Genius Maker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sz="3000" kern="0" dirty="0" smtClean="0">
                <a:effectLst/>
                <a:latin typeface="+mn-lt"/>
              </a:rPr>
              <a:t>Free software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the number system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602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562600" y="6405562"/>
            <a:ext cx="2128838" cy="3762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A147E1F-7BB4-41CD-B102-3D0DDA38FA7B}" type="slidenum">
              <a:rPr lang="en-US"/>
              <a:pPr/>
              <a:t>37</a:t>
            </a:fld>
            <a:endParaRPr lang="en-US" dirty="0"/>
          </a:p>
        </p:txBody>
      </p:sp>
      <p:sp>
        <p:nvSpPr>
          <p:cNvPr id="163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458200" cy="762000"/>
          </a:xfrm>
        </p:spPr>
        <p:txBody>
          <a:bodyPr>
            <a:normAutofit fontScale="90000"/>
          </a:bodyPr>
          <a:lstStyle/>
          <a:p>
            <a:pPr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 smtClean="0"/>
              <a:t>Summary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143000"/>
            <a:ext cx="7848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altLang="zh-TW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新細明體" pitchFamily="18" charset="-120"/>
                <a:cs typeface="+mn-cs"/>
              </a:rPr>
              <a:t>Number System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</a:rPr>
              <a:t>Decimal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kumimoji="0" lang="en-US" altLang="zh-TW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新細明體" pitchFamily="18" charset="-120"/>
                <a:cs typeface="+mn-cs"/>
              </a:rPr>
              <a:t>Binary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</a:rPr>
              <a:t>Octal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kumimoji="0" lang="en-US" altLang="zh-TW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新細明體" pitchFamily="18" charset="-120"/>
                <a:cs typeface="+mn-cs"/>
              </a:rPr>
              <a:t>Hexadecimal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</a:rPr>
              <a:t>Number conversion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en-US" altLang="zh-TW" sz="26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kumimoji="0" lang="en-US" altLang="zh-TW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4408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239000" cy="911225"/>
          </a:xfrm>
        </p:spPr>
        <p:txBody>
          <a:bodyPr/>
          <a:lstStyle/>
          <a:p>
            <a:r>
              <a:rPr lang="en-US" dirty="0" smtClean="0"/>
              <a:t>Recommended Websites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7848600" cy="5029200"/>
          </a:xfrm>
        </p:spPr>
        <p:txBody>
          <a:bodyPr/>
          <a:lstStyle/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38</a:t>
            </a:fld>
            <a:endParaRPr lang="en-US" altLang="zh-TW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1295400"/>
            <a:ext cx="7315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  <a:hlinkClick r:id="rId2"/>
              </a:rPr>
              <a:t>http://www.cdrummond.qc.ca/cegep/informat/Professeurs/Alain/files/ascii.htm</a:t>
            </a: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  <a:hlinkClick r:id="rId2"/>
              </a:rPr>
              <a:t>http://www.lookuptables.com/ebcdic_scancodes.php</a:t>
            </a:r>
            <a:endParaRPr lang="en-US" altLang="zh-TW" sz="30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  <a:hlinkClick r:id="rId3"/>
              </a:rPr>
              <a:t>http://math.comsci.us/radix/hexadecimal.html</a:t>
            </a:r>
            <a:endParaRPr lang="en-US" altLang="zh-TW" sz="30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en-US" altLang="zh-TW" sz="30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kumimoji="0" lang="en-US" altLang="zh-TW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28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Number System - Exercise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04800" y="1219200"/>
          <a:ext cx="7315200" cy="475488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Decimal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Octal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Hexadecimal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(1100010010)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(1422)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(312)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(555)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(1000101011)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(1053)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(22B)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(228)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(11100100)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(179)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(10110011)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(483)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(111100011)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(743)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(1E3)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(4012)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(111110101100)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(7643)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(FAC)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(4321)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(1000011100001)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(10341)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(10E1)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(1853)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(11100111101)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(3475)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(73D)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(9526)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(1001010011011)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(22466)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(2536)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(11605)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(10110101010101)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(26525)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(2D55)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(48879)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(111111011101111)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(137357)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(BEEF)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9836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3683708</TotalTime>
  <Words>835</Words>
  <Application>Microsoft Office PowerPoint</Application>
  <PresentationFormat>On-screen Show (4:3)</PresentationFormat>
  <Paragraphs>216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Carlito</vt:lpstr>
      <vt:lpstr>Corbel</vt:lpstr>
      <vt:lpstr>新細明體</vt:lpstr>
      <vt:lpstr>Times New Roman</vt:lpstr>
      <vt:lpstr>Wingdings</vt:lpstr>
      <vt:lpstr>Wingdings 2</vt:lpstr>
      <vt:lpstr>Wingdings 3</vt:lpstr>
      <vt:lpstr>Module</vt:lpstr>
      <vt:lpstr>CSC 101 – Introduction to Computing</vt:lpstr>
      <vt:lpstr>Number Conversion</vt:lpstr>
      <vt:lpstr>Data  and  Program Representation </vt:lpstr>
      <vt:lpstr>Digital  Data  Representation</vt:lpstr>
      <vt:lpstr>Representing Numerical Data</vt:lpstr>
      <vt:lpstr>Representing Numerical Data</vt:lpstr>
      <vt:lpstr>Coding Systems for Text-Based Data</vt:lpstr>
      <vt:lpstr>Coding Systems for Text-Based Data</vt:lpstr>
      <vt:lpstr>Coding Systems for Other Types of  Data</vt:lpstr>
      <vt:lpstr>Coding Systems for Other Types of  Data</vt:lpstr>
      <vt:lpstr>Coding Systems for Other Types of  Data</vt:lpstr>
      <vt:lpstr>Representing Software Programs</vt:lpstr>
      <vt:lpstr>Decimal To Binary</vt:lpstr>
      <vt:lpstr>Decimal To Binary</vt:lpstr>
      <vt:lpstr>Decimal to Binary (with Fractions)</vt:lpstr>
      <vt:lpstr>Binary to Decimal</vt:lpstr>
      <vt:lpstr>Binary to Decimal</vt:lpstr>
      <vt:lpstr>Binary to Decimal</vt:lpstr>
      <vt:lpstr>Binary to Decimal</vt:lpstr>
      <vt:lpstr>Binary to Decimal (with Fractions)</vt:lpstr>
      <vt:lpstr>Exercise Decimal to Binary</vt:lpstr>
      <vt:lpstr>Decimal to Octal</vt:lpstr>
      <vt:lpstr>Octal to Decimal</vt:lpstr>
      <vt:lpstr>Exercise Decimal to Octal</vt:lpstr>
      <vt:lpstr>Exercise Octal to Decimal</vt:lpstr>
      <vt:lpstr>Decimal to Hexadecimal</vt:lpstr>
      <vt:lpstr>Decimal to Hexadecimal</vt:lpstr>
      <vt:lpstr>Hexadecimal to Decimal</vt:lpstr>
      <vt:lpstr>Hexadecimal to Decimal </vt:lpstr>
      <vt:lpstr>Comparison Base 2 to Base 16</vt:lpstr>
      <vt:lpstr>Binary to Hexadecimal</vt:lpstr>
      <vt:lpstr>Hexadecimal to Binary and Octal</vt:lpstr>
      <vt:lpstr>Octal to Hexadecimal</vt:lpstr>
      <vt:lpstr> Exercise Binary to Hexadecimal</vt:lpstr>
      <vt:lpstr> Exercise Octal to Hexadecimal</vt:lpstr>
      <vt:lpstr>Number System Program</vt:lpstr>
      <vt:lpstr>Summary</vt:lpstr>
      <vt:lpstr>Recommended Websites</vt:lpstr>
      <vt:lpstr>Number System - Exercise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HP</cp:lastModifiedBy>
  <cp:revision>163</cp:revision>
  <dcterms:created xsi:type="dcterms:W3CDTF">2015-07-29T13:27:11Z</dcterms:created>
  <dcterms:modified xsi:type="dcterms:W3CDTF">2024-09-17T19:33:38Z</dcterms:modified>
</cp:coreProperties>
</file>