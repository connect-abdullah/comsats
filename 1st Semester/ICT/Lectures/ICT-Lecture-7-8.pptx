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14"/>
  </p:notesMasterIdLst>
  <p:sldIdLst>
    <p:sldId id="256" r:id="rId2"/>
    <p:sldId id="266" r:id="rId3"/>
    <p:sldId id="296" r:id="rId4"/>
    <p:sldId id="297" r:id="rId5"/>
    <p:sldId id="298" r:id="rId6"/>
    <p:sldId id="299" r:id="rId7"/>
    <p:sldId id="300" r:id="rId8"/>
    <p:sldId id="301" r:id="rId9"/>
    <p:sldId id="303" r:id="rId10"/>
    <p:sldId id="302" r:id="rId11"/>
    <p:sldId id="304" r:id="rId12"/>
    <p:sldId id="30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2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5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CSC 101 – Introduction to Computing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05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Number system Addition and Subtraction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7391400" cy="4724399"/>
          </a:xfrm>
        </p:spPr>
        <p:txBody>
          <a:bodyPr/>
          <a:lstStyle/>
          <a:p>
            <a:r>
              <a:rPr lang="en-US" dirty="0" smtClean="0"/>
              <a:t>Binary addition and subtraction</a:t>
            </a:r>
          </a:p>
          <a:p>
            <a:r>
              <a:rPr lang="en-US" dirty="0" smtClean="0"/>
              <a:t>Octal addition and subtraction</a:t>
            </a:r>
          </a:p>
          <a:p>
            <a:r>
              <a:rPr lang="en-US" dirty="0" smtClean="0"/>
              <a:t>Hexadecimal addition and subtraction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19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55082" y="2743200"/>
            <a:ext cx="6988818" cy="225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0101 + 1000</a:t>
            </a:r>
          </a:p>
          <a:p>
            <a:pPr lvl="1"/>
            <a:r>
              <a:rPr lang="en-US" dirty="0" smtClean="0"/>
              <a:t>1101</a:t>
            </a:r>
          </a:p>
          <a:p>
            <a:r>
              <a:rPr lang="en-US" dirty="0" smtClean="0"/>
              <a:t>1010 + 0011</a:t>
            </a:r>
          </a:p>
          <a:p>
            <a:pPr lvl="1"/>
            <a:r>
              <a:rPr lang="en-US" dirty="0" smtClean="0"/>
              <a:t>1101</a:t>
            </a:r>
          </a:p>
          <a:p>
            <a:r>
              <a:rPr lang="en-US" dirty="0" smtClean="0"/>
              <a:t>1010 + 1110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 1000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Octal Addition</a:t>
            </a:r>
            <a:endParaRPr lang="en-GB" dirty="0"/>
          </a:p>
        </p:txBody>
      </p:sp>
      <p:pic>
        <p:nvPicPr>
          <p:cNvPr id="430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66850" y="2792412"/>
            <a:ext cx="62103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642 + 321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163</a:t>
            </a:r>
          </a:p>
          <a:p>
            <a:r>
              <a:rPr lang="en-US" dirty="0" smtClean="0"/>
              <a:t>146 + 136</a:t>
            </a:r>
          </a:p>
          <a:p>
            <a:pPr lvl="1"/>
            <a:r>
              <a:rPr lang="en-US" dirty="0" smtClean="0"/>
              <a:t>304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Addition</a:t>
            </a:r>
            <a:endParaRPr lang="en-GB" dirty="0"/>
          </a:p>
        </p:txBody>
      </p:sp>
      <p:pic>
        <p:nvPicPr>
          <p:cNvPr id="440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2685" y="1774825"/>
            <a:ext cx="5938629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8AB + 93C</a:t>
            </a:r>
          </a:p>
          <a:p>
            <a:pPr marL="704088" lvl="2" indent="-320040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/>
              <a:t>  </a:t>
            </a:r>
            <a:r>
              <a:rPr lang="en-US" smtClean="0"/>
              <a:t>1E7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899 + 189</a:t>
            </a:r>
          </a:p>
          <a:p>
            <a:pPr lvl="1"/>
            <a:r>
              <a:rPr lang="en-US" dirty="0" smtClean="0"/>
              <a:t>A22</a:t>
            </a:r>
            <a:endParaRPr lang="en-GB" dirty="0" smtClean="0"/>
          </a:p>
          <a:p>
            <a:r>
              <a:rPr lang="en-US" dirty="0" smtClean="0"/>
              <a:t>DAF+BAF</a:t>
            </a:r>
          </a:p>
          <a:p>
            <a:pPr lvl="1"/>
            <a:r>
              <a:rPr lang="en-US" dirty="0" smtClean="0"/>
              <a:t>195E</a:t>
            </a:r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71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90687" y="3159125"/>
            <a:ext cx="576262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Subtraction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1101 – 0111</a:t>
            </a:r>
          </a:p>
          <a:p>
            <a:pPr lvl="1"/>
            <a:r>
              <a:rPr lang="en-US" dirty="0" smtClean="0"/>
              <a:t>0110</a:t>
            </a:r>
          </a:p>
          <a:p>
            <a:r>
              <a:rPr lang="en-US" dirty="0" smtClean="0"/>
              <a:t>1010010 – 111111</a:t>
            </a:r>
          </a:p>
          <a:p>
            <a:pPr marL="704088" lvl="2" indent="-320040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dirty="0" smtClean="0"/>
              <a:t>0010011</a:t>
            </a:r>
            <a:endParaRPr lang="en-GB" dirty="0" smtClean="0"/>
          </a:p>
          <a:p>
            <a:r>
              <a:rPr lang="en-US" dirty="0" smtClean="0"/>
              <a:t>100001 – 1111</a:t>
            </a:r>
          </a:p>
          <a:p>
            <a:pPr lvl="1"/>
            <a:r>
              <a:rPr lang="en-US" dirty="0" smtClean="0"/>
              <a:t>010010</a:t>
            </a:r>
          </a:p>
          <a:p>
            <a:endParaRPr lang="en-US" dirty="0" smtClean="0"/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Octal Subtraction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456 – 173</a:t>
            </a:r>
          </a:p>
          <a:p>
            <a:pPr lvl="1"/>
            <a:r>
              <a:rPr lang="en-US" dirty="0" smtClean="0"/>
              <a:t>= 263</a:t>
            </a:r>
          </a:p>
          <a:p>
            <a:r>
              <a:rPr lang="en-US" dirty="0" smtClean="0"/>
              <a:t>743 – 564</a:t>
            </a:r>
          </a:p>
          <a:p>
            <a:pPr lvl="1"/>
            <a:r>
              <a:rPr lang="en-US" dirty="0" smtClean="0"/>
              <a:t>=157</a:t>
            </a:r>
          </a:p>
          <a:p>
            <a:r>
              <a:rPr lang="en-US" dirty="0" smtClean="0"/>
              <a:t>624 - 265</a:t>
            </a:r>
          </a:p>
          <a:p>
            <a:pPr lvl="1"/>
            <a:r>
              <a:rPr lang="en-US" dirty="0" smtClean="0"/>
              <a:t>337</a:t>
            </a:r>
          </a:p>
          <a:p>
            <a:endParaRPr lang="en-US" dirty="0" smtClean="0"/>
          </a:p>
          <a:p>
            <a:endParaRPr lang="en-GB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1752600"/>
            <a:ext cx="3505200" cy="340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Subtraction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9654 -  5321</a:t>
            </a:r>
          </a:p>
          <a:p>
            <a:pPr lvl="1"/>
            <a:r>
              <a:rPr lang="en-US" dirty="0" smtClean="0"/>
              <a:t>4333</a:t>
            </a:r>
          </a:p>
          <a:p>
            <a:r>
              <a:rPr lang="en-US" dirty="0" smtClean="0"/>
              <a:t>974B – 587C</a:t>
            </a:r>
          </a:p>
          <a:p>
            <a:pPr lvl="1"/>
            <a:r>
              <a:rPr lang="en-US" dirty="0" smtClean="0"/>
              <a:t>3ECF</a:t>
            </a:r>
            <a:endParaRPr lang="en-GB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2B1452A8B9644E8C8746036957D926" ma:contentTypeVersion="4" ma:contentTypeDescription="Create a new document." ma:contentTypeScope="" ma:versionID="c180a0b494e1df634ea8a136120aaaa5">
  <xsd:schema xmlns:xsd="http://www.w3.org/2001/XMLSchema" xmlns:xs="http://www.w3.org/2001/XMLSchema" xmlns:p="http://schemas.microsoft.com/office/2006/metadata/properties" xmlns:ns2="ecb9fd39-69ca-44d1-bf6e-cb49dbade056" targetNamespace="http://schemas.microsoft.com/office/2006/metadata/properties" ma:root="true" ma:fieldsID="f3bb93dc3ae910b110e4de89499c188f" ns2:_="">
    <xsd:import namespace="ecb9fd39-69ca-44d1-bf6e-cb49dbade0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fd39-69ca-44d1-bf6e-cb49dbade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EC2860-2C4C-4040-8977-0CAA12ED206F}"/>
</file>

<file path=customXml/itemProps2.xml><?xml version="1.0" encoding="utf-8"?>
<ds:datastoreItem xmlns:ds="http://schemas.openxmlformats.org/officeDocument/2006/customXml" ds:itemID="{D302FFD4-C3FB-47CA-84C1-6A9DC2D15C30}"/>
</file>

<file path=customXml/itemProps3.xml><?xml version="1.0" encoding="utf-8"?>
<ds:datastoreItem xmlns:ds="http://schemas.openxmlformats.org/officeDocument/2006/customXml" ds:itemID="{932A6558-6EC7-4912-8571-47418A9801A1}"/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15577993</TotalTime>
  <Words>103</Words>
  <Application>Microsoft Office PowerPoint</Application>
  <PresentationFormat>On-screen Show (4:3)</PresentationFormat>
  <Paragraphs>45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Module</vt:lpstr>
      <vt:lpstr>CSC 101 – Introduction to Computing</vt:lpstr>
      <vt:lpstr>Number system Addition and Subtraction</vt:lpstr>
      <vt:lpstr>Slide 3</vt:lpstr>
      <vt:lpstr>Slide 4</vt:lpstr>
      <vt:lpstr>Octal Addition</vt:lpstr>
      <vt:lpstr>Slide 6</vt:lpstr>
      <vt:lpstr>Hexadecimal Addition</vt:lpstr>
      <vt:lpstr>Slide 8</vt:lpstr>
      <vt:lpstr>Slide 9</vt:lpstr>
      <vt:lpstr>Binary Subtraction</vt:lpstr>
      <vt:lpstr>Octal Subtraction</vt:lpstr>
      <vt:lpstr>Hexadecimal Subtraction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Administrator</cp:lastModifiedBy>
  <cp:revision>148</cp:revision>
  <dcterms:created xsi:type="dcterms:W3CDTF">2015-07-29T13:27:11Z</dcterms:created>
  <dcterms:modified xsi:type="dcterms:W3CDTF">2022-03-09T08:47:30Z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0x0101002C2B1452A8B9644E8C8746036957D926</vt:lpwstr>
  </property>
</Properties>
</file>