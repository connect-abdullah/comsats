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62" r:id="rId3"/>
    <p:sldId id="261" r:id="rId4"/>
    <p:sldId id="346" r:id="rId5"/>
    <p:sldId id="492" r:id="rId6"/>
    <p:sldId id="494" r:id="rId7"/>
    <p:sldId id="495" r:id="rId8"/>
    <p:sldId id="496" r:id="rId9"/>
    <p:sldId id="497" r:id="rId10"/>
    <p:sldId id="498" r:id="rId11"/>
    <p:sldId id="499" r:id="rId12"/>
    <p:sldId id="500" r:id="rId13"/>
    <p:sldId id="501" r:id="rId14"/>
    <p:sldId id="454" r:id="rId15"/>
    <p:sldId id="5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24B062-BC23-4BB2-88E9-67317ED16707}" v="2" dt="2022-10-19T07:22:33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saan awan" userId="a51d85811057a577" providerId="LiveId" clId="{FBA4427E-8551-45A8-BE4C-E96C433273BE}"/>
    <pc:docChg chg="undo custSel addSld delSld modSld">
      <pc:chgData name="hassaan awan" userId="a51d85811057a577" providerId="LiveId" clId="{FBA4427E-8551-45A8-BE4C-E96C433273BE}" dt="2020-11-06T07:41:18.853" v="537" actId="27636"/>
      <pc:docMkLst>
        <pc:docMk/>
      </pc:docMkLst>
      <pc:sldChg chg="new del">
        <pc:chgData name="hassaan awan" userId="a51d85811057a577" providerId="LiveId" clId="{FBA4427E-8551-45A8-BE4C-E96C433273BE}" dt="2020-10-29T07:02:54.320" v="2" actId="47"/>
        <pc:sldMkLst>
          <pc:docMk/>
          <pc:sldMk cId="3139855749" sldId="256"/>
        </pc:sldMkLst>
      </pc:sldChg>
      <pc:sldChg chg="delSp modSp add mod delAnim">
        <pc:chgData name="hassaan awan" userId="a51d85811057a577" providerId="LiveId" clId="{FBA4427E-8551-45A8-BE4C-E96C433273BE}" dt="2020-10-29T07:33:40.433" v="17" actId="20577"/>
        <pc:sldMkLst>
          <pc:docMk/>
          <pc:sldMk cId="3351907696" sldId="260"/>
        </pc:sldMkLst>
        <pc:spChg chg="mod">
          <ac:chgData name="hassaan awan" userId="a51d85811057a577" providerId="LiveId" clId="{FBA4427E-8551-45A8-BE4C-E96C433273BE}" dt="2020-10-29T07:33:40.433" v="17" actId="20577"/>
          <ac:spMkLst>
            <pc:docMk/>
            <pc:sldMk cId="3351907696" sldId="260"/>
            <ac:spMk id="2" creationId="{A2DD7975-EB79-4FDF-80D6-3BAB4ED9ACB8}"/>
          </ac:spMkLst>
        </pc:spChg>
        <pc:picChg chg="del">
          <ac:chgData name="hassaan awan" userId="a51d85811057a577" providerId="LiveId" clId="{FBA4427E-8551-45A8-BE4C-E96C433273BE}" dt="2020-10-29T07:02:56.638" v="3" actId="478"/>
          <ac:picMkLst>
            <pc:docMk/>
            <pc:sldMk cId="3351907696" sldId="260"/>
            <ac:picMk id="6" creationId="{82818740-81EA-4FB4-BF19-BAAFCDCAE530}"/>
          </ac:picMkLst>
        </pc:picChg>
      </pc:sldChg>
      <pc:sldChg chg="addSp delSp modSp new mod addAnim delAnim modAnim">
        <pc:chgData name="hassaan awan" userId="a51d85811057a577" providerId="LiveId" clId="{FBA4427E-8551-45A8-BE4C-E96C433273BE}" dt="2020-10-29T07:57:07.287" v="529"/>
        <pc:sldMkLst>
          <pc:docMk/>
          <pc:sldMk cId="2269486871" sldId="261"/>
        </pc:sldMkLst>
        <pc:spChg chg="mod">
          <ac:chgData name="hassaan awan" userId="a51d85811057a577" providerId="LiveId" clId="{FBA4427E-8551-45A8-BE4C-E96C433273BE}" dt="2020-10-29T07:34:04.969" v="33" actId="113"/>
          <ac:spMkLst>
            <pc:docMk/>
            <pc:sldMk cId="2269486871" sldId="261"/>
            <ac:spMk id="2" creationId="{0493DA9A-464A-442A-BA31-A849A7D6CA7A}"/>
          </ac:spMkLst>
        </pc:spChg>
        <pc:spChg chg="del mod">
          <ac:chgData name="hassaan awan" userId="a51d85811057a577" providerId="LiveId" clId="{FBA4427E-8551-45A8-BE4C-E96C433273BE}" dt="2020-10-29T07:35:27.375" v="77" actId="478"/>
          <ac:spMkLst>
            <pc:docMk/>
            <pc:sldMk cId="2269486871" sldId="261"/>
            <ac:spMk id="3" creationId="{6F5963E9-8D21-47EC-B6B0-3FB79A3B79BF}"/>
          </ac:spMkLst>
        </pc:spChg>
        <pc:spChg chg="add mod">
          <ac:chgData name="hassaan awan" userId="a51d85811057a577" providerId="LiveId" clId="{FBA4427E-8551-45A8-BE4C-E96C433273BE}" dt="2020-10-29T07:50:14.542" v="403" actId="1076"/>
          <ac:spMkLst>
            <pc:docMk/>
            <pc:sldMk cId="2269486871" sldId="261"/>
            <ac:spMk id="4" creationId="{36AA009B-5505-4A94-9A0D-C9E72CE7C69E}"/>
          </ac:spMkLst>
        </pc:spChg>
        <pc:spChg chg="add del mod">
          <ac:chgData name="hassaan awan" userId="a51d85811057a577" providerId="LiveId" clId="{FBA4427E-8551-45A8-BE4C-E96C433273BE}" dt="2020-10-29T07:53:44.583" v="483" actId="478"/>
          <ac:spMkLst>
            <pc:docMk/>
            <pc:sldMk cId="2269486871" sldId="261"/>
            <ac:spMk id="17" creationId="{13936BBC-642F-4347-B1A2-16F6662E011A}"/>
          </ac:spMkLst>
        </pc:spChg>
        <pc:spChg chg="add del mod">
          <ac:chgData name="hassaan awan" userId="a51d85811057a577" providerId="LiveId" clId="{FBA4427E-8551-45A8-BE4C-E96C433273BE}" dt="2020-10-29T07:53:35.784" v="482" actId="22"/>
          <ac:spMkLst>
            <pc:docMk/>
            <pc:sldMk cId="2269486871" sldId="261"/>
            <ac:spMk id="19" creationId="{62AB255C-6623-4B09-9B20-C263CF5E2139}"/>
          </ac:spMkLst>
        </pc:spChg>
        <pc:spChg chg="mod">
          <ac:chgData name="hassaan awan" userId="a51d85811057a577" providerId="LiveId" clId="{FBA4427E-8551-45A8-BE4C-E96C433273BE}" dt="2020-10-29T07:54:40.258" v="491" actId="207"/>
          <ac:spMkLst>
            <pc:docMk/>
            <pc:sldMk cId="2269486871" sldId="261"/>
            <ac:spMk id="21" creationId="{A19C628C-E68A-4B4B-96E2-DC49849A3435}"/>
          </ac:spMkLst>
        </pc:spChg>
        <pc:spChg chg="add mod">
          <ac:chgData name="hassaan awan" userId="a51d85811057a577" providerId="LiveId" clId="{FBA4427E-8551-45A8-BE4C-E96C433273BE}" dt="2020-10-29T07:56:48.060" v="527" actId="113"/>
          <ac:spMkLst>
            <pc:docMk/>
            <pc:sldMk cId="2269486871" sldId="261"/>
            <ac:spMk id="30" creationId="{158A3FD7-4E81-48FE-981A-FE3CEFE49563}"/>
          </ac:spMkLst>
        </pc:spChg>
        <pc:spChg chg="add mod">
          <ac:chgData name="hassaan awan" userId="a51d85811057a577" providerId="LiveId" clId="{FBA4427E-8551-45A8-BE4C-E96C433273BE}" dt="2020-10-29T07:56:45.371" v="526" actId="113"/>
          <ac:spMkLst>
            <pc:docMk/>
            <pc:sldMk cId="2269486871" sldId="261"/>
            <ac:spMk id="32" creationId="{492587A7-1E8B-45FE-AE23-508350F6A33A}"/>
          </ac:spMkLst>
        </pc:spChg>
        <pc:grpChg chg="add mod">
          <ac:chgData name="hassaan awan" userId="a51d85811057a577" providerId="LiveId" clId="{FBA4427E-8551-45A8-BE4C-E96C433273BE}" dt="2020-10-29T07:54:24.416" v="489" actId="1076"/>
          <ac:grpSpMkLst>
            <pc:docMk/>
            <pc:sldMk cId="2269486871" sldId="261"/>
            <ac:grpSpMk id="20" creationId="{B7B952AB-1E06-4E1F-B14B-192B3DE5EBE2}"/>
          </ac:grpSpMkLst>
        </pc:grp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6" creationId="{8B549EB2-1CAB-4FFC-B444-832CAD3BBDC5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7" creationId="{CF27619E-E727-4A48-97CC-47AAE563FF6B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8" creationId="{0CDD8606-D964-418E-BE78-7C335D4305A5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9" creationId="{21C8B286-7A34-4905-8CE6-D54BFF8D1278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10" creationId="{C3A977AA-C910-41F7-A441-183DFCD3960B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11" creationId="{AB6BA285-48C4-4CD0-999F-D8DA6AB75DCF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12" creationId="{E3DDF95E-3CA8-401E-ABAD-C86E861CA530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13" creationId="{3CA14121-2187-4F6B-842E-EB25235F1ED4}"/>
          </ac:cxnSpMkLst>
        </pc:cxnChg>
        <pc:cxnChg chg="add mod">
          <ac:chgData name="hassaan awan" userId="a51d85811057a577" providerId="LiveId" clId="{FBA4427E-8551-45A8-BE4C-E96C433273BE}" dt="2020-10-29T07:50:14.542" v="403" actId="1076"/>
          <ac:cxnSpMkLst>
            <pc:docMk/>
            <pc:sldMk cId="2269486871" sldId="261"/>
            <ac:cxnSpMk id="14" creationId="{6AB91D84-26E3-40DE-9EFD-8D292468FA88}"/>
          </ac:cxnSpMkLst>
        </pc:cxnChg>
        <pc:cxnChg chg="add del mod">
          <ac:chgData name="hassaan awan" userId="a51d85811057a577" providerId="LiveId" clId="{FBA4427E-8551-45A8-BE4C-E96C433273BE}" dt="2020-10-29T07:45:13.690" v="172" actId="478"/>
          <ac:cxnSpMkLst>
            <pc:docMk/>
            <pc:sldMk cId="2269486871" sldId="261"/>
            <ac:cxnSpMk id="16" creationId="{C340DCAD-9E4E-44FD-B4C9-83E29E49C5FB}"/>
          </ac:cxnSpMkLst>
        </pc:cxnChg>
        <pc:cxnChg chg="mod">
          <ac:chgData name="hassaan awan" userId="a51d85811057a577" providerId="LiveId" clId="{FBA4427E-8551-45A8-BE4C-E96C433273BE}" dt="2020-10-29T07:56:12.355" v="515" actId="208"/>
          <ac:cxnSpMkLst>
            <pc:docMk/>
            <pc:sldMk cId="2269486871" sldId="261"/>
            <ac:cxnSpMk id="22" creationId="{75C31DDA-C2F6-4544-B50F-31B11C340637}"/>
          </ac:cxnSpMkLst>
        </pc:cxnChg>
        <pc:cxnChg chg="mod">
          <ac:chgData name="hassaan awan" userId="a51d85811057a577" providerId="LiveId" clId="{FBA4427E-8551-45A8-BE4C-E96C433273BE}" dt="2020-10-29T07:56:12.355" v="515" actId="208"/>
          <ac:cxnSpMkLst>
            <pc:docMk/>
            <pc:sldMk cId="2269486871" sldId="261"/>
            <ac:cxnSpMk id="23" creationId="{9F5D37E3-A056-4CF5-9075-575A45BA865E}"/>
          </ac:cxnSpMkLst>
        </pc:cxnChg>
        <pc:cxnChg chg="mod">
          <ac:chgData name="hassaan awan" userId="a51d85811057a577" providerId="LiveId" clId="{FBA4427E-8551-45A8-BE4C-E96C433273BE}" dt="2020-10-29T07:56:12.355" v="515" actId="208"/>
          <ac:cxnSpMkLst>
            <pc:docMk/>
            <pc:sldMk cId="2269486871" sldId="261"/>
            <ac:cxnSpMk id="24" creationId="{6F7F3657-2535-4547-B683-D71CD68448EA}"/>
          </ac:cxnSpMkLst>
        </pc:cxnChg>
        <pc:cxnChg chg="mod">
          <ac:chgData name="hassaan awan" userId="a51d85811057a577" providerId="LiveId" clId="{FBA4427E-8551-45A8-BE4C-E96C433273BE}" dt="2020-10-29T07:56:12.355" v="515" actId="208"/>
          <ac:cxnSpMkLst>
            <pc:docMk/>
            <pc:sldMk cId="2269486871" sldId="261"/>
            <ac:cxnSpMk id="25" creationId="{16CB33C4-F4CB-41B0-9BEC-E4D4F7EAE482}"/>
          </ac:cxnSpMkLst>
        </pc:cxnChg>
        <pc:cxnChg chg="mod">
          <ac:chgData name="hassaan awan" userId="a51d85811057a577" providerId="LiveId" clId="{FBA4427E-8551-45A8-BE4C-E96C433273BE}" dt="2020-10-29T07:56:12.355" v="515" actId="208"/>
          <ac:cxnSpMkLst>
            <pc:docMk/>
            <pc:sldMk cId="2269486871" sldId="261"/>
            <ac:cxnSpMk id="26" creationId="{73C1EB59-0376-4B7D-8D1E-F574C419D851}"/>
          </ac:cxnSpMkLst>
        </pc:cxnChg>
        <pc:cxnChg chg="add mod">
          <ac:chgData name="hassaan awan" userId="a51d85811057a577" providerId="LiveId" clId="{FBA4427E-8551-45A8-BE4C-E96C433273BE}" dt="2020-10-29T07:55:09.023" v="494" actId="14100"/>
          <ac:cxnSpMkLst>
            <pc:docMk/>
            <pc:sldMk cId="2269486871" sldId="261"/>
            <ac:cxnSpMk id="28" creationId="{B2510D24-2901-4876-B78C-0EF38FE7E917}"/>
          </ac:cxnSpMkLst>
        </pc:cxnChg>
      </pc:sldChg>
      <pc:sldChg chg="addSp delSp modSp add mod delAnim modAnim">
        <pc:chgData name="hassaan awan" userId="a51d85811057a577" providerId="LiveId" clId="{FBA4427E-8551-45A8-BE4C-E96C433273BE}" dt="2020-10-29T07:51:00.404" v="414" actId="6549"/>
        <pc:sldMkLst>
          <pc:docMk/>
          <pc:sldMk cId="1114561890" sldId="262"/>
        </pc:sldMkLst>
        <pc:spChg chg="mod">
          <ac:chgData name="hassaan awan" userId="a51d85811057a577" providerId="LiveId" clId="{FBA4427E-8551-45A8-BE4C-E96C433273BE}" dt="2020-10-29T07:51:00.404" v="414" actId="6549"/>
          <ac:spMkLst>
            <pc:docMk/>
            <pc:sldMk cId="1114561890" sldId="262"/>
            <ac:spMk id="4" creationId="{36AA009B-5505-4A94-9A0D-C9E72CE7C69E}"/>
          </ac:spMkLst>
        </pc:spChg>
        <pc:spChg chg="del">
          <ac:chgData name="hassaan awan" userId="a51d85811057a577" providerId="LiveId" clId="{FBA4427E-8551-45A8-BE4C-E96C433273BE}" dt="2020-10-29T07:50:31.865" v="405" actId="478"/>
          <ac:spMkLst>
            <pc:docMk/>
            <pc:sldMk cId="1114561890" sldId="262"/>
            <ac:spMk id="17" creationId="{13936BBC-642F-4347-B1A2-16F6662E011A}"/>
          </ac:spMkLst>
        </pc:spChg>
        <pc:cxnChg chg="del">
          <ac:chgData name="hassaan awan" userId="a51d85811057a577" providerId="LiveId" clId="{FBA4427E-8551-45A8-BE4C-E96C433273BE}" dt="2020-10-29T07:50:49.296" v="410" actId="478"/>
          <ac:cxnSpMkLst>
            <pc:docMk/>
            <pc:sldMk cId="1114561890" sldId="262"/>
            <ac:cxnSpMk id="6" creationId="{8B549EB2-1CAB-4FFC-B444-832CAD3BBDC5}"/>
          </ac:cxnSpMkLst>
        </pc:cxnChg>
        <pc:cxnChg chg="del">
          <ac:chgData name="hassaan awan" userId="a51d85811057a577" providerId="LiveId" clId="{FBA4427E-8551-45A8-BE4C-E96C433273BE}" dt="2020-10-29T07:50:47.143" v="409" actId="478"/>
          <ac:cxnSpMkLst>
            <pc:docMk/>
            <pc:sldMk cId="1114561890" sldId="262"/>
            <ac:cxnSpMk id="7" creationId="{CF27619E-E727-4A48-97CC-47AAE563FF6B}"/>
          </ac:cxnSpMkLst>
        </pc:cxnChg>
        <pc:cxnChg chg="del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8" creationId="{0CDD8606-D964-418E-BE78-7C335D4305A5}"/>
          </ac:cxnSpMkLst>
        </pc:cxnChg>
        <pc:cxnChg chg="del">
          <ac:chgData name="hassaan awan" userId="a51d85811057a577" providerId="LiveId" clId="{FBA4427E-8551-45A8-BE4C-E96C433273BE}" dt="2020-10-29T07:50:45.262" v="408" actId="478"/>
          <ac:cxnSpMkLst>
            <pc:docMk/>
            <pc:sldMk cId="1114561890" sldId="262"/>
            <ac:cxnSpMk id="9" creationId="{21C8B286-7A34-4905-8CE6-D54BFF8D1278}"/>
          </ac:cxnSpMkLst>
        </pc:cxnChg>
        <pc:cxnChg chg="del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0" creationId="{C3A977AA-C910-41F7-A441-183DFCD3960B}"/>
          </ac:cxnSpMkLst>
        </pc:cxnChg>
        <pc:cxnChg chg="del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1" creationId="{AB6BA285-48C4-4CD0-999F-D8DA6AB75DCF}"/>
          </ac:cxnSpMkLst>
        </pc:cxnChg>
        <pc:cxnChg chg="del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2" creationId="{E3DDF95E-3CA8-401E-ABAD-C86E861CA530}"/>
          </ac:cxnSpMkLst>
        </pc:cxnChg>
        <pc:cxnChg chg="del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3" creationId="{3CA14121-2187-4F6B-842E-EB25235F1ED4}"/>
          </ac:cxnSpMkLst>
        </pc:cxnChg>
        <pc:cxnChg chg="del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4" creationId="{6AB91D84-26E3-40DE-9EFD-8D292468FA88}"/>
          </ac:cxnSpMkLst>
        </pc:cxnChg>
        <pc:cxnChg chg="add del mod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5" creationId="{535148C1-D278-4108-8A75-6FFE7AD6C0E7}"/>
          </ac:cxnSpMkLst>
        </pc:cxnChg>
        <pc:cxnChg chg="add del mod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6" creationId="{623E9E40-2103-4CBA-BA2D-9F6AF53C7931}"/>
          </ac:cxnSpMkLst>
        </pc:cxnChg>
        <pc:cxnChg chg="add del mod">
          <ac:chgData name="hassaan awan" userId="a51d85811057a577" providerId="LiveId" clId="{FBA4427E-8551-45A8-BE4C-E96C433273BE}" dt="2020-10-29T07:50:43.023" v="407" actId="478"/>
          <ac:cxnSpMkLst>
            <pc:docMk/>
            <pc:sldMk cId="1114561890" sldId="262"/>
            <ac:cxnSpMk id="18" creationId="{09D8CFEC-CFFA-4215-A30F-238743BF1899}"/>
          </ac:cxnSpMkLst>
        </pc:cxnChg>
      </pc:sldChg>
      <pc:sldChg chg="addSp delSp modSp add del mod modAnim">
        <pc:chgData name="hassaan awan" userId="a51d85811057a577" providerId="LiveId" clId="{FBA4427E-8551-45A8-BE4C-E96C433273BE}" dt="2020-10-29T07:59:59.816" v="530" actId="47"/>
        <pc:sldMkLst>
          <pc:docMk/>
          <pc:sldMk cId="1510026415" sldId="263"/>
        </pc:sldMkLst>
        <pc:spChg chg="mod">
          <ac:chgData name="hassaan awan" userId="a51d85811057a577" providerId="LiveId" clId="{FBA4427E-8551-45A8-BE4C-E96C433273BE}" dt="2020-10-29T07:54:04.262" v="486" actId="164"/>
          <ac:spMkLst>
            <pc:docMk/>
            <pc:sldMk cId="1510026415" sldId="263"/>
            <ac:spMk id="4" creationId="{36AA009B-5505-4A94-9A0D-C9E72CE7C69E}"/>
          </ac:spMkLst>
        </pc:spChg>
        <pc:spChg chg="del">
          <ac:chgData name="hassaan awan" userId="a51d85811057a577" providerId="LiveId" clId="{FBA4427E-8551-45A8-BE4C-E96C433273BE}" dt="2020-10-29T07:53:03.370" v="436" actId="478"/>
          <ac:spMkLst>
            <pc:docMk/>
            <pc:sldMk cId="1510026415" sldId="263"/>
            <ac:spMk id="17" creationId="{13936BBC-642F-4347-B1A2-16F6662E011A}"/>
          </ac:spMkLst>
        </pc:spChg>
        <pc:grpChg chg="add mod">
          <ac:chgData name="hassaan awan" userId="a51d85811057a577" providerId="LiveId" clId="{FBA4427E-8551-45A8-BE4C-E96C433273BE}" dt="2020-10-29T07:53:58.111" v="485" actId="164"/>
          <ac:grpSpMkLst>
            <pc:docMk/>
            <pc:sldMk cId="1510026415" sldId="263"/>
            <ac:grpSpMk id="3" creationId="{4EBC49D7-7CEE-4B7B-8C25-29D44A87D923}"/>
          </ac:grpSpMkLst>
        </pc:grpChg>
        <pc:grpChg chg="add mod">
          <ac:chgData name="hassaan awan" userId="a51d85811057a577" providerId="LiveId" clId="{FBA4427E-8551-45A8-BE4C-E96C433273BE}" dt="2020-10-29T07:54:10.016" v="487" actId="1076"/>
          <ac:grpSpMkLst>
            <pc:docMk/>
            <pc:sldMk cId="1510026415" sldId="263"/>
            <ac:grpSpMk id="5" creationId="{0B2CD56F-0DB8-4E0E-AB56-879A1DE26578}"/>
          </ac:grpSpMkLst>
        </pc:grpChg>
        <pc:cxnChg chg="del">
          <ac:chgData name="hassaan awan" userId="a51d85811057a577" providerId="LiveId" clId="{FBA4427E-8551-45A8-BE4C-E96C433273BE}" dt="2020-10-29T07:52:23.189" v="427" actId="478"/>
          <ac:cxnSpMkLst>
            <pc:docMk/>
            <pc:sldMk cId="1510026415" sldId="263"/>
            <ac:cxnSpMk id="6" creationId="{8B549EB2-1CAB-4FFC-B444-832CAD3BBDC5}"/>
          </ac:cxnSpMkLst>
        </pc:cxnChg>
        <pc:cxnChg chg="del">
          <ac:chgData name="hassaan awan" userId="a51d85811057a577" providerId="LiveId" clId="{FBA4427E-8551-45A8-BE4C-E96C433273BE}" dt="2020-10-29T07:52:22.061" v="426" actId="478"/>
          <ac:cxnSpMkLst>
            <pc:docMk/>
            <pc:sldMk cId="1510026415" sldId="263"/>
            <ac:cxnSpMk id="7" creationId="{CF27619E-E727-4A48-97CC-47AAE563FF6B}"/>
          </ac:cxnSpMkLst>
        </pc:cxnChg>
        <pc:cxnChg chg="mod">
          <ac:chgData name="hassaan awan" userId="a51d85811057a577" providerId="LiveId" clId="{FBA4427E-8551-45A8-BE4C-E96C433273BE}" dt="2020-10-29T07:54:04.262" v="486" actId="164"/>
          <ac:cxnSpMkLst>
            <pc:docMk/>
            <pc:sldMk cId="1510026415" sldId="263"/>
            <ac:cxnSpMk id="8" creationId="{0CDD8606-D964-418E-BE78-7C335D4305A5}"/>
          </ac:cxnSpMkLst>
        </pc:cxnChg>
        <pc:cxnChg chg="mod">
          <ac:chgData name="hassaan awan" userId="a51d85811057a577" providerId="LiveId" clId="{FBA4427E-8551-45A8-BE4C-E96C433273BE}" dt="2020-10-29T07:54:04.262" v="486" actId="164"/>
          <ac:cxnSpMkLst>
            <pc:docMk/>
            <pc:sldMk cId="1510026415" sldId="263"/>
            <ac:cxnSpMk id="9" creationId="{21C8B286-7A34-4905-8CE6-D54BFF8D1278}"/>
          </ac:cxnSpMkLst>
        </pc:cxnChg>
        <pc:cxnChg chg="mod">
          <ac:chgData name="hassaan awan" userId="a51d85811057a577" providerId="LiveId" clId="{FBA4427E-8551-45A8-BE4C-E96C433273BE}" dt="2020-10-29T07:54:04.262" v="486" actId="164"/>
          <ac:cxnSpMkLst>
            <pc:docMk/>
            <pc:sldMk cId="1510026415" sldId="263"/>
            <ac:cxnSpMk id="10" creationId="{C3A977AA-C910-41F7-A441-183DFCD3960B}"/>
          </ac:cxnSpMkLst>
        </pc:cxnChg>
        <pc:cxnChg chg="mod">
          <ac:chgData name="hassaan awan" userId="a51d85811057a577" providerId="LiveId" clId="{FBA4427E-8551-45A8-BE4C-E96C433273BE}" dt="2020-10-29T07:54:04.262" v="486" actId="164"/>
          <ac:cxnSpMkLst>
            <pc:docMk/>
            <pc:sldMk cId="1510026415" sldId="263"/>
            <ac:cxnSpMk id="11" creationId="{AB6BA285-48C4-4CD0-999F-D8DA6AB75DCF}"/>
          </ac:cxnSpMkLst>
        </pc:cxnChg>
        <pc:cxnChg chg="mod">
          <ac:chgData name="hassaan awan" userId="a51d85811057a577" providerId="LiveId" clId="{FBA4427E-8551-45A8-BE4C-E96C433273BE}" dt="2020-10-29T07:54:04.262" v="486" actId="164"/>
          <ac:cxnSpMkLst>
            <pc:docMk/>
            <pc:sldMk cId="1510026415" sldId="263"/>
            <ac:cxnSpMk id="12" creationId="{E3DDF95E-3CA8-401E-ABAD-C86E861CA530}"/>
          </ac:cxnSpMkLst>
        </pc:cxnChg>
        <pc:cxnChg chg="del">
          <ac:chgData name="hassaan awan" userId="a51d85811057a577" providerId="LiveId" clId="{FBA4427E-8551-45A8-BE4C-E96C433273BE}" dt="2020-10-29T07:52:25.231" v="429" actId="478"/>
          <ac:cxnSpMkLst>
            <pc:docMk/>
            <pc:sldMk cId="1510026415" sldId="263"/>
            <ac:cxnSpMk id="13" creationId="{3CA14121-2187-4F6B-842E-EB25235F1ED4}"/>
          </ac:cxnSpMkLst>
        </pc:cxnChg>
        <pc:cxnChg chg="del">
          <ac:chgData name="hassaan awan" userId="a51d85811057a577" providerId="LiveId" clId="{FBA4427E-8551-45A8-BE4C-E96C433273BE}" dt="2020-10-29T07:52:24.379" v="428" actId="478"/>
          <ac:cxnSpMkLst>
            <pc:docMk/>
            <pc:sldMk cId="1510026415" sldId="263"/>
            <ac:cxnSpMk id="14" creationId="{6AB91D84-26E3-40DE-9EFD-8D292468FA88}"/>
          </ac:cxnSpMkLst>
        </pc:cxnChg>
      </pc:sldChg>
      <pc:sldChg chg="add">
        <pc:chgData name="hassaan awan" userId="a51d85811057a577" providerId="LiveId" clId="{FBA4427E-8551-45A8-BE4C-E96C433273BE}" dt="2020-11-06T07:41:18.412" v="531"/>
        <pc:sldMkLst>
          <pc:docMk/>
          <pc:sldMk cId="0" sldId="346"/>
        </pc:sldMkLst>
      </pc:sldChg>
      <pc:sldChg chg="add">
        <pc:chgData name="hassaan awan" userId="a51d85811057a577" providerId="LiveId" clId="{FBA4427E-8551-45A8-BE4C-E96C433273BE}" dt="2020-11-06T07:41:18.412" v="531"/>
        <pc:sldMkLst>
          <pc:docMk/>
          <pc:sldMk cId="0" sldId="454"/>
        </pc:sldMkLst>
      </pc:sldChg>
      <pc:sldChg chg="modSp add mod">
        <pc:chgData name="hassaan awan" userId="a51d85811057a577" providerId="LiveId" clId="{FBA4427E-8551-45A8-BE4C-E96C433273BE}" dt="2020-11-06T07:41:18.623" v="532" actId="27636"/>
        <pc:sldMkLst>
          <pc:docMk/>
          <pc:sldMk cId="0" sldId="492"/>
        </pc:sldMkLst>
        <pc:spChg chg="mod">
          <ac:chgData name="hassaan awan" userId="a51d85811057a577" providerId="LiveId" clId="{FBA4427E-8551-45A8-BE4C-E96C433273BE}" dt="2020-11-06T07:41:18.623" v="532" actId="27636"/>
          <ac:spMkLst>
            <pc:docMk/>
            <pc:sldMk cId="0" sldId="492"/>
            <ac:spMk id="14339" creationId="{4C8851FD-7064-47ED-B748-8E0610083C43}"/>
          </ac:spMkLst>
        </pc:spChg>
      </pc:sldChg>
      <pc:sldChg chg="add">
        <pc:chgData name="hassaan awan" userId="a51d85811057a577" providerId="LiveId" clId="{FBA4427E-8551-45A8-BE4C-E96C433273BE}" dt="2020-11-06T07:41:18.412" v="531"/>
        <pc:sldMkLst>
          <pc:docMk/>
          <pc:sldMk cId="0" sldId="494"/>
        </pc:sldMkLst>
      </pc:sldChg>
      <pc:sldChg chg="add setBg">
        <pc:chgData name="hassaan awan" userId="a51d85811057a577" providerId="LiveId" clId="{FBA4427E-8551-45A8-BE4C-E96C433273BE}" dt="2020-11-06T07:41:18.412" v="531"/>
        <pc:sldMkLst>
          <pc:docMk/>
          <pc:sldMk cId="0" sldId="495"/>
        </pc:sldMkLst>
      </pc:sldChg>
      <pc:sldChg chg="add setBg">
        <pc:chgData name="hassaan awan" userId="a51d85811057a577" providerId="LiveId" clId="{FBA4427E-8551-45A8-BE4C-E96C433273BE}" dt="2020-11-06T07:41:18.412" v="531"/>
        <pc:sldMkLst>
          <pc:docMk/>
          <pc:sldMk cId="0" sldId="496"/>
        </pc:sldMkLst>
      </pc:sldChg>
      <pc:sldChg chg="add">
        <pc:chgData name="hassaan awan" userId="a51d85811057a577" providerId="LiveId" clId="{FBA4427E-8551-45A8-BE4C-E96C433273BE}" dt="2020-11-06T07:41:18.412" v="531"/>
        <pc:sldMkLst>
          <pc:docMk/>
          <pc:sldMk cId="0" sldId="497"/>
        </pc:sldMkLst>
      </pc:sldChg>
      <pc:sldChg chg="add">
        <pc:chgData name="hassaan awan" userId="a51d85811057a577" providerId="LiveId" clId="{FBA4427E-8551-45A8-BE4C-E96C433273BE}" dt="2020-11-06T07:41:18.412" v="531"/>
        <pc:sldMkLst>
          <pc:docMk/>
          <pc:sldMk cId="0" sldId="498"/>
        </pc:sldMkLst>
      </pc:sldChg>
      <pc:sldChg chg="modSp add mod">
        <pc:chgData name="hassaan awan" userId="a51d85811057a577" providerId="LiveId" clId="{FBA4427E-8551-45A8-BE4C-E96C433273BE}" dt="2020-11-06T07:41:18.701" v="533" actId="27636"/>
        <pc:sldMkLst>
          <pc:docMk/>
          <pc:sldMk cId="0" sldId="499"/>
        </pc:sldMkLst>
        <pc:spChg chg="mod">
          <ac:chgData name="hassaan awan" userId="a51d85811057a577" providerId="LiveId" clId="{FBA4427E-8551-45A8-BE4C-E96C433273BE}" dt="2020-11-06T07:41:18.701" v="533" actId="27636"/>
          <ac:spMkLst>
            <pc:docMk/>
            <pc:sldMk cId="0" sldId="499"/>
            <ac:spMk id="23555" creationId="{5302FD2D-54A5-428F-A352-1E266125C7A7}"/>
          </ac:spMkLst>
        </pc:spChg>
      </pc:sldChg>
      <pc:sldChg chg="modSp add mod modNotes">
        <pc:chgData name="hassaan awan" userId="a51d85811057a577" providerId="LiveId" clId="{FBA4427E-8551-45A8-BE4C-E96C433273BE}" dt="2020-11-06T07:41:18.826" v="536" actId="27636"/>
        <pc:sldMkLst>
          <pc:docMk/>
          <pc:sldMk cId="0" sldId="500"/>
        </pc:sldMkLst>
        <pc:spChg chg="mod">
          <ac:chgData name="hassaan awan" userId="a51d85811057a577" providerId="LiveId" clId="{FBA4427E-8551-45A8-BE4C-E96C433273BE}" dt="2020-11-06T07:41:18.745" v="534" actId="27636"/>
          <ac:spMkLst>
            <pc:docMk/>
            <pc:sldMk cId="0" sldId="500"/>
            <ac:spMk id="23555" creationId="{43520038-16CF-4F34-A109-42D97F206B3E}"/>
          </ac:spMkLst>
        </pc:spChg>
      </pc:sldChg>
      <pc:sldChg chg="modSp add mod">
        <pc:chgData name="hassaan awan" userId="a51d85811057a577" providerId="LiveId" clId="{FBA4427E-8551-45A8-BE4C-E96C433273BE}" dt="2020-11-06T07:41:18.789" v="535" actId="27636"/>
        <pc:sldMkLst>
          <pc:docMk/>
          <pc:sldMk cId="0" sldId="501"/>
        </pc:sldMkLst>
        <pc:spChg chg="mod">
          <ac:chgData name="hassaan awan" userId="a51d85811057a577" providerId="LiveId" clId="{FBA4427E-8551-45A8-BE4C-E96C433273BE}" dt="2020-11-06T07:41:18.789" v="535" actId="27636"/>
          <ac:spMkLst>
            <pc:docMk/>
            <pc:sldMk cId="0" sldId="501"/>
            <ac:spMk id="23555" creationId="{8D075259-9866-4319-9099-D4B681141C3B}"/>
          </ac:spMkLst>
        </pc:spChg>
      </pc:sldChg>
      <pc:sldChg chg="add modNotes">
        <pc:chgData name="hassaan awan" userId="a51d85811057a577" providerId="LiveId" clId="{FBA4427E-8551-45A8-BE4C-E96C433273BE}" dt="2020-11-06T07:41:18.853" v="537" actId="27636"/>
        <pc:sldMkLst>
          <pc:docMk/>
          <pc:sldMk cId="0" sldId="508"/>
        </pc:sldMkLst>
      </pc:sldChg>
    </pc:docChg>
  </pc:docChgLst>
  <pc:docChgLst>
    <pc:chgData name="hassaan awan" userId="a51d85811057a577" providerId="LiveId" clId="{D624B062-BC23-4BB2-88E9-67317ED16707}"/>
    <pc:docChg chg="custSel addSld delSld modSld">
      <pc:chgData name="hassaan awan" userId="a51d85811057a577" providerId="LiveId" clId="{D624B062-BC23-4BB2-88E9-67317ED16707}" dt="2022-10-19T07:22:33.464" v="11"/>
      <pc:docMkLst>
        <pc:docMk/>
      </pc:docMkLst>
      <pc:sldChg chg="modTransition">
        <pc:chgData name="hassaan awan" userId="a51d85811057a577" providerId="LiveId" clId="{D624B062-BC23-4BB2-88E9-67317ED16707}" dt="2022-10-19T07:22:33.464" v="11"/>
        <pc:sldMkLst>
          <pc:docMk/>
          <pc:sldMk cId="3351907696" sldId="260"/>
        </pc:sldMkLst>
      </pc:sldChg>
      <pc:sldChg chg="delSp mod">
        <pc:chgData name="hassaan awan" userId="a51d85811057a577" providerId="LiveId" clId="{D624B062-BC23-4BB2-88E9-67317ED16707}" dt="2021-10-21T09:18:59.780" v="10" actId="478"/>
        <pc:sldMkLst>
          <pc:docMk/>
          <pc:sldMk cId="0" sldId="499"/>
        </pc:sldMkLst>
        <pc:inkChg chg="del">
          <ac:chgData name="hassaan awan" userId="a51d85811057a577" providerId="LiveId" clId="{D624B062-BC23-4BB2-88E9-67317ED16707}" dt="2021-10-21T09:18:59.780" v="10" actId="478"/>
          <ac:inkMkLst>
            <pc:docMk/>
            <pc:sldMk cId="0" sldId="499"/>
            <ac:inkMk id="2" creationId="{DDDF5BA4-87FA-4B6D-934D-D911E6AB8C80}"/>
          </ac:inkMkLst>
        </pc:inkChg>
      </pc:sldChg>
      <pc:sldChg chg="addSp delSp modSp add del mod delAnim">
        <pc:chgData name="hassaan awan" userId="a51d85811057a577" providerId="LiveId" clId="{D624B062-BC23-4BB2-88E9-67317ED16707}" dt="2021-10-21T09:14:21.771" v="9" actId="47"/>
        <pc:sldMkLst>
          <pc:docMk/>
          <pc:sldMk cId="2177108077" sldId="509"/>
        </pc:sldMkLst>
        <pc:spChg chg="add del mod">
          <ac:chgData name="hassaan awan" userId="a51d85811057a577" providerId="LiveId" clId="{D624B062-BC23-4BB2-88E9-67317ED16707}" dt="2021-10-21T09:12:45.437" v="2" actId="478"/>
          <ac:spMkLst>
            <pc:docMk/>
            <pc:sldMk cId="2177108077" sldId="509"/>
            <ac:spMk id="3" creationId="{F8832451-DE4A-4F97-B15E-9F2139655F62}"/>
          </ac:spMkLst>
        </pc:spChg>
        <pc:spChg chg="del">
          <ac:chgData name="hassaan awan" userId="a51d85811057a577" providerId="LiveId" clId="{D624B062-BC23-4BB2-88E9-67317ED16707}" dt="2021-10-21T09:12:42.930" v="1" actId="478"/>
          <ac:spMkLst>
            <pc:docMk/>
            <pc:sldMk cId="2177108077" sldId="509"/>
            <ac:spMk id="23555" creationId="{D7AE20B1-7454-45EB-913C-94A4A71856B6}"/>
          </ac:spMkLst>
        </pc:spChg>
        <pc:graphicFrameChg chg="del">
          <ac:chgData name="hassaan awan" userId="a51d85811057a577" providerId="LiveId" clId="{D624B062-BC23-4BB2-88E9-67317ED16707}" dt="2021-10-21T09:12:56.219" v="4" actId="478"/>
          <ac:graphicFrameMkLst>
            <pc:docMk/>
            <pc:sldMk cId="2177108077" sldId="509"/>
            <ac:graphicFrameMk id="7" creationId="{8AC235DB-CE3D-40B7-B27D-397205253BD6}"/>
          </ac:graphicFrameMkLst>
        </pc:graphicFrameChg>
        <pc:graphicFrameChg chg="mod modGraphic">
          <ac:chgData name="hassaan awan" userId="a51d85811057a577" providerId="LiveId" clId="{D624B062-BC23-4BB2-88E9-67317ED16707}" dt="2021-10-21T09:13:12.631" v="8" actId="1076"/>
          <ac:graphicFrameMkLst>
            <pc:docMk/>
            <pc:sldMk cId="2177108077" sldId="509"/>
            <ac:graphicFrameMk id="9" creationId="{178BF205-EBF7-43E3-AE7B-A484A80655B2}"/>
          </ac:graphicFrameMkLst>
        </pc:graphicFrameChg>
      </pc:sldChg>
    </pc:docChg>
  </pc:docChgLst>
  <pc:docChgLst>
    <pc:chgData name="hassaan awan" userId="a51d85811057a577" providerId="LiveId" clId="{199F1925-4E0C-4A32-93C7-7BA314B4265D}"/>
    <pc:docChg chg="undo custSel modSld">
      <pc:chgData name="hassaan awan" userId="a51d85811057a577" providerId="LiveId" clId="{199F1925-4E0C-4A32-93C7-7BA314B4265D}" dt="2021-03-19T07:15:58.050" v="25" actId="14100"/>
      <pc:docMkLst>
        <pc:docMk/>
      </pc:docMkLst>
      <pc:sldChg chg="delSp modSp mod delAnim modAnim">
        <pc:chgData name="hassaan awan" userId="a51d85811057a577" providerId="LiveId" clId="{199F1925-4E0C-4A32-93C7-7BA314B4265D}" dt="2021-03-19T06:34:41.932" v="13" actId="20577"/>
        <pc:sldMkLst>
          <pc:docMk/>
          <pc:sldMk cId="0" sldId="495"/>
        </pc:sldMkLst>
        <pc:spChg chg="del mod">
          <ac:chgData name="hassaan awan" userId="a51d85811057a577" providerId="LiveId" clId="{199F1925-4E0C-4A32-93C7-7BA314B4265D}" dt="2021-03-19T06:34:28.971" v="10"/>
          <ac:spMkLst>
            <pc:docMk/>
            <pc:sldMk cId="0" sldId="495"/>
            <ac:spMk id="11" creationId="{03227637-9285-4004-B0AA-91E1250222F8}"/>
          </ac:spMkLst>
        </pc:spChg>
        <pc:spChg chg="mod">
          <ac:chgData name="hassaan awan" userId="a51d85811057a577" providerId="LiveId" clId="{199F1925-4E0C-4A32-93C7-7BA314B4265D}" dt="2021-03-19T06:34:41.932" v="13" actId="20577"/>
          <ac:spMkLst>
            <pc:docMk/>
            <pc:sldMk cId="0" sldId="495"/>
            <ac:spMk id="3074" creationId="{E668AEA7-5035-4205-9363-40DCFE0DE4C0}"/>
          </ac:spMkLst>
        </pc:spChg>
        <pc:spChg chg="mod">
          <ac:chgData name="hassaan awan" userId="a51d85811057a577" providerId="LiveId" clId="{199F1925-4E0C-4A32-93C7-7BA314B4265D}" dt="2021-03-19T06:33:58.442" v="0" actId="207"/>
          <ac:spMkLst>
            <pc:docMk/>
            <pc:sldMk cId="0" sldId="495"/>
            <ac:spMk id="8195" creationId="{D593E489-B3EE-40B8-B4DE-13F84E9FCB5C}"/>
          </ac:spMkLst>
        </pc:spChg>
      </pc:sldChg>
      <pc:sldChg chg="modSp mod">
        <pc:chgData name="hassaan awan" userId="a51d85811057a577" providerId="LiveId" clId="{199F1925-4E0C-4A32-93C7-7BA314B4265D}" dt="2021-03-19T06:35:16.132" v="18" actId="207"/>
        <pc:sldMkLst>
          <pc:docMk/>
          <pc:sldMk cId="0" sldId="496"/>
        </pc:sldMkLst>
        <pc:spChg chg="mod">
          <ac:chgData name="hassaan awan" userId="a51d85811057a577" providerId="LiveId" clId="{199F1925-4E0C-4A32-93C7-7BA314B4265D}" dt="2021-03-19T06:35:16.132" v="18" actId="207"/>
          <ac:spMkLst>
            <pc:docMk/>
            <pc:sldMk cId="0" sldId="496"/>
            <ac:spMk id="11" creationId="{33B3AC4E-D2ED-4E5D-AAC1-714B879714A1}"/>
          </ac:spMkLst>
        </pc:spChg>
        <pc:spChg chg="mod">
          <ac:chgData name="hassaan awan" userId="a51d85811057a577" providerId="LiveId" clId="{199F1925-4E0C-4A32-93C7-7BA314B4265D}" dt="2021-03-19T06:34:49.800" v="14" actId="207"/>
          <ac:spMkLst>
            <pc:docMk/>
            <pc:sldMk cId="0" sldId="496"/>
            <ac:spMk id="10242" creationId="{068504CA-C2C4-4C66-9305-8CE381E8A009}"/>
          </ac:spMkLst>
        </pc:spChg>
      </pc:sldChg>
      <pc:sldChg chg="modSp">
        <pc:chgData name="hassaan awan" userId="a51d85811057a577" providerId="LiveId" clId="{199F1925-4E0C-4A32-93C7-7BA314B4265D}" dt="2021-03-19T06:35:28.956" v="19" actId="1076"/>
        <pc:sldMkLst>
          <pc:docMk/>
          <pc:sldMk cId="0" sldId="497"/>
        </pc:sldMkLst>
        <pc:spChg chg="mod">
          <ac:chgData name="hassaan awan" userId="a51d85811057a577" providerId="LiveId" clId="{199F1925-4E0C-4A32-93C7-7BA314B4265D}" dt="2021-03-19T06:35:28.956" v="19" actId="1076"/>
          <ac:spMkLst>
            <pc:docMk/>
            <pc:sldMk cId="0" sldId="497"/>
            <ac:spMk id="12295" creationId="{99305B8F-A2C6-4FEA-B7DE-62648D6C9746}"/>
          </ac:spMkLst>
        </pc:spChg>
        <pc:grpChg chg="mod">
          <ac:chgData name="hassaan awan" userId="a51d85811057a577" providerId="LiveId" clId="{199F1925-4E0C-4A32-93C7-7BA314B4265D}" dt="2021-03-19T06:35:28.956" v="19" actId="1076"/>
          <ac:grpSpMkLst>
            <pc:docMk/>
            <pc:sldMk cId="0" sldId="497"/>
            <ac:grpSpMk id="2" creationId="{65EA1C1C-A43C-41C2-9D74-D34EDE3C889A}"/>
          </ac:grpSpMkLst>
        </pc:grpChg>
        <pc:cxnChg chg="mod">
          <ac:chgData name="hassaan awan" userId="a51d85811057a577" providerId="LiveId" clId="{199F1925-4E0C-4A32-93C7-7BA314B4265D}" dt="2021-03-19T06:35:28.956" v="19" actId="1076"/>
          <ac:cxnSpMkLst>
            <pc:docMk/>
            <pc:sldMk cId="0" sldId="497"/>
            <ac:cxnSpMk id="7" creationId="{A6613C36-96C5-41B5-9C5C-3ACF91EBCFB3}"/>
          </ac:cxnSpMkLst>
        </pc:cxnChg>
      </pc:sldChg>
      <pc:sldChg chg="addSp modSp mod modAnim">
        <pc:chgData name="hassaan awan" userId="a51d85811057a577" providerId="LiveId" clId="{199F1925-4E0C-4A32-93C7-7BA314B4265D}" dt="2021-03-19T07:12:53.821" v="24"/>
        <pc:sldMkLst>
          <pc:docMk/>
          <pc:sldMk cId="0" sldId="499"/>
        </pc:sldMkLst>
        <pc:spChg chg="mod">
          <ac:chgData name="hassaan awan" userId="a51d85811057a577" providerId="LiveId" clId="{199F1925-4E0C-4A32-93C7-7BA314B4265D}" dt="2021-03-19T06:36:19.953" v="23" actId="20577"/>
          <ac:spMkLst>
            <pc:docMk/>
            <pc:sldMk cId="0" sldId="499"/>
            <ac:spMk id="23555" creationId="{5302FD2D-54A5-428F-A352-1E266125C7A7}"/>
          </ac:spMkLst>
        </pc:spChg>
        <pc:inkChg chg="add">
          <ac:chgData name="hassaan awan" userId="a51d85811057a577" providerId="LiveId" clId="{199F1925-4E0C-4A32-93C7-7BA314B4265D}" dt="2021-03-19T07:12:53.821" v="24"/>
          <ac:inkMkLst>
            <pc:docMk/>
            <pc:sldMk cId="0" sldId="499"/>
            <ac:inkMk id="2" creationId="{DDDF5BA4-87FA-4B6D-934D-D911E6AB8C80}"/>
          </ac:inkMkLst>
        </pc:inkChg>
      </pc:sldChg>
      <pc:sldChg chg="modSp mod">
        <pc:chgData name="hassaan awan" userId="a51d85811057a577" providerId="LiveId" clId="{199F1925-4E0C-4A32-93C7-7BA314B4265D}" dt="2021-03-19T07:15:58.050" v="25" actId="14100"/>
        <pc:sldMkLst>
          <pc:docMk/>
          <pc:sldMk cId="0" sldId="500"/>
        </pc:sldMkLst>
        <pc:spChg chg="mod">
          <ac:chgData name="hassaan awan" userId="a51d85811057a577" providerId="LiveId" clId="{199F1925-4E0C-4A32-93C7-7BA314B4265D}" dt="2021-03-19T07:15:58.050" v="25" actId="14100"/>
          <ac:spMkLst>
            <pc:docMk/>
            <pc:sldMk cId="0" sldId="500"/>
            <ac:spMk id="23555" creationId="{43520038-16CF-4F34-A109-42D97F206B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16202-A85C-4C0C-96B5-024686C03C6F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14F42-301E-4AB7-8347-6AC5433CD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1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0DE4D0B6-44D6-4A76-A40E-BDBB436F60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0DDE8052-0F57-4118-8D87-27A0C81DBC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AE2E7308-DE50-44ED-8F72-31CD57FED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135BF3D-25D0-4C1A-95CA-EE78B9AE1EFA}" type="slidenum">
              <a:rPr lang="en-IE" altLang="en-US"/>
              <a:pPr>
                <a:spcBef>
                  <a:spcPct val="0"/>
                </a:spcBef>
              </a:pPr>
              <a:t>5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CDD33019-DBB0-4FF3-A409-5476520D1F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39EB4A63-EF88-445E-83AF-E2901FB835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Image credit (Temple Smith): http://www.modulargenetics.com/Temple%20Smith.jpg</a:t>
            </a:r>
          </a:p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Image credit (Michael Waterman): http://www.iscb.org/cms_addon/conferences/ismb2003/images/watterman.jpg</a:t>
            </a: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05DC58FE-35F0-4B40-8614-FEB5F05CD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4B60A7F-6BEF-4C9D-BE8E-2633F9A4CE71}" type="slidenum">
              <a:rPr lang="en-IE" altLang="en-US"/>
              <a:pPr>
                <a:spcBef>
                  <a:spcPct val="0"/>
                </a:spcBef>
              </a:pPr>
              <a:t>6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0EAF0D6-51A8-4C97-A5A3-BF23EC09F5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0E4C9391-D4CB-4D89-9886-978C2CD8D9F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Made alignment of human.fa and fly.fa using Needleman-wunsch with default parameters at:</a:t>
            </a:r>
          </a:p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http://emboss.bioinformatics.nl/cgi-bin/emboss/needle (EMBOSS needle)</a:t>
            </a:r>
          </a:p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Human Eyeless (PAX6) from: http://www.treefam.org/cgi-bin/TFseq.pl?id=ENST00000379111.1</a:t>
            </a:r>
          </a:p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D. Melanogaster Eyeless from: http://www.treefam.org/cgi-bin/TFseq.pl?id=FBtr0100396.5</a:t>
            </a:r>
          </a:p>
          <a:p>
            <a:pPr eaLnBrk="1" hangingPunct="1">
              <a:spcBef>
                <a:spcPct val="0"/>
              </a:spcBef>
            </a:pPr>
            <a:r>
              <a:rPr lang="en-IE" altLang="en-US">
                <a:ea typeface="ＭＳ Ｐゴシック" panose="020B0600070205080204" pitchFamily="34" charset="-128"/>
              </a:rPr>
              <a:t>Viewed in jalview, and saved as humanfly_needlemanwunsch.png</a:t>
            </a: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927BC753-F9EB-4DBC-BBE4-A55EE8A29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CB71689-ABF1-46E4-8577-6C6878951BA4}" type="slidenum">
              <a:rPr lang="en-IE" altLang="en-US"/>
              <a:pPr>
                <a:spcBef>
                  <a:spcPct val="0"/>
                </a:spcBef>
              </a:pPr>
              <a:t>7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8AEBBBD1-29DE-4F22-BE92-EEC5E9C655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F81DE70B-B73A-443F-A165-3C343E5C66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1D4FDEB5-FA78-4206-B915-E4D30DA0A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B73A61-E939-4FA6-AEE6-5DA337C23638}" type="slidenum">
              <a:rPr lang="en-IE" altLang="en-US"/>
              <a:pPr>
                <a:spcBef>
                  <a:spcPct val="0"/>
                </a:spcBef>
              </a:pPr>
              <a:t>8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DFD070EF-639D-4E16-9F9A-8731C60060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DC7163AE-90B2-4C5E-BA69-F6CF60EEBC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E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5608B25-28B4-4CEC-8F4E-02CD489F2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EB6EAF-C05D-421C-B37F-423C01F69FFE}" type="slidenum">
              <a:rPr lang="en-IE" altLang="en-US"/>
              <a:pPr>
                <a:spcBef>
                  <a:spcPct val="0"/>
                </a:spcBef>
              </a:pPr>
              <a:t>9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B6A4304-5FA8-46D6-A6FB-74B921270E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EECF837B-2BD7-488B-98D9-0BBBDA6DA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0042AAD7-BE45-4A5E-A77D-EA7703353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0A46A6-F616-4554-940F-A9FD8537F559}" type="slidenum">
              <a:rPr lang="en-IE" altLang="en-US"/>
              <a:pPr>
                <a:spcBef>
                  <a:spcPct val="0"/>
                </a:spcBef>
              </a:pPr>
              <a:t>10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AA8326DE-34AE-463E-993D-5303EE4963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D0896486-CC65-4B42-8B79-B882215813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86A5C386-7A20-4B6D-9C98-3D02E156E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82AD501-6D5E-4608-B1DB-043479C27F48}" type="slidenum">
              <a:rPr lang="en-IE" altLang="en-US"/>
              <a:pPr>
                <a:spcBef>
                  <a:spcPct val="0"/>
                </a:spcBef>
              </a:pPr>
              <a:t>11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2E453CB1-6969-4196-BA8B-5554EACE9F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C33553C3-CCEF-4706-B009-160D311C8D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In R: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&gt;library("Biostrings")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&gt;seq1 &lt;- "GGCTCAATCA"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&gt;seq2 &lt;- "ACCTAAGG"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&gt;sigma &lt;- nucleotideSubstitutionMatrix(match = 2, mismatch = -1, baseOnly = TRUE)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&gt;pairwiseAlignment(seq1, seq2, substitutionMatrix = sigma, gapOpening = 0,  gapExtension = -2,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            scoreOnly = FALSE,type="local")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dFixedSubject (1 of 1)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pattern: [3] CTCAA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subject: [3] CT-AA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score: 6 </a:t>
            </a:r>
          </a:p>
          <a:p>
            <a:pPr eaLnBrk="1" hangingPunct="1">
              <a:spcBef>
                <a:spcPct val="0"/>
              </a:spcBef>
              <a:defRPr/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Also: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&gt;source("C:/Documents and Settings/Avril Coughlan/My Documents/Rfunctions.R") &gt;dnasmithwaterman(seq1,seq2,gapopen=0,gapextend=-2,mymatch=2,mymismatch=-1)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[1] "maxT= 6"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   NA G     G     C     T     C     A     A     T     C     A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NA NA NA    NA    NA    NA    NA    NA    NA    NA    NA    NA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A  NA "0 +" "0 +" "0 +" "0 +" "0 +" "2 &gt;" "2 &gt;" "0 -" "0 +" "2 &gt;"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C  NA "0 +" "0 +" "2 &gt;" "0 -" "2 &gt;" "0 L" "1 &gt;" "1 &gt;" "2 &gt;" "0 L"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C  NA "0 +" "0 +" "2 &gt;" "1 &gt;" "2 &gt;" "1 &gt;" "0 +" "0 &gt;" "3 &gt;" "1 Z"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T  NA "0 +" "0 +" "0 |" "4 &gt;" "2 -" "1 &gt;" "0 &gt;" "2 &gt;" "1 |" "2 &gt;"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A  NA "0 +" "0 +" "0 +" "2 |" "3 &gt;" "4 &gt;" "3 &gt;" "1 -" "1 &gt;" "3 &gt;"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A  NA "0 +" "0 +" "0 +" "0 |" "1 V" "5 &gt;" "6 &gt;" "4 -" "2 -" "3 &gt;"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G  NA "2 &gt;" "2 &gt;" "0 -" "0 +" "0 +" "3 |" "4 V" "5 &gt;" "3 Z" "1 *"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G  NA "2 &gt;" "4 &gt;" "2 -" "0 -" "0 +" "1 |" "2 V" "3 V" "4 &gt;" "2 Z“</a:t>
            </a: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NOTE: there seems to be a mistake in the Deonier book for this example on page 157 of Deonier – it has “... 2 3 4 3 2 1 3” on one row, but should have “ ... 2 3 4 3 1 1 3” on that row (row i =5).</a:t>
            </a:r>
          </a:p>
          <a:p>
            <a:pPr eaLnBrk="1" hangingPunct="1">
              <a:spcBef>
                <a:spcPct val="0"/>
              </a:spcBef>
              <a:defRPr/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E640E780-BEED-4E71-B1EF-456A8BE94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B46EF9-A085-42AB-A546-3ECC64103808}" type="slidenum">
              <a:rPr lang="en-IE" altLang="en-US"/>
              <a:pPr>
                <a:spcBef>
                  <a:spcPct val="0"/>
                </a:spcBef>
              </a:pPr>
              <a:t>12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0B6B387B-72AB-4179-B0DC-076255D531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6A19934-253D-4B03-8B76-1E0B5854B4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E3FBC353-0A6D-4F97-83C8-FE21E0F27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C5A8C74-D05D-4A75-BEE2-BDCE1F6B3E4C}" type="slidenum">
              <a:rPr lang="en-IE" altLang="en-US"/>
              <a:pPr>
                <a:spcBef>
                  <a:spcPct val="0"/>
                </a:spcBef>
              </a:pPr>
              <a:t>13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90D8AC64-5B0E-4276-9AA0-C9E38B7C59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4B078207-E381-428D-9B8A-83E0A88648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BE5E6AA-0405-4A2F-A735-53FAE4E9B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4A96AC-DCED-42C0-9FF1-5AE88791821F}" type="slidenum">
              <a:rPr lang="en-IE" altLang="en-US"/>
              <a:pPr>
                <a:spcBef>
                  <a:spcPct val="0"/>
                </a:spcBef>
              </a:pPr>
              <a:t>14</a:t>
            </a:fld>
            <a:endParaRPr lang="en-IE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3C3605F9-A928-49D8-9FAE-F76C0AFF29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CA8F2A2E-D197-48E1-9BA6-F37375646F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In R: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&gt;library("Biostrings")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&gt;seq1 &lt;- "</a:t>
            </a:r>
            <a:r>
              <a:rPr lang="en-IE" altLang="en-US" b="1">
                <a:ea typeface="ＭＳ Ｐゴシック" panose="020B0600070205080204" pitchFamily="34" charset="-128"/>
              </a:rPr>
              <a:t>TCAGTTGCC</a:t>
            </a:r>
            <a:r>
              <a:rPr lang="en-IE" altLang="en-US">
                <a:ea typeface="ＭＳ Ｐゴシック" panose="020B0600070205080204" pitchFamily="34" charset="-128"/>
              </a:rPr>
              <a:t>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&gt;seq2 &lt;- "</a:t>
            </a:r>
            <a:r>
              <a:rPr lang="en-IE" altLang="en-US" b="1">
                <a:ea typeface="ＭＳ Ｐゴシック" panose="020B0600070205080204" pitchFamily="34" charset="-128"/>
              </a:rPr>
              <a:t>AGGTTG</a:t>
            </a:r>
            <a:r>
              <a:rPr lang="en-IE" altLang="en-US">
                <a:ea typeface="ＭＳ Ｐゴシック" panose="020B0600070205080204" pitchFamily="34" charset="-128"/>
              </a:rPr>
              <a:t>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&gt;sigma &lt;- nucleotideSubstitutionMatrix(match = 1, mismatch = -2, baseOnly = TRUE)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&gt;pairwiseAlignment(seq1, seq2, substitutionMatrix = sigma, gapOpening = 0,  gapExtension = -2,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            scoreOnly = FALSE,type="local")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Local PairwiseAlignedFixedSubject (1 of 1)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pattern: [4] GTTG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subject: [3] GTTG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score: 4 </a:t>
            </a:r>
          </a:p>
          <a:p>
            <a:pPr eaLnBrk="1" hangingPunct="1">
              <a:spcBef>
                <a:spcPct val="0"/>
              </a:spcBef>
              <a:defRPr/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Also: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IE" altLang="en-US">
                <a:ea typeface="ＭＳ Ｐゴシック" panose="020B0600070205080204" pitchFamily="34" charset="-128"/>
              </a:rPr>
              <a:t>&gt;source("C:/Documents and Settings/Avril Coughlan/My Documents/Rfunctions.R") &gt;dnasmithwaterman(seq1,seq2,gapopen=0,gapextend=-2,mymatch=1,mymismatch=-2)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[1] "maxT= 4"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   NA T     C     A     G     T     T     G     C     C 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NA NA NA    NA    NA    NA    NA    NA    NA    NA    NA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A  NA "0 +" "0 +" "1 &gt;" "0 +" "0 +" "0 +" "0 +" "0 +" "0 +"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G  NA "0 +" "0 +" "0 +" "2 &gt;" "0 -" "0 +" "1 &gt;" "0 +" "0 +"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G  NA "0 +" "0 +" "0 +" "1 &gt;" "0 &gt;" "0 +" "1 &gt;" "0 +" "0 +"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T  NA "1 &gt;" "0 +" "0 +" "0 +" "2 &gt;" "1 &gt;" "0 +" "0 +" "0 +"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T  NA "1 &gt;" "0 +" "0 +" "0 +" "1 &gt;" "3 &gt;" "1 -" "0 +" "0 +"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pl-PL" altLang="en-US">
                <a:ea typeface="ＭＳ Ｐゴシック" panose="020B0600070205080204" pitchFamily="34" charset="-128"/>
              </a:rPr>
              <a:t>G  NA "0 +" "0 +" "0 +" "1 &gt;" "0 +" "1 |" "4 &gt;" "2 -" "0 -"</a:t>
            </a:r>
          </a:p>
          <a:p>
            <a:pPr eaLnBrk="1" hangingPunct="1">
              <a:spcBef>
                <a:spcPct val="0"/>
              </a:spcBef>
              <a:defRPr/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IE" altLang="en-US"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defRPr/>
            </a:pP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8D364AD2-A4AE-42FD-979D-D8709925B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3D49829-0EA4-4A88-A109-3E2562596401}" type="slidenum">
              <a:rPr lang="en-IE" altLang="en-US"/>
              <a:pPr>
                <a:spcBef>
                  <a:spcPct val="0"/>
                </a:spcBef>
              </a:pPr>
              <a:t>15</a:t>
            </a:fld>
            <a:endParaRPr lang="en-I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4E1C-296E-4237-9FE4-148C63ABA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C953A-11A8-42ED-BEA9-AED16E1DA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E1CCB-A412-4126-BF37-C8181D36A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2D1E8-3074-449A-82B1-6BE4AE3E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AF6F2-D690-4362-9F87-1E19C71B3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9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AAC6-6935-4333-8E7D-94C3F738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8721-0E7E-405A-9B57-FAA2B7E8A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F8A8-7792-446C-BA9D-BDFDDE8B6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07E0-CBFF-495C-99DD-90A6342F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7B7BF-15D7-4AA1-9DE3-1667A3B3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1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7C455-450E-4649-ABFF-F81E7DB61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366BE-5CD5-4148-8476-392932CBD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21E22-DF3C-49BA-9C1C-B0A3869B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62D4B-8CE5-4262-A551-5B7D6409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13F81-EE62-4E01-A74C-B8B9CC43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7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9BCD-1CE9-4D8A-87D5-A58D25D0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7B07D-33D6-460B-879B-CF633C765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E84D8-7FCC-4178-9CAB-ED6A776E4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F5CF6-9570-46F5-A44F-728047E2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B7DDA-E3E8-4521-B36B-BF41047A3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CE6F8-63B9-4858-92F2-679C44FF1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82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63E2-BD77-47B8-90CD-5F8F420B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80469-84F4-4AA2-89BC-E4ABCAB88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6FB93-F564-43A0-98F1-F86909E43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1C4FB-CB17-414A-A708-4C19C8D47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320E9-F2DF-4B19-987F-01E4A7297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9167F1-8735-4E87-80E1-65E40963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00CCC-8EE8-4C3A-B14D-A815BBC46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BD305-DB13-42A2-BE00-6AA6A861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1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5F5-669A-40C2-80F3-C9A9972E5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5B046-E043-47B9-AE59-E71D317A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36717-23D6-44A6-8E73-BB4CAB8C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6B295D-C8F4-4793-8613-CDEF273A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B6C655-13E0-4778-8605-FC7C52EE2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8C9BB-585A-44CE-91A6-1A340774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F37ED-A1F1-4F0A-B102-5E5937F5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0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9208-9C36-4D27-B4CE-7893C0A9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42E1C-3586-42EA-905D-42FCE08E3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93FF6-A912-4CB7-9F5D-FB7EB6F3A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1594F-085E-4B05-8460-418636D8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DA73B-7553-47F4-B911-85303733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F5A07-F1BC-452C-97D8-0FC1DA3A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3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4461-1236-47F2-8A15-C6ADA340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4258D-B3E3-4CBB-ACE7-B5F3957C8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B83C5-C6C1-43B9-B631-FD66C34D9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5F05B-D47E-4829-97B1-20C619D1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E2D26-F090-4C75-A8D0-18CF71A1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CD3EA-9C22-43A4-A1D6-AFFC2331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3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13DF-998B-4FC9-B451-ED7021DF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C8AF0-4A4C-41B5-A68F-52AA872B1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D0D68-DEE6-473A-8A97-502208E4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62311-2395-4849-98DA-6D7076E6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09F36-2930-4214-A0B5-C6A33243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6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6CA38-9F0C-4E14-94BD-3A8498C16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8D5F9A-D6D2-48BF-BBDC-6AB5BAAD9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D92FA-C4C4-4CCE-A3C3-3881003B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70841-5544-44AE-A2C7-7B776C0D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D36D-4E61-410A-8550-2BA66B83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40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39024-F4DD-4757-8A25-B34970EC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A1BA5-0442-41DD-AA87-00AB30632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6FA5F-4CB7-4056-B9AD-8DCC5F430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54EE4-40F4-4E69-9C37-29C80006970D}" type="datetimeFigureOut">
              <a:rPr lang="en-US" smtClean="0"/>
              <a:t>10/19/2022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D1AC2-8EAB-4072-A985-AB8BEF034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703D7-3CAF-4CC6-A657-79FDB86BF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C9E60-3765-4EE2-B9F4-19B71420A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8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7975-EB79-4FDF-80D6-3BAB4ED9A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2"/>
                </a:solidFill>
              </a:rPr>
              <a:t>Dynamic programing for sequence alignment</a:t>
            </a:r>
            <a:br>
              <a:rPr lang="en-US" sz="3600" b="1" dirty="0">
                <a:solidFill>
                  <a:schemeClr val="accent2"/>
                </a:solidFill>
              </a:rPr>
            </a:br>
            <a:br>
              <a:rPr lang="en-US" sz="3600" b="1" dirty="0">
                <a:solidFill>
                  <a:schemeClr val="accent2"/>
                </a:solidFill>
              </a:rPr>
            </a:br>
            <a:r>
              <a:rPr lang="en-US" sz="3600" b="1" u="sng" dirty="0">
                <a:solidFill>
                  <a:schemeClr val="accent6"/>
                </a:solidFill>
              </a:rPr>
              <a:t>Smith &amp; Waterman algorithm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2C0F904-3258-40DB-B333-6EC83E351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2293"/>
            <a:ext cx="9144000" cy="1492766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b="1" dirty="0">
                <a:latin typeface="+mj-lt"/>
              </a:rPr>
              <a:t>Hassaan Mehboob Awan, Ph.D.</a:t>
            </a:r>
          </a:p>
          <a:p>
            <a:pPr algn="r"/>
            <a:r>
              <a:rPr lang="en-US" b="1" dirty="0">
                <a:latin typeface="+mj-lt"/>
              </a:rPr>
              <a:t>Assistant Professor</a:t>
            </a:r>
          </a:p>
          <a:p>
            <a:pPr algn="r"/>
            <a:r>
              <a:rPr lang="en-US" b="1" dirty="0">
                <a:latin typeface="+mj-lt"/>
              </a:rPr>
              <a:t>Department of Biosciences</a:t>
            </a:r>
          </a:p>
          <a:p>
            <a:pPr algn="r"/>
            <a:r>
              <a:rPr lang="en-US" b="1" dirty="0">
                <a:latin typeface="+mj-lt"/>
              </a:rPr>
              <a:t>COMSATS University Islamabad (CUI)</a:t>
            </a:r>
          </a:p>
        </p:txBody>
      </p:sp>
    </p:spTree>
    <p:extLst>
      <p:ext uri="{BB962C8B-B14F-4D97-AF65-F5344CB8AC3E}">
        <p14:creationId xmlns:p14="http://schemas.microsoft.com/office/powerpoint/2010/main" val="335190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DA9A-464A-442A-BA31-A849A7D6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Local Alignment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A009B-5505-4A94-9A0D-C9E72CE7C69E}"/>
              </a:ext>
            </a:extLst>
          </p:cNvPr>
          <p:cNvSpPr txBox="1"/>
          <p:nvPr/>
        </p:nvSpPr>
        <p:spPr>
          <a:xfrm>
            <a:off x="4358420" y="3205529"/>
            <a:ext cx="388388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S1: </a:t>
            </a:r>
            <a:r>
              <a:rPr lang="en-US" b="1" spc="300" dirty="0">
                <a:latin typeface="Courier New" panose="02070309020205020404" pitchFamily="49" charset="0"/>
                <a:cs typeface="Courier New" panose="02070309020205020404" pitchFamily="49" charset="0"/>
              </a:rPr>
              <a:t>AGATCGGTCCCTAGG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</a:t>
            </a:r>
            <a:r>
              <a:rPr lang="en-US" b="1" spc="300" dirty="0">
                <a:latin typeface="Courier New" panose="02070309020205020404" pitchFamily="49" charset="0"/>
                <a:cs typeface="Courier New" panose="02070309020205020404" pitchFamily="49" charset="0"/>
              </a:rPr>
              <a:t>GTAGGTCCAATAC</a:t>
            </a:r>
          </a:p>
        </p:txBody>
      </p:sp>
    </p:spTree>
    <p:extLst>
      <p:ext uri="{BB962C8B-B14F-4D97-AF65-F5344CB8AC3E}">
        <p14:creationId xmlns:p14="http://schemas.microsoft.com/office/powerpoint/2010/main" val="111456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DA9A-464A-442A-BA31-A849A7D6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Local Alignment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A009B-5505-4A94-9A0D-C9E72CE7C69E}"/>
              </a:ext>
            </a:extLst>
          </p:cNvPr>
          <p:cNvSpPr txBox="1"/>
          <p:nvPr/>
        </p:nvSpPr>
        <p:spPr>
          <a:xfrm>
            <a:off x="4358420" y="3205529"/>
            <a:ext cx="388388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S1: </a:t>
            </a:r>
            <a:r>
              <a:rPr lang="en-US" b="1" spc="300" dirty="0">
                <a:latin typeface="Courier New" panose="02070309020205020404" pitchFamily="49" charset="0"/>
                <a:cs typeface="Courier New" panose="02070309020205020404" pitchFamily="49" charset="0"/>
              </a:rPr>
              <a:t>AGATCGGTCC-CTAGG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</a:t>
            </a:r>
            <a:r>
              <a:rPr lang="en-US" b="1" spc="300" dirty="0">
                <a:latin typeface="Courier New" panose="02070309020205020404" pitchFamily="49" charset="0"/>
                <a:cs typeface="Courier New" panose="02070309020205020404" pitchFamily="49" charset="0"/>
              </a:rPr>
              <a:t>-G-TAGGTCCAATAC-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549EB2-1CAB-4FFC-B444-832CAD3BBDC5}"/>
              </a:ext>
            </a:extLst>
          </p:cNvPr>
          <p:cNvCxnSpPr/>
          <p:nvPr/>
        </p:nvCxnSpPr>
        <p:spPr>
          <a:xfrm>
            <a:off x="5237087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27619E-E727-4A48-97CC-47AAE563FF6B}"/>
              </a:ext>
            </a:extLst>
          </p:cNvPr>
          <p:cNvCxnSpPr/>
          <p:nvPr/>
        </p:nvCxnSpPr>
        <p:spPr>
          <a:xfrm>
            <a:off x="5589987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DD8606-D964-418E-BE78-7C335D4305A5}"/>
              </a:ext>
            </a:extLst>
          </p:cNvPr>
          <p:cNvCxnSpPr/>
          <p:nvPr/>
        </p:nvCxnSpPr>
        <p:spPr>
          <a:xfrm>
            <a:off x="6117921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C8B286-7A34-4905-8CE6-D54BFF8D1278}"/>
              </a:ext>
            </a:extLst>
          </p:cNvPr>
          <p:cNvCxnSpPr/>
          <p:nvPr/>
        </p:nvCxnSpPr>
        <p:spPr>
          <a:xfrm>
            <a:off x="5937651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A977AA-C910-41F7-A441-183DFCD3960B}"/>
              </a:ext>
            </a:extLst>
          </p:cNvPr>
          <p:cNvCxnSpPr/>
          <p:nvPr/>
        </p:nvCxnSpPr>
        <p:spPr>
          <a:xfrm>
            <a:off x="6279603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6BA285-48C4-4CD0-999F-D8DA6AB75DCF}"/>
              </a:ext>
            </a:extLst>
          </p:cNvPr>
          <p:cNvCxnSpPr/>
          <p:nvPr/>
        </p:nvCxnSpPr>
        <p:spPr>
          <a:xfrm>
            <a:off x="6474388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DDF95E-3CA8-401E-ABAD-C86E861CA530}"/>
              </a:ext>
            </a:extLst>
          </p:cNvPr>
          <p:cNvCxnSpPr/>
          <p:nvPr/>
        </p:nvCxnSpPr>
        <p:spPr>
          <a:xfrm>
            <a:off x="6639888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A14121-2187-4F6B-842E-EB25235F1ED4}"/>
              </a:ext>
            </a:extLst>
          </p:cNvPr>
          <p:cNvCxnSpPr/>
          <p:nvPr/>
        </p:nvCxnSpPr>
        <p:spPr>
          <a:xfrm>
            <a:off x="7308534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B91D84-26E3-40DE-9EFD-8D292468FA88}"/>
              </a:ext>
            </a:extLst>
          </p:cNvPr>
          <p:cNvCxnSpPr/>
          <p:nvPr/>
        </p:nvCxnSpPr>
        <p:spPr>
          <a:xfrm>
            <a:off x="7154228" y="3762375"/>
            <a:ext cx="0" cy="25717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B952AB-1E06-4E1F-B14B-192B3DE5EBE2}"/>
              </a:ext>
            </a:extLst>
          </p:cNvPr>
          <p:cNvGrpSpPr/>
          <p:nvPr/>
        </p:nvGrpSpPr>
        <p:grpSpPr>
          <a:xfrm>
            <a:off x="4358420" y="4576396"/>
            <a:ext cx="3883881" cy="1131079"/>
            <a:chOff x="4358420" y="3205529"/>
            <a:chExt cx="3883881" cy="113107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9C628C-E68A-4B4B-96E2-DC49849A3435}"/>
                </a:ext>
              </a:extLst>
            </p:cNvPr>
            <p:cNvSpPr txBox="1"/>
            <p:nvPr/>
          </p:nvSpPr>
          <p:spPr>
            <a:xfrm>
              <a:off x="4358420" y="3205529"/>
              <a:ext cx="3883881" cy="1131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S1: </a:t>
              </a:r>
              <a:r>
                <a:rPr lang="en-US" b="1" spc="3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AGATC</a:t>
              </a:r>
              <a:r>
                <a:rPr lang="en-US" b="1" spc="3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GGTCC</a:t>
              </a:r>
              <a:r>
                <a:rPr lang="en-US" b="1" spc="3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-CTAGG</a:t>
              </a:r>
            </a:p>
            <a:p>
              <a:pPr>
                <a:lnSpc>
                  <a:spcPct val="200000"/>
                </a:lnSpc>
              </a:pP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S2: </a:t>
              </a:r>
              <a:r>
                <a:rPr lang="en-US" b="1" spc="3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-G-TA</a:t>
              </a:r>
              <a:r>
                <a:rPr lang="en-US" b="1" spc="3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GGTCC</a:t>
              </a:r>
              <a:r>
                <a:rPr lang="en-US" b="1" spc="3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AATAC-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5C31DDA-C2F6-4544-B50F-31B11C340637}"/>
                </a:ext>
              </a:extLst>
            </p:cNvPr>
            <p:cNvCxnSpPr/>
            <p:nvPr/>
          </p:nvCxnSpPr>
          <p:spPr>
            <a:xfrm>
              <a:off x="6117921" y="3762375"/>
              <a:ext cx="0" cy="25717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5D37E3-A056-4CF5-9075-575A45BA865E}"/>
                </a:ext>
              </a:extLst>
            </p:cNvPr>
            <p:cNvCxnSpPr/>
            <p:nvPr/>
          </p:nvCxnSpPr>
          <p:spPr>
            <a:xfrm>
              <a:off x="5937651" y="3762375"/>
              <a:ext cx="0" cy="25717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F7F3657-2535-4547-B683-D71CD68448EA}"/>
                </a:ext>
              </a:extLst>
            </p:cNvPr>
            <p:cNvCxnSpPr/>
            <p:nvPr/>
          </p:nvCxnSpPr>
          <p:spPr>
            <a:xfrm>
              <a:off x="6279603" y="3762375"/>
              <a:ext cx="0" cy="25717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6CB33C4-F4CB-41B0-9BEC-E4D4F7EAE482}"/>
                </a:ext>
              </a:extLst>
            </p:cNvPr>
            <p:cNvCxnSpPr/>
            <p:nvPr/>
          </p:nvCxnSpPr>
          <p:spPr>
            <a:xfrm>
              <a:off x="6474388" y="3762375"/>
              <a:ext cx="0" cy="25717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3C1EB59-0376-4B7D-8D1E-F574C419D851}"/>
                </a:ext>
              </a:extLst>
            </p:cNvPr>
            <p:cNvCxnSpPr/>
            <p:nvPr/>
          </p:nvCxnSpPr>
          <p:spPr>
            <a:xfrm>
              <a:off x="6639888" y="3762375"/>
              <a:ext cx="0" cy="257175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510D24-2901-4876-B78C-0EF38FE7E917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6300360" y="4336608"/>
            <a:ext cx="1" cy="4485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58A3FD7-4E81-48FE-981A-FE3CEFE49563}"/>
              </a:ext>
            </a:extLst>
          </p:cNvPr>
          <p:cNvSpPr txBox="1"/>
          <p:nvPr/>
        </p:nvSpPr>
        <p:spPr>
          <a:xfrm>
            <a:off x="8986926" y="3706296"/>
            <a:ext cx="18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Global Alignment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2587A7-1E8B-45FE-AE23-508350F6A33A}"/>
              </a:ext>
            </a:extLst>
          </p:cNvPr>
          <p:cNvSpPr txBox="1"/>
          <p:nvPr/>
        </p:nvSpPr>
        <p:spPr>
          <a:xfrm>
            <a:off x="8986926" y="5077163"/>
            <a:ext cx="171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Local Alignment</a:t>
            </a:r>
          </a:p>
        </p:txBody>
      </p:sp>
    </p:spTree>
    <p:extLst>
      <p:ext uri="{BB962C8B-B14F-4D97-AF65-F5344CB8AC3E}">
        <p14:creationId xmlns:p14="http://schemas.microsoft.com/office/powerpoint/2010/main" val="226948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E8CB3DD-9692-47C8-B544-73365AB8D7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Smith-Waterman algorithm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C5B9218D-405D-41C8-8D85-42C2EA8C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Global versus Local Alignment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4C8851FD-7064-47ED-B748-8E0610083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3657600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</a:t>
            </a:r>
            <a:r>
              <a:rPr lang="en-IE" altLang="en-US" b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global </a:t>
            </a:r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alignment covers the </a:t>
            </a:r>
            <a:r>
              <a:rPr lang="en-IE" altLang="en-US" b="1">
                <a:solidFill>
                  <a:srgbClr val="0000CC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entire lengths of the sequences </a:t>
            </a:r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involved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The </a:t>
            </a:r>
            <a:r>
              <a:rPr lang="en-IE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Needleman-Wunsch</a:t>
            </a:r>
            <a:r>
              <a:rPr lang="en-IE" altLang="en-US" sz="2000" b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algorithm finds the </a:t>
            </a:r>
            <a:r>
              <a:rPr lang="en-IE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best global alignment</a:t>
            </a:r>
            <a:r>
              <a:rPr lang="en-IE" altLang="en-US" sz="200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between 2 sequences</a:t>
            </a:r>
          </a:p>
          <a:p>
            <a:pPr algn="just" eaLnBrk="1" hangingPunct="1">
              <a:spcBef>
                <a:spcPct val="0"/>
              </a:spcBef>
            </a:pPr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</a:t>
            </a:r>
            <a:r>
              <a:rPr lang="en-IE" altLang="en-US" b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local</a:t>
            </a:r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alignment only covers </a:t>
            </a:r>
            <a:r>
              <a:rPr lang="en-IE" altLang="en-US" b="1">
                <a:solidFill>
                  <a:srgbClr val="0000CC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parts of the sequences</a:t>
            </a:r>
          </a:p>
          <a:p>
            <a:pPr algn="just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4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</a:t>
            </a:r>
            <a:r>
              <a:rPr lang="en-IE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Smith-Waterman 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algorithm finds the </a:t>
            </a:r>
            <a:r>
              <a:rPr lang="en-IE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best local</a:t>
            </a:r>
            <a:r>
              <a:rPr lang="en-IE" altLang="en-US" sz="2000" b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IE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alignment</a:t>
            </a:r>
            <a:r>
              <a:rPr lang="en-IE" altLang="en-US" sz="2000" b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between 2 sequences</a:t>
            </a:r>
          </a:p>
          <a:p>
            <a:pPr>
              <a:spcBef>
                <a:spcPts val="3500"/>
              </a:spcBef>
              <a:spcAft>
                <a:spcPts val="575"/>
              </a:spcAft>
              <a:buNone/>
            </a:pPr>
            <a:r>
              <a:rPr lang="en-IE" altLang="en-US" sz="24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Global alignment</a:t>
            </a:r>
          </a:p>
          <a:p>
            <a:pPr>
              <a:spcAft>
                <a:spcPts val="575"/>
              </a:spcAft>
              <a:buNone/>
            </a:pPr>
            <a:r>
              <a:rPr lang="en-IE" altLang="en-US" sz="24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</a:p>
          <a:p>
            <a:pPr>
              <a:spcAft>
                <a:spcPts val="575"/>
              </a:spcAft>
              <a:buNone/>
            </a:pPr>
            <a:r>
              <a:rPr lang="en-IE" altLang="en-US" sz="24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Local alignment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B56EA443-66DC-483D-8D30-B5164DC35769}"/>
              </a:ext>
            </a:extLst>
          </p:cNvPr>
          <p:cNvGrpSpPr>
            <a:grpSpLocks/>
          </p:cNvGrpSpPr>
          <p:nvPr/>
        </p:nvGrpSpPr>
        <p:grpSpPr bwMode="auto">
          <a:xfrm>
            <a:off x="4724401" y="3967164"/>
            <a:ext cx="5286375" cy="1214437"/>
            <a:chOff x="3781425" y="4452938"/>
            <a:chExt cx="5286375" cy="1214437"/>
          </a:xfrm>
        </p:grpSpPr>
        <p:sp>
          <p:nvSpPr>
            <p:cNvPr id="4105" name="Content Placeholder 2">
              <a:extLst>
                <a:ext uri="{FF2B5EF4-FFF2-40B4-BE49-F238E27FC236}">
                  <a16:creationId xmlns:a16="http://schemas.microsoft.com/office/drawing/2014/main" id="{55459E01-5E34-452C-AD5F-F0A99FBF9E7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138613" y="4452938"/>
              <a:ext cx="4929187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IE" alt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Q K E S G P S S S Y C </a:t>
              </a:r>
              <a:endParaRPr lang="en-IE" altLang="en-US" sz="2400" b="1" i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06" name="Content Placeholder 2">
              <a:extLst>
                <a:ext uri="{FF2B5EF4-FFF2-40B4-BE49-F238E27FC236}">
                  <a16:creationId xmlns:a16="http://schemas.microsoft.com/office/drawing/2014/main" id="{2CF8286B-2D2A-4784-BAC7-B6CAF3FFCD2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781425" y="5095875"/>
              <a:ext cx="485775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IE" alt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V Q Q E S G L V R T T C</a:t>
              </a:r>
              <a:endParaRPr lang="en-IE" altLang="en-US" sz="2400" b="1" i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07" name="Content Placeholder 2">
              <a:extLst>
                <a:ext uri="{FF2B5EF4-FFF2-40B4-BE49-F238E27FC236}">
                  <a16:creationId xmlns:a16="http://schemas.microsoft.com/office/drawing/2014/main" id="{8718156A-9A67-40F3-B0E7-B2FE3B83F12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138613" y="4738688"/>
              <a:ext cx="471487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IE" alt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|   | | |           |</a:t>
              </a:r>
              <a:endParaRPr lang="en-IE" altLang="en-US" sz="2400" b="1" i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26319AAE-8D4A-4ECC-9464-5D2D81AAEB00}"/>
              </a:ext>
            </a:extLst>
          </p:cNvPr>
          <p:cNvGrpSpPr>
            <a:grpSpLocks/>
          </p:cNvGrpSpPr>
          <p:nvPr/>
        </p:nvGrpSpPr>
        <p:grpSpPr bwMode="auto">
          <a:xfrm>
            <a:off x="4795839" y="5081588"/>
            <a:ext cx="5286375" cy="1181100"/>
            <a:chOff x="3781425" y="5719763"/>
            <a:chExt cx="5286375" cy="1181100"/>
          </a:xfrm>
        </p:grpSpPr>
        <p:sp>
          <p:nvSpPr>
            <p:cNvPr id="4102" name="Content Placeholder 2">
              <a:extLst>
                <a:ext uri="{FF2B5EF4-FFF2-40B4-BE49-F238E27FC236}">
                  <a16:creationId xmlns:a16="http://schemas.microsoft.com/office/drawing/2014/main" id="{F0A45871-F014-430D-9D2D-2B33A11F65E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138613" y="5719763"/>
              <a:ext cx="4929187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IE" alt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    E S G</a:t>
              </a:r>
              <a:endParaRPr lang="en-IE" altLang="en-US" sz="2400" b="1" i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03" name="Content Placeholder 2">
              <a:extLst>
                <a:ext uri="{FF2B5EF4-FFF2-40B4-BE49-F238E27FC236}">
                  <a16:creationId xmlns:a16="http://schemas.microsoft.com/office/drawing/2014/main" id="{D071AD6C-CFD8-404D-8B9A-2D6BFB51E6B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781425" y="6329363"/>
              <a:ext cx="4857750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IE" alt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      E S G</a:t>
              </a:r>
              <a:endParaRPr lang="en-IE" altLang="en-US" sz="2400" b="1" i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104" name="Content Placeholder 2">
              <a:extLst>
                <a:ext uri="{FF2B5EF4-FFF2-40B4-BE49-F238E27FC236}">
                  <a16:creationId xmlns:a16="http://schemas.microsoft.com/office/drawing/2014/main" id="{55C8A1BD-AEE4-474C-9DDC-9EDC09EE47F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138613" y="6005513"/>
              <a:ext cx="4714875" cy="571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IE" altLang="en-US" sz="2400" b="1">
                  <a:latin typeface="Courier New" panose="02070309020205020404" pitchFamily="49" charset="0"/>
                  <a:cs typeface="Courier New" panose="02070309020205020404" pitchFamily="49" charset="0"/>
                </a:rPr>
                <a:t>    | | |</a:t>
              </a:r>
              <a:endParaRPr lang="en-IE" altLang="en-US" sz="2400" b="1" i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32AB179-1C53-4689-9EB3-25D2F121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6963" y="274638"/>
            <a:ext cx="8229600" cy="1143000"/>
          </a:xfrm>
        </p:spPr>
        <p:txBody>
          <a:bodyPr/>
          <a:lstStyle/>
          <a:p>
            <a:pPr eaLnBrk="1" hangingPunct="1"/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Local alignment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96DBF05F-447B-4071-AC09-3E83FA449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47801"/>
            <a:ext cx="8229600" cy="4525963"/>
          </a:xfrm>
        </p:spPr>
        <p:txBody>
          <a:bodyPr/>
          <a:lstStyle/>
          <a:p>
            <a:pPr eaLnBrk="1" hangingPunct="1"/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 concept of ‘</a:t>
            </a:r>
            <a:r>
              <a:rPr lang="en-IE" altLang="en-US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local alignment</a:t>
            </a:r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’ was introduced by </a:t>
            </a:r>
            <a:r>
              <a:rPr lang="en-IE" altLang="en-US" b="1">
                <a:solidFill>
                  <a:srgbClr val="0000CC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Smith &amp; Waterman in 1981</a:t>
            </a:r>
          </a:p>
          <a:p>
            <a:pPr eaLnBrk="1" hangingPunct="1"/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</a:t>
            </a:r>
            <a:r>
              <a:rPr lang="en-IE" altLang="en-US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local alignment </a:t>
            </a:r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of 2 sequences is an alignment </a:t>
            </a:r>
            <a:r>
              <a:rPr lang="en-IE" altLang="en-US" b="1">
                <a:solidFill>
                  <a:srgbClr val="0000CC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between parts of the 2 sequences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Two proteins may share </a:t>
            </a:r>
            <a:r>
              <a:rPr lang="en-IE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one stretch of high sequence similarity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but be very dissimilar outside that region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A global (N-W) alignment of such sequences would have: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 (i) lots of </a:t>
            </a:r>
            <a:r>
              <a:rPr lang="en-IE" altLang="en-US" sz="20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matches in the region of high sequence similarity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(ii) lots of </a:t>
            </a:r>
            <a:r>
              <a:rPr lang="en-IE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mismatches &amp; gaps (insertions/deletions) outside the region 	of similarity 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It makes sense to find the </a:t>
            </a:r>
            <a:r>
              <a:rPr lang="en-IE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best local alignment </a:t>
            </a:r>
            <a:r>
              <a:rPr lang="en-IE" altLang="en-US" sz="200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instead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IE" altLang="en-US" sz="240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>
            <a:extLst>
              <a:ext uri="{FF2B5EF4-FFF2-40B4-BE49-F238E27FC236}">
                <a16:creationId xmlns:a16="http://schemas.microsoft.com/office/drawing/2014/main" id="{E668AEA7-5035-4205-9363-40DCFE0DE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382" y="1502607"/>
            <a:ext cx="3581400" cy="4525963"/>
          </a:xfrm>
        </p:spPr>
        <p:txBody>
          <a:bodyPr/>
          <a:lstStyle/>
          <a:p>
            <a:r>
              <a:rPr lang="en-IE" altLang="en-US" b="1" dirty="0">
                <a:solidFill>
                  <a:schemeClr val="accent6"/>
                </a:solidFill>
                <a:ea typeface="ＭＳ Ｐゴシック" panose="020B0600070205080204" pitchFamily="34" charset="-128"/>
              </a:rPr>
              <a:t>This is a global alignment of human &amp; fruit fly Eyeless</a:t>
            </a:r>
          </a:p>
          <a:p>
            <a:endParaRPr lang="en-IE" altLang="en-US" b="1" dirty="0">
              <a:solidFill>
                <a:schemeClr val="accent6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solidFill>
                  <a:schemeClr val="accent6"/>
                </a:solidFill>
              </a:rPr>
              <a:t>Do you think it’s sensible to make a global alignment of these two sequences? </a:t>
            </a:r>
          </a:p>
          <a:p>
            <a:endParaRPr lang="en-IE" altLang="en-US" b="1" dirty="0">
              <a:solidFill>
                <a:schemeClr val="accent6"/>
              </a:solidFill>
              <a:ea typeface="ＭＳ Ｐゴシック" panose="020B0600070205080204" pitchFamily="34" charset="-128"/>
            </a:endParaRPr>
          </a:p>
          <a:p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endParaRPr lang="en-IE" altLang="en-US" b="1" dirty="0">
              <a:solidFill>
                <a:srgbClr val="FFFF00"/>
              </a:solidFill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2400" i="1" dirty="0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endParaRPr lang="en-IE" altLang="en-US" sz="2400" i="1" dirty="0">
              <a:ea typeface="ＭＳ Ｐゴシック" panose="020B0600070205080204" pitchFamily="34" charset="-128"/>
            </a:endParaRPr>
          </a:p>
        </p:txBody>
      </p:sp>
      <p:sp>
        <p:nvSpPr>
          <p:cNvPr id="8195" name="Title 1">
            <a:extLst>
              <a:ext uri="{FF2B5EF4-FFF2-40B4-BE49-F238E27FC236}">
                <a16:creationId xmlns:a16="http://schemas.microsoft.com/office/drawing/2014/main" id="{D593E489-B3EE-40B8-B4DE-13F84E9F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pPr eaLnBrk="1" hangingPunct="1"/>
            <a:r>
              <a:rPr lang="en-IE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Real data: human &amp; </a:t>
            </a:r>
            <a:r>
              <a:rPr lang="en-IE" altLang="en-US" i="1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fruitfly</a:t>
            </a:r>
            <a:r>
              <a:rPr lang="en-IE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Eyeless</a:t>
            </a:r>
          </a:p>
        </p:txBody>
      </p:sp>
      <p:pic>
        <p:nvPicPr>
          <p:cNvPr id="8196" name="Picture 8" descr="humanfly_needlemanwunsch.png">
            <a:extLst>
              <a:ext uri="{FF2B5EF4-FFF2-40B4-BE49-F238E27FC236}">
                <a16:creationId xmlns:a16="http://schemas.microsoft.com/office/drawing/2014/main" id="{E8E3F39A-A5D2-414D-A52C-69FF6657D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50"/>
          <a:stretch>
            <a:fillRect/>
          </a:stretch>
        </p:blipFill>
        <p:spPr bwMode="auto">
          <a:xfrm>
            <a:off x="2057400" y="3455988"/>
            <a:ext cx="4319588" cy="332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9" descr="humanfly_needlemanwunsch.png">
            <a:extLst>
              <a:ext uri="{FF2B5EF4-FFF2-40B4-BE49-F238E27FC236}">
                <a16:creationId xmlns:a16="http://schemas.microsoft.com/office/drawing/2014/main" id="{B68CDC93-3D66-4103-B8E9-154B1E2E1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73"/>
          <a:stretch>
            <a:fillRect/>
          </a:stretch>
        </p:blipFill>
        <p:spPr bwMode="auto">
          <a:xfrm>
            <a:off x="2057400" y="923926"/>
            <a:ext cx="4319588" cy="253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68504CA-C2C4-4C66-9305-8CE381E8A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pPr eaLnBrk="1" hangingPunct="1"/>
            <a:r>
              <a:rPr lang="en-IE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Real data: human &amp; </a:t>
            </a:r>
            <a:r>
              <a:rPr lang="en-IE" altLang="en-US" i="1" dirty="0" err="1">
                <a:solidFill>
                  <a:srgbClr val="FF0000"/>
                </a:solidFill>
                <a:ea typeface="ＭＳ Ｐゴシック" panose="020B0600070205080204" pitchFamily="34" charset="-128"/>
              </a:rPr>
              <a:t>fruitfly</a:t>
            </a:r>
            <a:r>
              <a:rPr lang="en-IE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Eyeless</a:t>
            </a:r>
          </a:p>
        </p:txBody>
      </p:sp>
      <p:pic>
        <p:nvPicPr>
          <p:cNvPr id="10243" name="Picture 8" descr="humanfly_needlemanwunsch.png">
            <a:extLst>
              <a:ext uri="{FF2B5EF4-FFF2-40B4-BE49-F238E27FC236}">
                <a16:creationId xmlns:a16="http://schemas.microsoft.com/office/drawing/2014/main" id="{0BCAF07C-C895-4961-B29A-D28EBD755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50"/>
          <a:stretch>
            <a:fillRect/>
          </a:stretch>
        </p:blipFill>
        <p:spPr bwMode="auto">
          <a:xfrm>
            <a:off x="2057400" y="3455988"/>
            <a:ext cx="4319588" cy="332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9" descr="humanfly_needlemanwunsch.png">
            <a:extLst>
              <a:ext uri="{FF2B5EF4-FFF2-40B4-BE49-F238E27FC236}">
                <a16:creationId xmlns:a16="http://schemas.microsoft.com/office/drawing/2014/main" id="{CA854D93-28E4-43BE-A35E-20E046AC3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73"/>
          <a:stretch>
            <a:fillRect/>
          </a:stretch>
        </p:blipFill>
        <p:spPr bwMode="auto">
          <a:xfrm>
            <a:off x="2057400" y="923926"/>
            <a:ext cx="4319588" cy="253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B3AC4E-D2ED-4E5D-AAC1-714B87971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901701"/>
            <a:ext cx="3733800" cy="569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5">
                    <a:lumMod val="75000"/>
                  </a:schemeClr>
                </a:solidFill>
              </a:rPr>
              <a:t>There are 2 short regions of high similarity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solidFill>
                <a:srgbClr val="FFFF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6"/>
                </a:solidFill>
              </a:rPr>
              <a:t>Outside those regions, there are many mismatches and gaps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solidFill>
                <a:srgbClr val="FFFF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6"/>
                </a:solidFill>
              </a:rPr>
              <a:t>It might be more sensible to make local alignments of one or both of the regions of high similarity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7C9274-BC8F-4091-A1A5-B048E48AD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295400"/>
            <a:ext cx="3581400" cy="1295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E44A31-95D8-4EAC-B968-AEBEF3970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3581400" cy="609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114471D-AA9E-40B6-90DC-D79EA4D1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990600"/>
          </a:xfrm>
        </p:spPr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The Smith-Waterman algorithm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1EAAFF95-6B82-4627-A90F-DFDF9F9C4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119188"/>
            <a:ext cx="8229600" cy="5334000"/>
          </a:xfrm>
        </p:spPr>
        <p:txBody>
          <a:bodyPr/>
          <a:lstStyle/>
          <a:p>
            <a:pPr eaLnBrk="1" hangingPunct="1"/>
            <a:r>
              <a:rPr lang="en-IE" altLang="en-US" dirty="0">
                <a:ea typeface="ＭＳ Ｐゴシック" panose="020B0600070205080204" pitchFamily="34" charset="-128"/>
              </a:rPr>
              <a:t>S-W is </a:t>
            </a:r>
            <a:r>
              <a:rPr lang="en-IE" altLang="en-US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mathematically proven </a:t>
            </a:r>
            <a:r>
              <a:rPr lang="en-IE" altLang="en-US" dirty="0">
                <a:ea typeface="ＭＳ Ｐゴシック" panose="020B0600070205080204" pitchFamily="34" charset="-128"/>
              </a:rPr>
              <a:t>to find the </a:t>
            </a:r>
            <a:r>
              <a:rPr lang="en-IE" altLang="en-US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best (highest-scoring) local alignment </a:t>
            </a:r>
            <a:r>
              <a:rPr lang="en-IE" altLang="en-US" dirty="0">
                <a:ea typeface="ＭＳ Ｐゴシック" panose="020B0600070205080204" pitchFamily="34" charset="-128"/>
              </a:rPr>
              <a:t>of 2 sequences</a:t>
            </a:r>
          </a:p>
          <a:p>
            <a:pPr>
              <a:spcBef>
                <a:spcPts val="500"/>
              </a:spcBef>
              <a:buNone/>
            </a:pPr>
            <a:r>
              <a:rPr lang="en-IE" altLang="en-US" sz="2400" dirty="0">
                <a:ea typeface="ＭＳ Ｐゴシック" panose="020B0600070205080204" pitchFamily="34" charset="-128"/>
              </a:rPr>
              <a:t> 	</a:t>
            </a:r>
            <a:r>
              <a:rPr lang="en-IE" altLang="en-US" sz="2000" dirty="0">
                <a:ea typeface="ＭＳ Ｐゴシック" panose="020B0600070205080204" pitchFamily="34" charset="-128"/>
              </a:rPr>
              <a:t>The </a:t>
            </a:r>
            <a:r>
              <a:rPr lang="en-IE" altLang="en-US" sz="2000" b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best local alignment </a:t>
            </a:r>
            <a:r>
              <a:rPr lang="en-IE" altLang="en-US" sz="2000" dirty="0">
                <a:ea typeface="ＭＳ Ｐゴシック" panose="020B0600070205080204" pitchFamily="34" charset="-128"/>
              </a:rPr>
              <a:t>is the 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best alignment of all possible 	</a:t>
            </a:r>
            <a:r>
              <a:rPr lang="en-IE" altLang="en-US" sz="2000" b="1" dirty="0" err="1">
                <a:solidFill>
                  <a:srgbClr val="0000CC"/>
                </a:solidFill>
                <a:ea typeface="ＭＳ Ｐゴシック" panose="020B0600070205080204" pitchFamily="34" charset="-128"/>
              </a:rPr>
              <a:t>subsequences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 (parts) of sequences </a:t>
            </a:r>
            <a:r>
              <a:rPr lang="en-IE" altLang="en-US" sz="2000" b="1" i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S</a:t>
            </a:r>
            <a:r>
              <a:rPr lang="en-IE" altLang="en-US" sz="2000" b="1" i="1" baseline="-250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1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 and </a:t>
            </a:r>
            <a:r>
              <a:rPr lang="en-IE" altLang="en-US" sz="2000" b="1" i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S</a:t>
            </a:r>
            <a:r>
              <a:rPr lang="en-IE" altLang="en-US" sz="2000" b="1" i="1" baseline="-250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2</a:t>
            </a: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ts val="500"/>
              </a:spcBef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The 0</a:t>
            </a:r>
            <a:r>
              <a:rPr lang="en-IE" altLang="en-US" sz="2000" b="1" baseline="300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th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 row and 0</a:t>
            </a:r>
            <a:r>
              <a:rPr lang="en-IE" altLang="en-US" sz="2000" b="1" baseline="300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th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 column of </a:t>
            </a:r>
            <a:r>
              <a:rPr lang="en-IE" altLang="en-US" sz="2000" b="1" i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T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 </a:t>
            </a:r>
            <a:r>
              <a:rPr lang="en-IE" altLang="en-US" sz="2000" dirty="0">
                <a:ea typeface="ＭＳ Ｐゴシック" panose="020B0600070205080204" pitchFamily="34" charset="-128"/>
              </a:rPr>
              <a:t>are first filled with zeroes </a:t>
            </a:r>
          </a:p>
          <a:p>
            <a:pPr>
              <a:spcBef>
                <a:spcPts val="500"/>
              </a:spcBef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The recurrence relation used to fill table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 is:</a:t>
            </a:r>
          </a:p>
          <a:p>
            <a:pPr lvl="1">
              <a:buNone/>
            </a:pPr>
            <a:r>
              <a:rPr lang="en-IE" altLang="en-US" sz="2000" b="1" dirty="0"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en-IE" altLang="en-US" sz="2000" dirty="0">
                <a:ea typeface="ＭＳ Ｐゴシック" panose="020B0600070205080204" pitchFamily="34" charset="-128"/>
                <a:cs typeface="Courier New" panose="02070309020205020404" pitchFamily="49" charset="0"/>
              </a:rPr>
              <a:t>		 </a:t>
            </a:r>
            <a:r>
              <a:rPr lang="en-IE" altLang="en-US" sz="2000" dirty="0">
                <a:ea typeface="ＭＳ Ｐゴシック" panose="020B0600070205080204" pitchFamily="34" charset="-128"/>
              </a:rPr>
              <a:t>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-1,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-1) + σ(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S</a:t>
            </a:r>
            <a:r>
              <a:rPr lang="en-IE" altLang="en-US" sz="2000" i="1" baseline="-25000" dirty="0">
                <a:ea typeface="ＭＳ Ｐゴシック" panose="020B0600070205080204" pitchFamily="34" charset="-128"/>
              </a:rPr>
              <a:t>1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 err="1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),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 S</a:t>
            </a:r>
            <a:r>
              <a:rPr lang="en-IE" altLang="en-US" sz="2000" i="1" baseline="-25000" dirty="0">
                <a:ea typeface="ＭＳ Ｐゴシック" panose="020B0600070205080204" pitchFamily="34" charset="-128"/>
              </a:rPr>
              <a:t>2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))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i="1" dirty="0">
                <a:ea typeface="ＭＳ Ｐゴシック" panose="020B0600070205080204" pitchFamily="34" charset="-128"/>
              </a:rPr>
              <a:t>	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 err="1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) = max      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-1,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) + gap penalty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		 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 err="1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-1) + gap penalty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		  </a:t>
            </a:r>
            <a:r>
              <a:rPr lang="en-IE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0</a:t>
            </a:r>
          </a:p>
          <a:p>
            <a:pPr>
              <a:spcBef>
                <a:spcPts val="1300"/>
              </a:spcBef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The traceback starts at the </a:t>
            </a:r>
            <a:r>
              <a:rPr lang="en-IE" altLang="en-US" sz="20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highest scoring cell</a:t>
            </a:r>
            <a:r>
              <a:rPr lang="en-IE" altLang="en-US" sz="2000" b="1" dirty="0">
                <a:ea typeface="ＭＳ Ｐゴシック" panose="020B0600070205080204" pitchFamily="34" charset="-128"/>
              </a:rPr>
              <a:t> </a:t>
            </a:r>
            <a:r>
              <a:rPr lang="en-IE" altLang="en-US" sz="2000" dirty="0">
                <a:ea typeface="ＭＳ Ｐゴシック" panose="020B0600070205080204" pitchFamily="34" charset="-128"/>
              </a:rPr>
              <a:t>in the matrix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, and 	travels up/left </a:t>
            </a:r>
            <a:r>
              <a:rPr lang="en-IE" altLang="en-US" sz="20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while the score is still positive</a:t>
            </a:r>
          </a:p>
          <a:p>
            <a:pPr>
              <a:spcBef>
                <a:spcPts val="500"/>
              </a:spcBef>
              <a:buNone/>
            </a:pPr>
            <a:r>
              <a:rPr lang="en-IE" altLang="en-US" sz="2000" b="1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	</a:t>
            </a:r>
            <a:r>
              <a:rPr lang="en-IE" altLang="en-US" sz="20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(While in N-W, traceback starts at the bottom right, &amp; ends at the top 	left, which ensures it’s a global alignment)</a:t>
            </a:r>
            <a:endParaRPr lang="en-IE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715FD46-C755-463C-97D2-52B564497243}"/>
              </a:ext>
            </a:extLst>
          </p:cNvPr>
          <p:cNvSpPr>
            <a:spLocks/>
          </p:cNvSpPr>
          <p:nvPr/>
        </p:nvSpPr>
        <p:spPr bwMode="auto">
          <a:xfrm>
            <a:off x="3557588" y="3481388"/>
            <a:ext cx="152400" cy="1524000"/>
          </a:xfrm>
          <a:prstGeom prst="leftBrace">
            <a:avLst>
              <a:gd name="adj1" fmla="val 838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65EA1C1C-A43C-41C2-9D74-D34EDE3C889A}"/>
              </a:ext>
            </a:extLst>
          </p:cNvPr>
          <p:cNvGrpSpPr>
            <a:grpSpLocks/>
          </p:cNvGrpSpPr>
          <p:nvPr/>
        </p:nvGrpSpPr>
        <p:grpSpPr bwMode="auto">
          <a:xfrm>
            <a:off x="4266997" y="3830600"/>
            <a:ext cx="5786437" cy="708025"/>
            <a:chOff x="2857489" y="3814993"/>
            <a:chExt cx="5786477" cy="707886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6613C36-96C5-41B5-9C5C-3ACF91EBCF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2857489" y="4272103"/>
              <a:ext cx="3214709" cy="1587"/>
            </a:xfrm>
            <a:prstGeom prst="straightConnector1">
              <a:avLst/>
            </a:prstGeom>
            <a:noFill/>
            <a:ln w="25400">
              <a:solidFill>
                <a:srgbClr val="009A46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sp>
          <p:nvSpPr>
            <p:cNvPr id="12295" name="TextBox 9">
              <a:extLst>
                <a:ext uri="{FF2B5EF4-FFF2-40B4-BE49-F238E27FC236}">
                  <a16:creationId xmlns:a16="http://schemas.microsoft.com/office/drawing/2014/main" id="{99305B8F-A2C6-4FEA-B7DE-62648D6C9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2199" y="3814993"/>
              <a:ext cx="257176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9A46"/>
                  </a:solidFill>
                </a:rPr>
                <a:t>A 4</a:t>
              </a:r>
              <a:r>
                <a:rPr lang="en-IE" altLang="en-US" sz="2000" b="1" baseline="30000">
                  <a:solidFill>
                    <a:srgbClr val="009A46"/>
                  </a:solidFill>
                </a:rPr>
                <a:t>th</a:t>
              </a:r>
              <a:r>
                <a:rPr lang="en-IE" altLang="en-US" sz="2000" b="1">
                  <a:solidFill>
                    <a:srgbClr val="009A46"/>
                  </a:solidFill>
                </a:rPr>
                <a:t> possibility (unlike N-W)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C235DB-CE3D-40B7-B27D-397205253BD6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236220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3593216412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804662414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3390128403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4042242516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337215008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89129897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28849520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28821972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440616388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15651818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6583597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903222430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80107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28568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02425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81101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5444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2128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12237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4825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68778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5361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8BF205-EBF7-43E3-AE7B-A484A80655B2}"/>
              </a:ext>
            </a:extLst>
          </p:cNvPr>
          <p:cNvGraphicFramePr>
            <a:graphicFrameLocks noGrp="1"/>
          </p:cNvGraphicFramePr>
          <p:nvPr/>
        </p:nvGraphicFramePr>
        <p:xfrm>
          <a:off x="3505200" y="236220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415673971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741442844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3793683907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3663359690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11548973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2425888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188160659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92453548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157876649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56501192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1856930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83014185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98200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8657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83845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9557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6640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48747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48899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63010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73334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562709"/>
                  </a:ext>
                </a:extLst>
              </a:tr>
            </a:tbl>
          </a:graphicData>
        </a:graphic>
      </p:graphicFrame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D7AE20B1-7454-45EB-913C-94A4A7185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1213" y="52388"/>
            <a:ext cx="8229600" cy="4900612"/>
          </a:xfrm>
        </p:spPr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eg., to find the best local alignment of sequences “ACCTAAGG” and “GGCTCAATCA”, using +2 for a match, -1 for a mismatch, and -2 for a gap: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400">
                <a:ea typeface="ＭＳ Ｐゴシック" panose="020B0600070205080204" pitchFamily="34" charset="-128"/>
              </a:rPr>
              <a:t> 	</a:t>
            </a:r>
            <a:r>
              <a:rPr lang="en-IE" altLang="en-US" sz="2000">
                <a:ea typeface="ＭＳ Ｐゴシック" panose="020B0600070205080204" pitchFamily="34" charset="-128"/>
              </a:rPr>
              <a:t>We first make matrix </a:t>
            </a:r>
            <a:r>
              <a:rPr lang="en-IE" altLang="en-US" sz="2000" i="1">
                <a:ea typeface="ＭＳ Ｐゴシック" panose="020B0600070205080204" pitchFamily="34" charset="-128"/>
              </a:rPr>
              <a:t>T</a:t>
            </a:r>
            <a:r>
              <a:rPr lang="en-IE" altLang="en-US" sz="2000">
                <a:ea typeface="ＭＳ Ｐゴシック" panose="020B0600070205080204" pitchFamily="34" charset="-128"/>
              </a:rPr>
              <a:t> (as in N-W): </a:t>
            </a:r>
            <a:endParaRPr lang="en-IE" altLang="en-US" sz="20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>
                <a:ea typeface="ＭＳ Ｐゴシック" panose="020B0600070205080204" pitchFamily="34" charset="-128"/>
              </a:rPr>
              <a:t>	</a:t>
            </a:r>
            <a:r>
              <a:rPr lang="en-IE" altLang="en-US" sz="2000" b="1">
                <a:solidFill>
                  <a:srgbClr val="0000CC"/>
                </a:solidFill>
                <a:ea typeface="ＭＳ Ｐゴシック" panose="020B0600070205080204" pitchFamily="34" charset="-128"/>
              </a:rPr>
              <a:t>The 0</a:t>
            </a:r>
            <a:r>
              <a:rPr lang="en-IE" altLang="en-US" sz="2000" b="1" baseline="30000">
                <a:solidFill>
                  <a:srgbClr val="0000CC"/>
                </a:solidFill>
                <a:ea typeface="ＭＳ Ｐゴシック" panose="020B0600070205080204" pitchFamily="34" charset="-128"/>
              </a:rPr>
              <a:t>th</a:t>
            </a:r>
            <a:r>
              <a:rPr lang="en-IE" altLang="en-US" sz="2000" b="1">
                <a:solidFill>
                  <a:srgbClr val="0000CC"/>
                </a:solidFill>
                <a:ea typeface="ＭＳ Ｐゴシック" panose="020B0600070205080204" pitchFamily="34" charset="-128"/>
              </a:rPr>
              <a:t> row and 0</a:t>
            </a:r>
            <a:r>
              <a:rPr lang="en-IE" altLang="en-US" sz="2000" b="1" baseline="30000">
                <a:solidFill>
                  <a:srgbClr val="0000CC"/>
                </a:solidFill>
                <a:ea typeface="ＭＳ Ｐゴシック" panose="020B0600070205080204" pitchFamily="34" charset="-128"/>
              </a:rPr>
              <a:t>th</a:t>
            </a:r>
            <a:r>
              <a:rPr lang="en-IE" altLang="en-US" sz="2000" b="1">
                <a:solidFill>
                  <a:srgbClr val="0000CC"/>
                </a:solidFill>
                <a:ea typeface="ＭＳ Ｐゴシック" panose="020B0600070205080204" pitchFamily="34" charset="-128"/>
              </a:rPr>
              <a:t> column of </a:t>
            </a:r>
            <a:r>
              <a:rPr lang="en-IE" altLang="en-US" sz="2000" b="1" i="1">
                <a:solidFill>
                  <a:srgbClr val="0000CC"/>
                </a:solidFill>
                <a:ea typeface="ＭＳ Ｐゴシック" panose="020B0600070205080204" pitchFamily="34" charset="-128"/>
              </a:rPr>
              <a:t>T</a:t>
            </a:r>
            <a:r>
              <a:rPr lang="en-IE" altLang="en-US" sz="2000" b="1">
                <a:solidFill>
                  <a:srgbClr val="0000CC"/>
                </a:solidFill>
                <a:ea typeface="ＭＳ Ｐゴシック" panose="020B0600070205080204" pitchFamily="34" charset="-128"/>
              </a:rPr>
              <a:t> </a:t>
            </a:r>
            <a:r>
              <a:rPr lang="en-IE" altLang="en-US" sz="2000">
                <a:ea typeface="ＭＳ Ｐゴシック" panose="020B0600070205080204" pitchFamily="34" charset="-128"/>
              </a:rPr>
              <a:t>are filled with zeroes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>
                <a:ea typeface="ＭＳ Ｐゴシック" panose="020B0600070205080204" pitchFamily="34" charset="-128"/>
              </a:rPr>
              <a:t>	The recurrence relation is then used to fill the matrix </a:t>
            </a:r>
            <a:r>
              <a:rPr lang="en-IE" altLang="en-US" sz="2000" i="1">
                <a:ea typeface="ＭＳ Ｐゴシック" panose="020B0600070205080204" pitchFamily="34" charset="-128"/>
              </a:rPr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D1B16F-7AAB-405B-9640-C37A738BB5BD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220980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727439988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1147324471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330200617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17953872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675916149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50841472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7227577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37971367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871994139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92198486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3708845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208907311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86571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52236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?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80762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6346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44563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75213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04434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12042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6881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60593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B1331FC-827E-4C3C-85FA-F6DF482BEF9E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220980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435827895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3852706081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1919375419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97484640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118864787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4156713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80585019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623101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132453528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74928419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75795641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922086015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3551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73319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89505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811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20776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49816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2599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57141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31623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7139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6650690-496F-46D7-8735-ACF11D1E952F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220980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086381148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648569861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295493407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313148383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385097095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67617613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62780970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47110775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817001159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90139697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1574869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13126836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897995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1047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?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77807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12573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33226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730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71249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34296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6701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796382"/>
                  </a:ext>
                </a:extLst>
              </a:tr>
            </a:tbl>
          </a:graphicData>
        </a:graphic>
      </p:graphicFrame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5302FD2D-54A5-428F-A352-1E266125C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1213" y="76201"/>
            <a:ext cx="8229600" cy="253841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400" dirty="0">
                <a:ea typeface="ＭＳ Ｐゴシック" panose="020B0600070205080204" pitchFamily="34" charset="-128"/>
              </a:rPr>
              <a:t>	</a:t>
            </a:r>
            <a:r>
              <a:rPr lang="en-IE" altLang="en-US" sz="2000" dirty="0">
                <a:ea typeface="ＭＳ Ｐゴシック" panose="020B0600070205080204" pitchFamily="34" charset="-128"/>
              </a:rPr>
              <a:t>We first calculate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(1,1) using the recurrence relation:</a:t>
            </a: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lvl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</a:t>
            </a:r>
            <a:r>
              <a:rPr lang="en-IE" altLang="en-US" sz="2000" b="1" dirty="0">
                <a:ea typeface="ＭＳ Ｐゴシック" panose="020B0600070205080204" pitchFamily="34" charset="-128"/>
                <a:cs typeface="Courier New" panose="02070309020205020404" pitchFamily="49" charset="0"/>
              </a:rPr>
              <a:t>		 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-1,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-1) + σ(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S</a:t>
            </a:r>
            <a:r>
              <a:rPr lang="en-IE" altLang="en-US" sz="2000" i="1" baseline="-25000" dirty="0">
                <a:ea typeface="ＭＳ Ｐゴシック" panose="020B0600070205080204" pitchFamily="34" charset="-128"/>
              </a:rPr>
              <a:t>1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 err="1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),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 S</a:t>
            </a:r>
            <a:r>
              <a:rPr lang="en-IE" altLang="en-US" sz="2000" i="1" baseline="-25000" dirty="0">
                <a:ea typeface="ＭＳ Ｐゴシック" panose="020B0600070205080204" pitchFamily="34" charset="-128"/>
              </a:rPr>
              <a:t>2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)) 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= 0 – 1 = -1 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i="1" dirty="0">
                <a:ea typeface="ＭＳ Ｐゴシック" panose="020B0600070205080204" pitchFamily="34" charset="-128"/>
              </a:rPr>
              <a:t>	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 err="1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) = max      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-1,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) + gap penalty 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= 0 -2 = -2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		 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 err="1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-1) + gap penalty 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= 0 -2 = -2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		  </a:t>
            </a:r>
            <a:r>
              <a:rPr lang="en-IE" altLang="en-US" sz="2000" b="1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0</a:t>
            </a:r>
          </a:p>
          <a:p>
            <a:pPr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The maximum value is 0, so we set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(1,1) to 0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                                               		 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						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                                                                                    We next calculate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(2,1)…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400" dirty="0">
                <a:ea typeface="ＭＳ Ｐゴシック" panose="020B0600070205080204" pitchFamily="34" charset="-128"/>
              </a:rPr>
              <a:t>	        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B7C87AFC-5BC3-4E18-9833-ED035C75388A}"/>
              </a:ext>
            </a:extLst>
          </p:cNvPr>
          <p:cNvSpPr>
            <a:spLocks/>
          </p:cNvSpPr>
          <p:nvPr/>
        </p:nvSpPr>
        <p:spPr bwMode="auto">
          <a:xfrm>
            <a:off x="3733800" y="457200"/>
            <a:ext cx="152400" cy="1447800"/>
          </a:xfrm>
          <a:prstGeom prst="leftBrace">
            <a:avLst>
              <a:gd name="adj1" fmla="val 8356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F611CB-6AB2-456C-9DF4-5A09468A5E9A}"/>
              </a:ext>
            </a:extLst>
          </p:cNvPr>
          <p:cNvGraphicFramePr>
            <a:graphicFrameLocks noGrp="1"/>
          </p:cNvGraphicFramePr>
          <p:nvPr/>
        </p:nvGraphicFramePr>
        <p:xfrm>
          <a:off x="3286125" y="102235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499491178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3835117767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618665326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579097209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344220803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14443633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71465200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62016910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001632887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166472379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17119597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261272686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6151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44180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3535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12190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78696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9317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20084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43808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29635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48552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CDC0E5BB-2E5B-45F2-A972-157F2DD5CFE9}"/>
              </a:ext>
            </a:extLst>
          </p:cNvPr>
          <p:cNvGraphicFramePr>
            <a:graphicFrameLocks noGrp="1"/>
          </p:cNvGraphicFramePr>
          <p:nvPr/>
        </p:nvGraphicFramePr>
        <p:xfrm>
          <a:off x="3286125" y="102235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647229866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438442485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792120594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466723447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91008376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81086604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85640117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40648132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88599117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388811312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056447457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426416307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48151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26789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01702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1847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27044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89535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0607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8457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4221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73210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B4976BF-69B7-4589-924B-DF92542DAFD8}"/>
              </a:ext>
            </a:extLst>
          </p:cNvPr>
          <p:cNvGraphicFramePr>
            <a:graphicFrameLocks noGrp="1"/>
          </p:cNvGraphicFramePr>
          <p:nvPr/>
        </p:nvGraphicFramePr>
        <p:xfrm>
          <a:off x="3286125" y="102235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534288226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803474388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1573635890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652953831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325876725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75294661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73184408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82481643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744422473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227912462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96503408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594461469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2400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25916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71752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9150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9216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70755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2326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74147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143031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15435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5A4B4EFC-3C75-43AD-B9A3-92F7CB9DAC73}"/>
              </a:ext>
            </a:extLst>
          </p:cNvPr>
          <p:cNvGraphicFramePr>
            <a:graphicFrameLocks noGrp="1"/>
          </p:cNvGraphicFramePr>
          <p:nvPr/>
        </p:nvGraphicFramePr>
        <p:xfrm>
          <a:off x="3286125" y="1063626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362092717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350064470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449131806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1038964946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94866785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0214299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46710963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0645980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24702670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64965534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94049051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392397027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90548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4483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99326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88381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45591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0281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377462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37227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26231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83293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E2BC741E-AEDE-4A47-B76D-86F12E2BBE03}"/>
              </a:ext>
            </a:extLst>
          </p:cNvPr>
          <p:cNvGraphicFramePr>
            <a:graphicFrameLocks noGrp="1"/>
          </p:cNvGraphicFramePr>
          <p:nvPr/>
        </p:nvGraphicFramePr>
        <p:xfrm>
          <a:off x="3286125" y="102235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157201874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1173836023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1658110228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436208784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145532580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313198361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39070475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23932066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819903128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182680507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61092051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62754318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35796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9414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66323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95932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9677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07805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810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18435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09161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957076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F2DA2D97-506E-4830-8844-4A9F5FD6C527}"/>
              </a:ext>
            </a:extLst>
          </p:cNvPr>
          <p:cNvGraphicFramePr>
            <a:graphicFrameLocks noGrp="1"/>
          </p:cNvGraphicFramePr>
          <p:nvPr/>
        </p:nvGraphicFramePr>
        <p:xfrm>
          <a:off x="3286125" y="1063626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2190185627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2860484630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325518320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950802694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3092323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09146768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9981362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51201068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91499303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662588996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36363044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232503963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2454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36487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79439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672479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8610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69669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7167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2380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51914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349237"/>
                  </a:ext>
                </a:extLst>
              </a:tr>
            </a:tbl>
          </a:graphicData>
        </a:graphic>
      </p:graphicFrame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43520038-16CF-4F34-A109-42D97F206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241302"/>
            <a:ext cx="8315150" cy="781050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400" dirty="0">
                <a:ea typeface="ＭＳ Ｐゴシック" panose="020B0600070205080204" pitchFamily="34" charset="-128"/>
              </a:rPr>
              <a:t>	</a:t>
            </a:r>
            <a:r>
              <a:rPr lang="en-IE" altLang="en-US" sz="2000" dirty="0">
                <a:ea typeface="ＭＳ Ｐゴシック" panose="020B0600070205080204" pitchFamily="34" charset="-128"/>
              </a:rPr>
              <a:t>You fill in the whole of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, recording the previous cell (if any) 	used to calculate the value of each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(</a:t>
            </a:r>
            <a:r>
              <a:rPr lang="en-IE" altLang="en-US" sz="2000" i="1" dirty="0" err="1">
                <a:ea typeface="ＭＳ Ｐゴシック" panose="020B0600070205080204" pitchFamily="34" charset="-128"/>
              </a:rPr>
              <a:t>i</a:t>
            </a:r>
            <a:r>
              <a:rPr lang="en-IE" altLang="en-US" sz="2000" dirty="0">
                <a:ea typeface="ＭＳ Ｐゴシック" panose="020B0600070205080204" pitchFamily="34" charset="-128"/>
              </a:rPr>
              <a:t>,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j</a:t>
            </a:r>
            <a:r>
              <a:rPr lang="en-IE" altLang="en-US" sz="2000" dirty="0">
                <a:ea typeface="ＭＳ Ｐゴシック" panose="020B0600070205080204" pitchFamily="34" charset="-128"/>
              </a:rPr>
              <a:t>):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 dirty="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ts val="2000"/>
              </a:spcBef>
              <a:buNone/>
            </a:pPr>
            <a:r>
              <a:rPr lang="en-IE" altLang="en-US" sz="2000" dirty="0">
                <a:ea typeface="ＭＳ Ｐゴシック" panose="020B0600070205080204" pitchFamily="34" charset="-128"/>
              </a:rPr>
              <a:t>	The traceback starts at the </a:t>
            </a:r>
            <a:r>
              <a:rPr lang="en-IE" altLang="en-US" sz="20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highest scoring cell</a:t>
            </a:r>
            <a:r>
              <a:rPr lang="en-IE" altLang="en-US" sz="2000" b="1" dirty="0">
                <a:ea typeface="ＭＳ Ｐゴシック" panose="020B0600070205080204" pitchFamily="34" charset="-128"/>
              </a:rPr>
              <a:t> </a:t>
            </a:r>
            <a:r>
              <a:rPr lang="en-IE" altLang="en-US" sz="2000" dirty="0">
                <a:ea typeface="ＭＳ Ｐゴシック" panose="020B0600070205080204" pitchFamily="34" charset="-128"/>
              </a:rPr>
              <a:t>in the matrix </a:t>
            </a:r>
            <a:r>
              <a:rPr lang="en-IE" altLang="en-US" sz="2000" i="1" dirty="0">
                <a:ea typeface="ＭＳ Ｐゴシック" panose="020B0600070205080204" pitchFamily="34" charset="-128"/>
              </a:rPr>
              <a:t>T</a:t>
            </a:r>
            <a:r>
              <a:rPr lang="en-IE" altLang="en-US" sz="2000" dirty="0">
                <a:ea typeface="ＭＳ Ｐゴシック" panose="020B0600070205080204" pitchFamily="34" charset="-128"/>
              </a:rPr>
              <a:t>, and 	travels up/left </a:t>
            </a:r>
            <a:r>
              <a:rPr lang="en-IE" altLang="en-US" sz="2000" b="1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while the score is still positive</a:t>
            </a:r>
            <a:endParaRPr lang="en-IE" altLang="en-US" sz="2000" dirty="0">
              <a:ea typeface="ＭＳ Ｐゴシック" panose="020B0600070205080204" pitchFamily="34" charset="-128"/>
            </a:endParaRPr>
          </a:p>
        </p:txBody>
      </p:sp>
      <p:grpSp>
        <p:nvGrpSpPr>
          <p:cNvPr id="2" name="Group 64">
            <a:extLst>
              <a:ext uri="{FF2B5EF4-FFF2-40B4-BE49-F238E27FC236}">
                <a16:creationId xmlns:a16="http://schemas.microsoft.com/office/drawing/2014/main" id="{06E31B01-0E34-4FCE-B967-573E20651C93}"/>
              </a:ext>
            </a:extLst>
          </p:cNvPr>
          <p:cNvGrpSpPr>
            <a:grpSpLocks/>
          </p:cNvGrpSpPr>
          <p:nvPr/>
        </p:nvGrpSpPr>
        <p:grpSpPr bwMode="auto">
          <a:xfrm>
            <a:off x="4357688" y="2201864"/>
            <a:ext cx="3429000" cy="2820987"/>
            <a:chOff x="2971800" y="2057400"/>
            <a:chExt cx="3429000" cy="2820988"/>
          </a:xfrm>
        </p:grpSpPr>
        <p:cxnSp>
          <p:nvCxnSpPr>
            <p:cNvPr id="19282" name="Straight Arrow Connector 12">
              <a:extLst>
                <a:ext uri="{FF2B5EF4-FFF2-40B4-BE49-F238E27FC236}">
                  <a16:creationId xmlns:a16="http://schemas.microsoft.com/office/drawing/2014/main" id="{6DBEEBC3-1C42-46A3-88B6-769A662CF9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953000" y="20574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83" name="Straight Arrow Connector 13">
              <a:extLst>
                <a:ext uri="{FF2B5EF4-FFF2-40B4-BE49-F238E27FC236}">
                  <a16:creationId xmlns:a16="http://schemas.microsoft.com/office/drawing/2014/main" id="{9A7712FE-8535-4842-86DC-EF685C7A4D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5410200" y="20574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84" name="Straight Arrow Connector 16">
              <a:extLst>
                <a:ext uri="{FF2B5EF4-FFF2-40B4-BE49-F238E27FC236}">
                  <a16:creationId xmlns:a16="http://schemas.microsoft.com/office/drawing/2014/main" id="{4F88817B-08E2-407E-8170-24977EA900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3733800" y="24384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85" name="Straight Arrow Connector 18">
              <a:extLst>
                <a:ext uri="{FF2B5EF4-FFF2-40B4-BE49-F238E27FC236}">
                  <a16:creationId xmlns:a16="http://schemas.microsoft.com/office/drawing/2014/main" id="{01AF08F9-70D4-4249-8C83-67719083DB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572000" y="24384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86" name="Straight Arrow Connector 19">
              <a:extLst>
                <a:ext uri="{FF2B5EF4-FFF2-40B4-BE49-F238E27FC236}">
                  <a16:creationId xmlns:a16="http://schemas.microsoft.com/office/drawing/2014/main" id="{A250D949-16DF-4AEA-BB6A-8362527FA8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5791200" y="24384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87" name="Straight Arrow Connector 20">
              <a:extLst>
                <a:ext uri="{FF2B5EF4-FFF2-40B4-BE49-F238E27FC236}">
                  <a16:creationId xmlns:a16="http://schemas.microsoft.com/office/drawing/2014/main" id="{5D0B86E5-DFBA-48C4-A44D-91A529E5DD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172200" y="24384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88" name="Straight Arrow Connector 21">
              <a:extLst>
                <a:ext uri="{FF2B5EF4-FFF2-40B4-BE49-F238E27FC236}">
                  <a16:creationId xmlns:a16="http://schemas.microsoft.com/office/drawing/2014/main" id="{8C6E63E1-2CAF-4086-8921-A80F82EF25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3810000" y="28956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89" name="Straight Arrow Connector 24">
              <a:extLst>
                <a:ext uri="{FF2B5EF4-FFF2-40B4-BE49-F238E27FC236}">
                  <a16:creationId xmlns:a16="http://schemas.microsoft.com/office/drawing/2014/main" id="{A6EA85A7-D2D9-48E1-ADA2-2714CA2081C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4191000" y="3124200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0" name="Straight Arrow Connector 25">
              <a:extLst>
                <a:ext uri="{FF2B5EF4-FFF2-40B4-BE49-F238E27FC236}">
                  <a16:creationId xmlns:a16="http://schemas.microsoft.com/office/drawing/2014/main" id="{A9AE5FBB-77FD-4A40-9177-F04B10B3D1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572000" y="28956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1" name="Straight Arrow Connector 26">
              <a:extLst>
                <a:ext uri="{FF2B5EF4-FFF2-40B4-BE49-F238E27FC236}">
                  <a16:creationId xmlns:a16="http://schemas.microsoft.com/office/drawing/2014/main" id="{16C08E07-C24D-49F5-96ED-99A7E3AF11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172200" y="2667000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2" name="Straight Arrow Connector 28">
              <a:extLst>
                <a:ext uri="{FF2B5EF4-FFF2-40B4-BE49-F238E27FC236}">
                  <a16:creationId xmlns:a16="http://schemas.microsoft.com/office/drawing/2014/main" id="{11361E07-F855-4330-B937-AF5C1920BF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904707" y="3009106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3" name="Straight Arrow Connector 29">
              <a:extLst>
                <a:ext uri="{FF2B5EF4-FFF2-40B4-BE49-F238E27FC236}">
                  <a16:creationId xmlns:a16="http://schemas.microsoft.com/office/drawing/2014/main" id="{FBD927E4-A6E4-4C3A-8F13-EA1CF7980D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172200" y="28956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4" name="Straight Arrow Connector 30">
              <a:extLst>
                <a:ext uri="{FF2B5EF4-FFF2-40B4-BE49-F238E27FC236}">
                  <a16:creationId xmlns:a16="http://schemas.microsoft.com/office/drawing/2014/main" id="{EA04FDCD-588B-4869-83DC-A10066E012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848894" y="3466306"/>
              <a:ext cx="228600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5" name="Straight Arrow Connector 31">
              <a:extLst>
                <a:ext uri="{FF2B5EF4-FFF2-40B4-BE49-F238E27FC236}">
                  <a16:creationId xmlns:a16="http://schemas.microsoft.com/office/drawing/2014/main" id="{DA56C90A-1028-4337-A721-8DBF80AF81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191000" y="33528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6" name="Straight Arrow Connector 32">
              <a:extLst>
                <a:ext uri="{FF2B5EF4-FFF2-40B4-BE49-F238E27FC236}">
                  <a16:creationId xmlns:a16="http://schemas.microsoft.com/office/drawing/2014/main" id="{8698295E-0AB1-4346-B841-B5B194C642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572000" y="33528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7" name="Straight Arrow Connector 33">
              <a:extLst>
                <a:ext uri="{FF2B5EF4-FFF2-40B4-BE49-F238E27FC236}">
                  <a16:creationId xmlns:a16="http://schemas.microsoft.com/office/drawing/2014/main" id="{107A24BE-6D44-4757-B1B6-BA6CE1BB62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953000" y="33528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8" name="Straight Arrow Connector 34">
              <a:extLst>
                <a:ext uri="{FF2B5EF4-FFF2-40B4-BE49-F238E27FC236}">
                  <a16:creationId xmlns:a16="http://schemas.microsoft.com/office/drawing/2014/main" id="{4522CD22-8590-45B8-9F06-EA97672C51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5334000" y="3579813"/>
              <a:ext cx="228600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299" name="Straight Arrow Connector 35">
              <a:extLst>
                <a:ext uri="{FF2B5EF4-FFF2-40B4-BE49-F238E27FC236}">
                  <a16:creationId xmlns:a16="http://schemas.microsoft.com/office/drawing/2014/main" id="{6E267B3E-F8F1-4D84-A770-897E183731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5791200" y="33528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0" name="Straight Arrow Connector 36">
              <a:extLst>
                <a:ext uri="{FF2B5EF4-FFF2-40B4-BE49-F238E27FC236}">
                  <a16:creationId xmlns:a16="http://schemas.microsoft.com/office/drawing/2014/main" id="{803D4D3B-7EA9-42AA-9B52-36B0C477F5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172200" y="3352800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1" name="Straight Arrow Connector 37">
              <a:extLst>
                <a:ext uri="{FF2B5EF4-FFF2-40B4-BE49-F238E27FC236}">
                  <a16:creationId xmlns:a16="http://schemas.microsoft.com/office/drawing/2014/main" id="{A3FEE35C-0FC8-469A-A441-ABB803877B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191000" y="38100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2" name="Straight Arrow Connector 38">
              <a:extLst>
                <a:ext uri="{FF2B5EF4-FFF2-40B4-BE49-F238E27FC236}">
                  <a16:creationId xmlns:a16="http://schemas.microsoft.com/office/drawing/2014/main" id="{39B94D93-E166-4147-B870-F67CC5BA2A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4304507" y="3923507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3" name="Straight Arrow Connector 39">
              <a:extLst>
                <a:ext uri="{FF2B5EF4-FFF2-40B4-BE49-F238E27FC236}">
                  <a16:creationId xmlns:a16="http://schemas.microsoft.com/office/drawing/2014/main" id="{62ECDB66-6E8C-4F88-A8A0-AEAAE24DD7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572000" y="38100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4" name="Straight Arrow Connector 40">
              <a:extLst>
                <a:ext uri="{FF2B5EF4-FFF2-40B4-BE49-F238E27FC236}">
                  <a16:creationId xmlns:a16="http://schemas.microsoft.com/office/drawing/2014/main" id="{A576CC00-A7B3-4C3B-9D2B-2C5E648AEA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953000" y="38100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5" name="Straight Arrow Connector 42">
              <a:extLst>
                <a:ext uri="{FF2B5EF4-FFF2-40B4-BE49-F238E27FC236}">
                  <a16:creationId xmlns:a16="http://schemas.microsoft.com/office/drawing/2014/main" id="{8B3C0916-2D46-4602-AECC-70CEBF80D3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5334000" y="4037013"/>
              <a:ext cx="228600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6" name="Straight Arrow Connector 43">
              <a:extLst>
                <a:ext uri="{FF2B5EF4-FFF2-40B4-BE49-F238E27FC236}">
                  <a16:creationId xmlns:a16="http://schemas.microsoft.com/office/drawing/2014/main" id="{ECC27150-31C6-4758-A739-B1ADF3CF3D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5791200" y="4038601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7" name="Straight Arrow Connector 44">
              <a:extLst>
                <a:ext uri="{FF2B5EF4-FFF2-40B4-BE49-F238E27FC236}">
                  <a16:creationId xmlns:a16="http://schemas.microsoft.com/office/drawing/2014/main" id="{E8FC7E59-93BC-4C38-8CFE-A934D46948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172200" y="38100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8" name="Straight Arrow Connector 45">
              <a:extLst>
                <a:ext uri="{FF2B5EF4-FFF2-40B4-BE49-F238E27FC236}">
                  <a16:creationId xmlns:a16="http://schemas.microsoft.com/office/drawing/2014/main" id="{7898B449-534C-426B-8634-ECCB11A506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4685507" y="4380707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09" name="Straight Arrow Connector 46">
              <a:extLst>
                <a:ext uri="{FF2B5EF4-FFF2-40B4-BE49-F238E27FC236}">
                  <a16:creationId xmlns:a16="http://schemas.microsoft.com/office/drawing/2014/main" id="{BCD209C9-1BE9-4E79-A13A-FCB892FB70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066507" y="4380707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0" name="Straight Arrow Connector 47">
              <a:extLst>
                <a:ext uri="{FF2B5EF4-FFF2-40B4-BE49-F238E27FC236}">
                  <a16:creationId xmlns:a16="http://schemas.microsoft.com/office/drawing/2014/main" id="{B73C4870-B22B-4869-9C2D-C8C92FF64F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953000" y="4267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1" name="Straight Arrow Connector 48">
              <a:extLst>
                <a:ext uri="{FF2B5EF4-FFF2-40B4-BE49-F238E27FC236}">
                  <a16:creationId xmlns:a16="http://schemas.microsoft.com/office/drawing/2014/main" id="{EAC44DCD-F657-4ADD-BBD5-C045C66981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5410200" y="4267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2" name="Straight Arrow Connector 49">
              <a:extLst>
                <a:ext uri="{FF2B5EF4-FFF2-40B4-BE49-F238E27FC236}">
                  <a16:creationId xmlns:a16="http://schemas.microsoft.com/office/drawing/2014/main" id="{811D902D-4B51-4F08-8F69-6DB6B73E5B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5791200" y="4267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3" name="Straight Arrow Connector 50">
              <a:extLst>
                <a:ext uri="{FF2B5EF4-FFF2-40B4-BE49-F238E27FC236}">
                  <a16:creationId xmlns:a16="http://schemas.microsoft.com/office/drawing/2014/main" id="{4079AC32-35D6-4970-838A-8CBBDCD898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5791200" y="4494213"/>
              <a:ext cx="228600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4" name="Straight Arrow Connector 51">
              <a:extLst>
                <a:ext uri="{FF2B5EF4-FFF2-40B4-BE49-F238E27FC236}">
                  <a16:creationId xmlns:a16="http://schemas.microsoft.com/office/drawing/2014/main" id="{63E0AFCA-1E70-4DC7-9251-41E4C77141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172200" y="4495801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5" name="Straight Arrow Connector 52">
              <a:extLst>
                <a:ext uri="{FF2B5EF4-FFF2-40B4-BE49-F238E27FC236}">
                  <a16:creationId xmlns:a16="http://schemas.microsoft.com/office/drawing/2014/main" id="{01675E67-C2CE-4BA3-BAC2-DC3ADAE165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172200" y="4267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6" name="Straight Arrow Connector 53">
              <a:extLst>
                <a:ext uri="{FF2B5EF4-FFF2-40B4-BE49-F238E27FC236}">
                  <a16:creationId xmlns:a16="http://schemas.microsoft.com/office/drawing/2014/main" id="{C7B9CF7C-9DF4-40B1-97FF-850317AA21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6285707" y="4380707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7" name="Straight Arrow Connector 54">
              <a:extLst>
                <a:ext uri="{FF2B5EF4-FFF2-40B4-BE49-F238E27FC236}">
                  <a16:creationId xmlns:a16="http://schemas.microsoft.com/office/drawing/2014/main" id="{3035CEB2-C374-4149-9589-EA8052B624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2971800" y="4648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8" name="Straight Arrow Connector 55">
              <a:extLst>
                <a:ext uri="{FF2B5EF4-FFF2-40B4-BE49-F238E27FC236}">
                  <a16:creationId xmlns:a16="http://schemas.microsoft.com/office/drawing/2014/main" id="{9285AC41-869E-407B-AE7A-41D04B2454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352800" y="4875213"/>
              <a:ext cx="228600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19" name="Straight Arrow Connector 56">
              <a:extLst>
                <a:ext uri="{FF2B5EF4-FFF2-40B4-BE49-F238E27FC236}">
                  <a16:creationId xmlns:a16="http://schemas.microsoft.com/office/drawing/2014/main" id="{A33445BE-6B70-4C73-AA7B-AD814C0DAD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4687094" y="4761707"/>
              <a:ext cx="228600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20" name="Straight Arrow Connector 57">
              <a:extLst>
                <a:ext uri="{FF2B5EF4-FFF2-40B4-BE49-F238E27FC236}">
                  <a16:creationId xmlns:a16="http://schemas.microsoft.com/office/drawing/2014/main" id="{0EE5A546-5E4A-46CC-B693-9DBD51CCE2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066507" y="4761707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21" name="Straight Arrow Connector 58">
              <a:extLst>
                <a:ext uri="{FF2B5EF4-FFF2-40B4-BE49-F238E27FC236}">
                  <a16:creationId xmlns:a16="http://schemas.microsoft.com/office/drawing/2014/main" id="{797AB27B-638B-4ECC-A6E3-B0DC453F0C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4953000" y="4648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22" name="Straight Arrow Connector 59">
              <a:extLst>
                <a:ext uri="{FF2B5EF4-FFF2-40B4-BE49-F238E27FC236}">
                  <a16:creationId xmlns:a16="http://schemas.microsoft.com/office/drawing/2014/main" id="{36B29870-AC48-426C-9F03-7D479EB583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5410200" y="4648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23" name="Straight Arrow Connector 60">
              <a:extLst>
                <a:ext uri="{FF2B5EF4-FFF2-40B4-BE49-F238E27FC236}">
                  <a16:creationId xmlns:a16="http://schemas.microsoft.com/office/drawing/2014/main" id="{A06E4D92-615E-4A0A-AF25-B37013EC5B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5523707" y="4761707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24" name="Straight Arrow Connector 61">
              <a:extLst>
                <a:ext uri="{FF2B5EF4-FFF2-40B4-BE49-F238E27FC236}">
                  <a16:creationId xmlns:a16="http://schemas.microsoft.com/office/drawing/2014/main" id="{166543E8-AAB1-41E0-B1BA-9C886A850EA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5791200" y="4648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25" name="Straight Arrow Connector 62">
              <a:extLst>
                <a:ext uri="{FF2B5EF4-FFF2-40B4-BE49-F238E27FC236}">
                  <a16:creationId xmlns:a16="http://schemas.microsoft.com/office/drawing/2014/main" id="{1FE4F95D-F062-4725-8A13-262120BA46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V="1">
              <a:off x="6172200" y="4648201"/>
              <a:ext cx="228600" cy="22860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26" name="Straight Arrow Connector 63">
              <a:extLst>
                <a:ext uri="{FF2B5EF4-FFF2-40B4-BE49-F238E27FC236}">
                  <a16:creationId xmlns:a16="http://schemas.microsoft.com/office/drawing/2014/main" id="{7231B0EC-0736-4E20-A33C-113C42FE26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172200" y="4876801"/>
              <a:ext cx="228600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903D6A1F-83F2-4184-BF7F-4DCE31BBF05C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76201"/>
          <a:ext cx="4800600" cy="4335459"/>
        </p:xfrm>
        <a:graphic>
          <a:graphicData uri="http://schemas.openxmlformats.org/drawingml/2006/table">
            <a:tbl>
              <a:tblPr/>
              <a:tblGrid>
                <a:gridCol w="398463">
                  <a:extLst>
                    <a:ext uri="{9D8B030D-6E8A-4147-A177-3AD203B41FA5}">
                      <a16:colId xmlns:a16="http://schemas.microsoft.com/office/drawing/2014/main" val="3312307540"/>
                    </a:ext>
                  </a:extLst>
                </a:gridCol>
                <a:gridCol w="403225">
                  <a:extLst>
                    <a:ext uri="{9D8B030D-6E8A-4147-A177-3AD203B41FA5}">
                      <a16:colId xmlns:a16="http://schemas.microsoft.com/office/drawing/2014/main" val="437775928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683723667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4082529821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1226336255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67287354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2375324049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264142983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610511518"/>
                    </a:ext>
                  </a:extLst>
                </a:gridCol>
                <a:gridCol w="398462">
                  <a:extLst>
                    <a:ext uri="{9D8B030D-6E8A-4147-A177-3AD203B41FA5}">
                      <a16:colId xmlns:a16="http://schemas.microsoft.com/office/drawing/2014/main" val="1379271392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4001870118"/>
                    </a:ext>
                  </a:extLst>
                </a:gridCol>
                <a:gridCol w="400050">
                  <a:extLst>
                    <a:ext uri="{9D8B030D-6E8A-4147-A177-3AD203B41FA5}">
                      <a16:colId xmlns:a16="http://schemas.microsoft.com/office/drawing/2014/main" val="1721965041"/>
                    </a:ext>
                  </a:extLst>
                </a:gridCol>
              </a:tblGrid>
              <a:tr h="3352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14277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197873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62296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380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1225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19338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22326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6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624164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5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993910"/>
                  </a:ext>
                </a:extLst>
              </a:tr>
              <a:tr h="44446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56686"/>
                  </a:ext>
                </a:extLst>
              </a:tr>
            </a:tbl>
          </a:graphicData>
        </a:graphic>
      </p:graphicFrame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D075259-9866-4319-9099-D4B681141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1213" y="4419601"/>
            <a:ext cx="8229600" cy="1776413"/>
          </a:xfrm>
        </p:spPr>
        <p:txBody>
          <a:bodyPr>
            <a:normAutofit fontScale="25000" lnSpcReduction="20000"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400">
                <a:ea typeface="ＭＳ Ｐゴシック" panose="020B0600070205080204" pitchFamily="34" charset="-128"/>
              </a:rPr>
              <a:t>	</a:t>
            </a:r>
            <a:r>
              <a:rPr lang="en-IE" altLang="en-US" sz="2000">
                <a:ea typeface="ＭＳ Ｐゴシック" panose="020B0600070205080204" pitchFamily="34" charset="-128"/>
              </a:rPr>
              <a:t>You work out the best local alignment from the traceback (just like in N-W):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000" b="1" baseline="-25000">
                <a:solidFill>
                  <a:srgbClr val="0000CC"/>
                </a:solidFill>
                <a:ea typeface="ＭＳ Ｐゴシック" panose="020B0600070205080204" pitchFamily="34" charset="-128"/>
              </a:rPr>
              <a:t>	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0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IE" altLang="en-US" sz="2000" b="1" baseline="-25000">
                <a:solidFill>
                  <a:srgbClr val="0000CC"/>
                </a:solidFill>
                <a:ea typeface="ＭＳ Ｐゴシック" panose="020B0600070205080204" pitchFamily="34" charset="-128"/>
              </a:rPr>
              <a:t>	</a:t>
            </a:r>
            <a:r>
              <a:rPr lang="en-IE" altLang="en-US" sz="2000">
                <a:solidFill>
                  <a:srgbClr val="000000"/>
                </a:solidFill>
                <a:ea typeface="ＭＳ Ｐゴシック" panose="020B0600070205080204" pitchFamily="34" charset="-128"/>
              </a:rPr>
              <a:t>The score of the alignment is in the </a:t>
            </a:r>
            <a:r>
              <a:rPr lang="en-IE" altLang="en-US" sz="2000" b="1">
                <a:solidFill>
                  <a:srgbClr val="0000CC"/>
                </a:solidFill>
                <a:ea typeface="ＭＳ Ｐゴシック" panose="020B0600070205080204" pitchFamily="34" charset="-128"/>
              </a:rPr>
              <a:t>bottom right cell of the traceback</a:t>
            </a:r>
            <a:r>
              <a:rPr lang="en-IE" altLang="en-US" sz="2000">
                <a:solidFill>
                  <a:srgbClr val="000000"/>
                </a:solidFill>
                <a:ea typeface="ＭＳ Ｐゴシック" panose="020B0600070205080204" pitchFamily="34" charset="-128"/>
              </a:rPr>
              <a:t> 	(6 = 4×(score of 2 per match) + 1×(-2 per gap))</a:t>
            </a:r>
            <a:endParaRPr lang="en-IE" altLang="en-US" sz="20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IE" altLang="en-US" sz="2400" b="1" baseline="-25000">
              <a:solidFill>
                <a:srgbClr val="0000CC"/>
              </a:solidFill>
              <a:ea typeface="ＭＳ Ｐゴシック" panose="020B0600070205080204" pitchFamily="34" charset="-128"/>
            </a:endParaRPr>
          </a:p>
          <a:p>
            <a:pPr>
              <a:buNone/>
            </a:pPr>
            <a:r>
              <a:rPr lang="en-IE" altLang="en-US" sz="2400">
                <a:ea typeface="ＭＳ Ｐゴシック" panose="020B0600070205080204" pitchFamily="34" charset="-128"/>
              </a:rPr>
              <a:t>	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400">
                <a:ea typeface="ＭＳ Ｐゴシック" panose="020B0600070205080204" pitchFamily="34" charset="-128"/>
              </a:rPr>
              <a:t>	        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9782893-F1FD-4194-A68C-9217F6725F89}"/>
              </a:ext>
            </a:extLst>
          </p:cNvPr>
          <p:cNvGrpSpPr>
            <a:grpSpLocks/>
          </p:cNvGrpSpPr>
          <p:nvPr/>
        </p:nvGrpSpPr>
        <p:grpSpPr bwMode="auto">
          <a:xfrm>
            <a:off x="5381625" y="4840289"/>
            <a:ext cx="1500604" cy="1323439"/>
            <a:chOff x="3857625" y="4840288"/>
            <a:chExt cx="1500604" cy="1323439"/>
          </a:xfrm>
        </p:grpSpPr>
        <p:sp>
          <p:nvSpPr>
            <p:cNvPr id="20625" name="TextBox 9">
              <a:extLst>
                <a:ext uri="{FF2B5EF4-FFF2-40B4-BE49-F238E27FC236}">
                  <a16:creationId xmlns:a16="http://schemas.microsoft.com/office/drawing/2014/main" id="{40F57DE7-B090-43DE-8CDC-ED87CD00A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7625" y="4840288"/>
              <a:ext cx="338138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</p:txBody>
        </p:sp>
        <p:sp>
          <p:nvSpPr>
            <p:cNvPr id="20626" name="TextBox 10">
              <a:extLst>
                <a:ext uri="{FF2B5EF4-FFF2-40B4-BE49-F238E27FC236}">
                  <a16:creationId xmlns:a16="http://schemas.microsoft.com/office/drawing/2014/main" id="{06413755-52A6-493F-AA6A-E36CAD606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425" y="4840288"/>
              <a:ext cx="338554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627" name="TextBox 12">
              <a:extLst>
                <a:ext uri="{FF2B5EF4-FFF2-40B4-BE49-F238E27FC236}">
                  <a16:creationId xmlns:a16="http://schemas.microsoft.com/office/drawing/2014/main" id="{9A5897B5-5C15-4438-BFF5-ED346AB79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8175" y="4840288"/>
              <a:ext cx="338554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628" name="TextBox 14">
              <a:extLst>
                <a:ext uri="{FF2B5EF4-FFF2-40B4-BE49-F238E27FC236}">
                  <a16:creationId xmlns:a16="http://schemas.microsoft.com/office/drawing/2014/main" id="{621F8164-A609-4FBD-9CDC-9BA735D33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3925" y="4840288"/>
              <a:ext cx="338554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629" name="TextBox 16">
              <a:extLst>
                <a:ext uri="{FF2B5EF4-FFF2-40B4-BE49-F238E27FC236}">
                  <a16:creationId xmlns:a16="http://schemas.microsoft.com/office/drawing/2014/main" id="{5C3DD454-B874-47B2-841C-9BD827508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9675" y="4840288"/>
              <a:ext cx="338554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solidFill>
                    <a:srgbClr val="0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5855201F-17FB-402D-ACE5-0EDB91F83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 eaLnBrk="1" hangingPunct="1"/>
            <a:r>
              <a:rPr lang="en-IE" altLang="en-US" i="1">
                <a:ea typeface="ＭＳ Ｐゴシック" panose="020B0600070205080204" pitchFamily="34" charset="-128"/>
              </a:rPr>
              <a:t>Problem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351683EE-6A02-489B-A642-699E6E1C9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14438"/>
            <a:ext cx="8229600" cy="4525962"/>
          </a:xfrm>
        </p:spPr>
        <p:txBody>
          <a:bodyPr/>
          <a:lstStyle/>
          <a:p>
            <a:r>
              <a:rPr lang="en-IE" altLang="en-US" b="1">
                <a:ea typeface="ＭＳ Ｐゴシック" panose="020B0600070205080204" pitchFamily="34" charset="-128"/>
              </a:rPr>
              <a:t>Find the best </a:t>
            </a:r>
            <a:r>
              <a:rPr lang="en-IE" altLang="en-US" b="1">
                <a:solidFill>
                  <a:srgbClr val="0000CC"/>
                </a:solidFill>
                <a:ea typeface="ＭＳ Ｐゴシック" panose="020B0600070205080204" pitchFamily="34" charset="-128"/>
              </a:rPr>
              <a:t>local alignment </a:t>
            </a:r>
            <a:r>
              <a:rPr lang="en-IE" altLang="en-US" b="1">
                <a:ea typeface="ＭＳ Ｐゴシック" panose="020B0600070205080204" pitchFamily="34" charset="-128"/>
              </a:rPr>
              <a:t>between “TCAGTTGCC” &amp; “AGGTTG”, with +1 for a match, -2 for a mismatch, and -2 for a gap.</a:t>
            </a:r>
            <a:endParaRPr lang="en-IE" altLang="en-US" b="1"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2400" i="1">
              <a:ea typeface="ＭＳ Ｐゴシック" panose="020B0600070205080204" pitchFamily="34" charset="-128"/>
            </a:endParaRPr>
          </a:p>
          <a:p>
            <a:pPr lvl="1">
              <a:buNone/>
            </a:pPr>
            <a:r>
              <a:rPr lang="en-IE" altLang="en-US" sz="2000" b="1"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en-IE" altLang="en-US" sz="2000">
                <a:ea typeface="ＭＳ Ｐゴシック" panose="020B0600070205080204" pitchFamily="34" charset="-128"/>
                <a:cs typeface="Courier New" panose="02070309020205020404" pitchFamily="49" charset="0"/>
              </a:rPr>
              <a:t>		 </a:t>
            </a:r>
            <a:r>
              <a:rPr lang="en-IE" altLang="en-US" sz="2000">
                <a:ea typeface="ＭＳ Ｐゴシック" panose="020B0600070205080204" pitchFamily="34" charset="-128"/>
              </a:rPr>
              <a:t> </a:t>
            </a:r>
            <a:r>
              <a:rPr lang="en-IE" altLang="en-US" sz="2000" i="1">
                <a:ea typeface="ＭＳ Ｐゴシック" panose="020B0600070205080204" pitchFamily="34" charset="-128"/>
              </a:rPr>
              <a:t>T</a:t>
            </a:r>
            <a:r>
              <a:rPr lang="en-IE" altLang="en-US" sz="2000">
                <a:ea typeface="ＭＳ Ｐゴシック" panose="020B0600070205080204" pitchFamily="34" charset="-128"/>
              </a:rPr>
              <a:t>(</a:t>
            </a:r>
            <a:r>
              <a:rPr lang="en-IE" altLang="en-US" sz="2000" i="1">
                <a:ea typeface="ＭＳ Ｐゴシック" panose="020B0600070205080204" pitchFamily="34" charset="-128"/>
              </a:rPr>
              <a:t>i</a:t>
            </a:r>
            <a:r>
              <a:rPr lang="en-IE" altLang="en-US" sz="2000">
                <a:ea typeface="ＭＳ Ｐゴシック" panose="020B0600070205080204" pitchFamily="34" charset="-128"/>
              </a:rPr>
              <a:t>-1, </a:t>
            </a:r>
            <a:r>
              <a:rPr lang="en-IE" altLang="en-US" sz="2000" i="1">
                <a:ea typeface="ＭＳ Ｐゴシック" panose="020B0600070205080204" pitchFamily="34" charset="-128"/>
              </a:rPr>
              <a:t>j</a:t>
            </a:r>
            <a:r>
              <a:rPr lang="en-IE" altLang="en-US" sz="2000">
                <a:ea typeface="ＭＳ Ｐゴシック" panose="020B0600070205080204" pitchFamily="34" charset="-128"/>
              </a:rPr>
              <a:t>-1) + σ(</a:t>
            </a:r>
            <a:r>
              <a:rPr lang="en-IE" altLang="en-US" sz="2000" i="1">
                <a:ea typeface="ＭＳ Ｐゴシック" panose="020B0600070205080204" pitchFamily="34" charset="-128"/>
              </a:rPr>
              <a:t>S</a:t>
            </a:r>
            <a:r>
              <a:rPr lang="en-IE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IE" altLang="en-US" sz="2000">
                <a:ea typeface="ＭＳ Ｐゴシック" panose="020B0600070205080204" pitchFamily="34" charset="-128"/>
              </a:rPr>
              <a:t>(</a:t>
            </a:r>
            <a:r>
              <a:rPr lang="en-IE" altLang="en-US" sz="2000" i="1">
                <a:ea typeface="ＭＳ Ｐゴシック" panose="020B0600070205080204" pitchFamily="34" charset="-128"/>
              </a:rPr>
              <a:t>i</a:t>
            </a:r>
            <a:r>
              <a:rPr lang="en-IE" altLang="en-US" sz="2000">
                <a:ea typeface="ＭＳ Ｐゴシック" panose="020B0600070205080204" pitchFamily="34" charset="-128"/>
              </a:rPr>
              <a:t>),</a:t>
            </a:r>
            <a:r>
              <a:rPr lang="en-IE" altLang="en-US" sz="2000" i="1">
                <a:ea typeface="ＭＳ Ｐゴシック" panose="020B0600070205080204" pitchFamily="34" charset="-128"/>
              </a:rPr>
              <a:t> S</a:t>
            </a:r>
            <a:r>
              <a:rPr lang="en-IE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IE" altLang="en-US" sz="2000">
                <a:ea typeface="ＭＳ Ｐゴシック" panose="020B0600070205080204" pitchFamily="34" charset="-128"/>
              </a:rPr>
              <a:t>(</a:t>
            </a:r>
            <a:r>
              <a:rPr lang="en-IE" altLang="en-US" sz="2000" i="1">
                <a:ea typeface="ＭＳ Ｐゴシック" panose="020B0600070205080204" pitchFamily="34" charset="-128"/>
              </a:rPr>
              <a:t>j</a:t>
            </a:r>
            <a:r>
              <a:rPr lang="en-IE" altLang="en-US" sz="2000">
                <a:ea typeface="ＭＳ Ｐゴシック" panose="020B0600070205080204" pitchFamily="34" charset="-128"/>
              </a:rPr>
              <a:t>))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 i="1">
                <a:ea typeface="ＭＳ Ｐゴシック" panose="020B0600070205080204" pitchFamily="34" charset="-128"/>
              </a:rPr>
              <a:t>	T</a:t>
            </a:r>
            <a:r>
              <a:rPr lang="en-IE" altLang="en-US" sz="2000">
                <a:ea typeface="ＭＳ Ｐゴシック" panose="020B0600070205080204" pitchFamily="34" charset="-128"/>
              </a:rPr>
              <a:t>(</a:t>
            </a:r>
            <a:r>
              <a:rPr lang="en-IE" altLang="en-US" sz="2000" i="1">
                <a:ea typeface="ＭＳ Ｐゴシック" panose="020B0600070205080204" pitchFamily="34" charset="-128"/>
              </a:rPr>
              <a:t>i</a:t>
            </a:r>
            <a:r>
              <a:rPr lang="en-IE" altLang="en-US" sz="2000">
                <a:ea typeface="ＭＳ Ｐゴシック" panose="020B0600070205080204" pitchFamily="34" charset="-128"/>
              </a:rPr>
              <a:t>, </a:t>
            </a:r>
            <a:r>
              <a:rPr lang="en-IE" altLang="en-US" sz="2000" i="1">
                <a:ea typeface="ＭＳ Ｐゴシック" panose="020B0600070205080204" pitchFamily="34" charset="-128"/>
              </a:rPr>
              <a:t>j</a:t>
            </a:r>
            <a:r>
              <a:rPr lang="en-IE" altLang="en-US" sz="2000">
                <a:ea typeface="ＭＳ Ｐゴシック" panose="020B0600070205080204" pitchFamily="34" charset="-128"/>
              </a:rPr>
              <a:t>) = max       </a:t>
            </a:r>
            <a:r>
              <a:rPr lang="en-IE" altLang="en-US" sz="2000" i="1">
                <a:ea typeface="ＭＳ Ｐゴシック" panose="020B0600070205080204" pitchFamily="34" charset="-128"/>
              </a:rPr>
              <a:t>T</a:t>
            </a:r>
            <a:r>
              <a:rPr lang="en-IE" altLang="en-US" sz="2000">
                <a:ea typeface="ＭＳ Ｐゴシック" panose="020B0600070205080204" pitchFamily="34" charset="-128"/>
              </a:rPr>
              <a:t>(</a:t>
            </a:r>
            <a:r>
              <a:rPr lang="en-IE" altLang="en-US" sz="2000" i="1">
                <a:ea typeface="ＭＳ Ｐゴシック" panose="020B0600070205080204" pitchFamily="34" charset="-128"/>
              </a:rPr>
              <a:t>i</a:t>
            </a:r>
            <a:r>
              <a:rPr lang="en-IE" altLang="en-US" sz="2000">
                <a:ea typeface="ＭＳ Ｐゴシック" panose="020B0600070205080204" pitchFamily="34" charset="-128"/>
              </a:rPr>
              <a:t>-1, </a:t>
            </a:r>
            <a:r>
              <a:rPr lang="en-IE" altLang="en-US" sz="2000" i="1">
                <a:ea typeface="ＭＳ Ｐゴシック" panose="020B0600070205080204" pitchFamily="34" charset="-128"/>
              </a:rPr>
              <a:t>j</a:t>
            </a:r>
            <a:r>
              <a:rPr lang="en-IE" altLang="en-US" sz="2000">
                <a:ea typeface="ＭＳ Ｐゴシック" panose="020B0600070205080204" pitchFamily="34" charset="-128"/>
              </a:rPr>
              <a:t>) + gap penalty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>
                <a:ea typeface="ＭＳ Ｐゴシック" panose="020B0600070205080204" pitchFamily="34" charset="-128"/>
              </a:rPr>
              <a:t>			  </a:t>
            </a:r>
            <a:r>
              <a:rPr lang="en-IE" altLang="en-US" sz="2000" i="1">
                <a:ea typeface="ＭＳ Ｐゴシック" panose="020B0600070205080204" pitchFamily="34" charset="-128"/>
              </a:rPr>
              <a:t>T</a:t>
            </a:r>
            <a:r>
              <a:rPr lang="en-IE" altLang="en-US" sz="2000">
                <a:ea typeface="ＭＳ Ｐゴシック" panose="020B0600070205080204" pitchFamily="34" charset="-128"/>
              </a:rPr>
              <a:t>(</a:t>
            </a:r>
            <a:r>
              <a:rPr lang="en-IE" altLang="en-US" sz="2000" i="1">
                <a:ea typeface="ＭＳ Ｐゴシック" panose="020B0600070205080204" pitchFamily="34" charset="-128"/>
              </a:rPr>
              <a:t>i</a:t>
            </a:r>
            <a:r>
              <a:rPr lang="en-IE" altLang="en-US" sz="2000">
                <a:ea typeface="ＭＳ Ｐゴシック" panose="020B0600070205080204" pitchFamily="34" charset="-128"/>
              </a:rPr>
              <a:t>, </a:t>
            </a:r>
            <a:r>
              <a:rPr lang="en-IE" altLang="en-US" sz="2000" i="1">
                <a:ea typeface="ＭＳ Ｐゴシック" panose="020B0600070205080204" pitchFamily="34" charset="-128"/>
              </a:rPr>
              <a:t>j</a:t>
            </a:r>
            <a:r>
              <a:rPr lang="en-IE" altLang="en-US" sz="2000">
                <a:ea typeface="ＭＳ Ｐゴシック" panose="020B0600070205080204" pitchFamily="34" charset="-128"/>
              </a:rPr>
              <a:t>-1) + gap penalty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IE" altLang="en-US" sz="2000">
                <a:ea typeface="ＭＳ Ｐゴシック" panose="020B0600070205080204" pitchFamily="34" charset="-128"/>
              </a:rPr>
              <a:t>			  </a:t>
            </a:r>
            <a:r>
              <a:rPr lang="en-IE" altLang="en-US" sz="2000">
                <a:solidFill>
                  <a:srgbClr val="FF0000"/>
                </a:solidFill>
                <a:ea typeface="ＭＳ Ｐゴシック" panose="020B0600070205080204" pitchFamily="34" charset="-128"/>
              </a:rPr>
              <a:t>0</a:t>
            </a:r>
          </a:p>
          <a:p>
            <a:pPr>
              <a:buFont typeface="Arial" panose="020B0604020202020204" pitchFamily="34" charset="0"/>
              <a:buNone/>
            </a:pPr>
            <a:endParaRPr lang="en-IE" altLang="en-US" sz="2400" i="1">
              <a:ea typeface="ＭＳ Ｐゴシック" panose="020B0600070205080204" pitchFamily="34" charset="-128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4CBB462-0ADB-4B0F-98B1-7A192391D2D8}"/>
              </a:ext>
            </a:extLst>
          </p:cNvPr>
          <p:cNvSpPr>
            <a:spLocks/>
          </p:cNvSpPr>
          <p:nvPr/>
        </p:nvSpPr>
        <p:spPr bwMode="auto">
          <a:xfrm>
            <a:off x="3719513" y="2924175"/>
            <a:ext cx="152400" cy="1524000"/>
          </a:xfrm>
          <a:prstGeom prst="leftBrace">
            <a:avLst>
              <a:gd name="adj1" fmla="val 838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A4C3C9E-12BD-4322-89B1-E8BFC27F9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1438"/>
            <a:ext cx="8229600" cy="857250"/>
          </a:xfrm>
        </p:spPr>
        <p:txBody>
          <a:bodyPr/>
          <a:lstStyle/>
          <a:p>
            <a:pPr eaLnBrk="1" hangingPunct="1"/>
            <a:r>
              <a:rPr lang="en-IE" altLang="en-US" i="1">
                <a:ea typeface="ＭＳ Ｐゴシック" panose="020B0600070205080204" pitchFamily="34" charset="-128"/>
              </a:rPr>
              <a:t>Answer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4A566844-CF88-4A3B-B6CE-AEAC29435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00126"/>
            <a:ext cx="8229600" cy="4525963"/>
          </a:xfrm>
        </p:spPr>
        <p:txBody>
          <a:bodyPr/>
          <a:lstStyle/>
          <a:p>
            <a:r>
              <a:rPr lang="en-IE" altLang="en-US" b="1">
                <a:ea typeface="ＭＳ Ｐゴシック" panose="020B0600070205080204" pitchFamily="34" charset="-128"/>
              </a:rPr>
              <a:t>Find the best </a:t>
            </a:r>
            <a:r>
              <a:rPr lang="en-IE" altLang="en-US" b="1">
                <a:solidFill>
                  <a:srgbClr val="0000CC"/>
                </a:solidFill>
                <a:ea typeface="ＭＳ Ｐゴシック" panose="020B0600070205080204" pitchFamily="34" charset="-128"/>
              </a:rPr>
              <a:t>local alignment </a:t>
            </a:r>
            <a:r>
              <a:rPr lang="en-IE" altLang="en-US" b="1">
                <a:ea typeface="ＭＳ Ｐゴシック" panose="020B0600070205080204" pitchFamily="34" charset="-128"/>
              </a:rPr>
              <a:t>between “TCAGTTGCC” &amp; “AGGTTG”, with +1 for a match, -2 for a mismatch, and -2 for a gap</a:t>
            </a:r>
          </a:p>
          <a:p>
            <a:pPr>
              <a:buFont typeface="Arial" panose="020B0604020202020204" pitchFamily="34" charset="0"/>
              <a:buNone/>
            </a:pPr>
            <a:r>
              <a:rPr lang="en-IE" altLang="en-US"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en-IE" altLang="en-US" sz="2000">
                <a:ea typeface="ＭＳ Ｐゴシック" panose="020B0600070205080204" pitchFamily="34" charset="-128"/>
                <a:cs typeface="Courier New" panose="02070309020205020404" pitchFamily="49" charset="0"/>
              </a:rPr>
              <a:t>Matrix </a:t>
            </a:r>
            <a:r>
              <a:rPr lang="en-IE" altLang="en-US" sz="2000" i="1">
                <a:ea typeface="ＭＳ Ｐゴシック" panose="020B0600070205080204" pitchFamily="34" charset="-128"/>
                <a:cs typeface="Courier New" panose="02070309020205020404" pitchFamily="49" charset="0"/>
              </a:rPr>
              <a:t>T</a:t>
            </a:r>
            <a:r>
              <a:rPr lang="en-IE" altLang="en-US" sz="2000">
                <a:ea typeface="ＭＳ Ｐゴシック" panose="020B0600070205080204" pitchFamily="34" charset="-128"/>
                <a:cs typeface="Courier New" panose="02070309020205020404" pitchFamily="49" charset="0"/>
              </a:rPr>
              <a:t> looks like this, with the pink traceback:</a:t>
            </a:r>
          </a:p>
          <a:p>
            <a:pPr>
              <a:buFont typeface="Arial" panose="020B0604020202020204" pitchFamily="34" charset="0"/>
              <a:buNone/>
            </a:pPr>
            <a:endParaRPr lang="en-IE" altLang="en-US" sz="2000"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IE" altLang="en-US" sz="2000"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IE" altLang="en-US" sz="2000">
                <a:ea typeface="ＭＳ Ｐゴシック" panose="020B0600070205080204" pitchFamily="34" charset="-128"/>
                <a:cs typeface="Courier New" panose="02070309020205020404" pitchFamily="49" charset="0"/>
              </a:rPr>
              <a:t>						             Alignment: </a:t>
            </a:r>
          </a:p>
          <a:p>
            <a:endParaRPr lang="en-IE" altLang="en-US" sz="2000" b="1"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2000" i="1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endParaRPr lang="en-IE" altLang="en-US" sz="2000" i="1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9D602E-5539-4300-9179-5A6C17220FD1}"/>
              </a:ext>
            </a:extLst>
          </p:cNvPr>
          <p:cNvGraphicFramePr>
            <a:graphicFrameLocks noGrp="1"/>
          </p:cNvGraphicFramePr>
          <p:nvPr/>
        </p:nvGraphicFramePr>
        <p:xfrm>
          <a:off x="2463800" y="2928939"/>
          <a:ext cx="4203700" cy="3502023"/>
        </p:xfrm>
        <a:graphic>
          <a:graphicData uri="http://schemas.openxmlformats.org/drawingml/2006/table">
            <a:tbl>
              <a:tblPr/>
              <a:tblGrid>
                <a:gridCol w="379413">
                  <a:extLst>
                    <a:ext uri="{9D8B030D-6E8A-4147-A177-3AD203B41FA5}">
                      <a16:colId xmlns:a16="http://schemas.microsoft.com/office/drawing/2014/main" val="4096521185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475954836"/>
                    </a:ext>
                  </a:extLst>
                </a:gridCol>
                <a:gridCol w="382587">
                  <a:extLst>
                    <a:ext uri="{9D8B030D-6E8A-4147-A177-3AD203B41FA5}">
                      <a16:colId xmlns:a16="http://schemas.microsoft.com/office/drawing/2014/main" val="4085679222"/>
                    </a:ext>
                  </a:extLst>
                </a:gridCol>
                <a:gridCol w="379413">
                  <a:extLst>
                    <a:ext uri="{9D8B030D-6E8A-4147-A177-3AD203B41FA5}">
                      <a16:colId xmlns:a16="http://schemas.microsoft.com/office/drawing/2014/main" val="1985264482"/>
                    </a:ext>
                  </a:extLst>
                </a:gridCol>
                <a:gridCol w="382587">
                  <a:extLst>
                    <a:ext uri="{9D8B030D-6E8A-4147-A177-3AD203B41FA5}">
                      <a16:colId xmlns:a16="http://schemas.microsoft.com/office/drawing/2014/main" val="2590724965"/>
                    </a:ext>
                  </a:extLst>
                </a:gridCol>
                <a:gridCol w="384175">
                  <a:extLst>
                    <a:ext uri="{9D8B030D-6E8A-4147-A177-3AD203B41FA5}">
                      <a16:colId xmlns:a16="http://schemas.microsoft.com/office/drawing/2014/main" val="693894188"/>
                    </a:ext>
                  </a:extLst>
                </a:gridCol>
                <a:gridCol w="382588">
                  <a:extLst>
                    <a:ext uri="{9D8B030D-6E8A-4147-A177-3AD203B41FA5}">
                      <a16:colId xmlns:a16="http://schemas.microsoft.com/office/drawing/2014/main" val="2455132041"/>
                    </a:ext>
                  </a:extLst>
                </a:gridCol>
                <a:gridCol w="382587">
                  <a:extLst>
                    <a:ext uri="{9D8B030D-6E8A-4147-A177-3AD203B41FA5}">
                      <a16:colId xmlns:a16="http://schemas.microsoft.com/office/drawing/2014/main" val="3951711453"/>
                    </a:ext>
                  </a:extLst>
                </a:gridCol>
                <a:gridCol w="382588">
                  <a:extLst>
                    <a:ext uri="{9D8B030D-6E8A-4147-A177-3AD203B41FA5}">
                      <a16:colId xmlns:a16="http://schemas.microsoft.com/office/drawing/2014/main" val="651361003"/>
                    </a:ext>
                  </a:extLst>
                </a:gridCol>
                <a:gridCol w="382587">
                  <a:extLst>
                    <a:ext uri="{9D8B030D-6E8A-4147-A177-3AD203B41FA5}">
                      <a16:colId xmlns:a16="http://schemas.microsoft.com/office/drawing/2014/main" val="14184031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44975750"/>
                    </a:ext>
                  </a:extLst>
                </a:gridCol>
              </a:tblGrid>
              <a:tr h="3352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C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696579"/>
                  </a:ext>
                </a:extLst>
              </a:tr>
              <a:tr h="4523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IE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783832"/>
                  </a:ext>
                </a:extLst>
              </a:tr>
              <a:tr h="4523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A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66838"/>
                  </a:ext>
                </a:extLst>
              </a:tr>
              <a:tr h="4523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930834"/>
                  </a:ext>
                </a:extLst>
              </a:tr>
              <a:tr h="4523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284888"/>
                  </a:ext>
                </a:extLst>
              </a:tr>
              <a:tr h="4523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486703"/>
                  </a:ext>
                </a:extLst>
              </a:tr>
              <a:tr h="4523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T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1271"/>
                  </a:ext>
                </a:extLst>
              </a:tr>
              <a:tr h="4523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E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16102"/>
                  </a:ext>
                </a:extLst>
              </a:tr>
            </a:tbl>
          </a:graphicData>
        </a:graphic>
      </p:graphicFrame>
      <p:grpSp>
        <p:nvGrpSpPr>
          <p:cNvPr id="2" name="Group 18">
            <a:extLst>
              <a:ext uri="{FF2B5EF4-FFF2-40B4-BE49-F238E27FC236}">
                <a16:creationId xmlns:a16="http://schemas.microsoft.com/office/drawing/2014/main" id="{E1425DDE-2E42-421E-ADD3-98F1534EAB2C}"/>
              </a:ext>
            </a:extLst>
          </p:cNvPr>
          <p:cNvGrpSpPr>
            <a:grpSpLocks/>
          </p:cNvGrpSpPr>
          <p:nvPr/>
        </p:nvGrpSpPr>
        <p:grpSpPr bwMode="auto">
          <a:xfrm>
            <a:off x="4375151" y="4040188"/>
            <a:ext cx="1577975" cy="2062162"/>
            <a:chOff x="2851799" y="4040514"/>
            <a:chExt cx="1577324" cy="206191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E818597-04DD-479F-B97D-EDE702AC85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2745481" y="4146863"/>
              <a:ext cx="214224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9FC3CF6-9DC6-460C-B5B3-C564CA7352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2745481" y="4637341"/>
              <a:ext cx="214224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81D3655-808A-4E92-8D4B-72DFCB387F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3897530" y="4637341"/>
              <a:ext cx="215811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A399A94-5630-4279-9F73-292B9F7C3A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3888009" y="4146863"/>
              <a:ext cx="214224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FA46CC0-4F31-4998-A81C-135AB43ED5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3530969" y="5065914"/>
              <a:ext cx="214225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3DC524-F14F-4916-AED7-D0E48D781B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3112042" y="5065914"/>
              <a:ext cx="214225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0AC3894-3849-4285-8DDA-6828D366BC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3102521" y="5494487"/>
              <a:ext cx="214225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06B344A-EBD1-4685-B555-943FEEB33C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3469082" y="5494487"/>
              <a:ext cx="214224" cy="1587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B97424F-FB09-4C55-A2CC-5EECF4BB0E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857859" y="5572265"/>
              <a:ext cx="214225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5815957-31FC-4F96-BA3E-14F59EB18F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3607900" y="5963536"/>
              <a:ext cx="212699" cy="1586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EF7CF0A-B721-466B-A40E-0513E18DDA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3500000" flipV="1">
              <a:off x="3888009" y="5994488"/>
              <a:ext cx="214224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49DCD0D-71B9-42C6-B71A-313B0588B3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4214899" y="6070679"/>
              <a:ext cx="214224" cy="1588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</p:grpSp>
      <p:grpSp>
        <p:nvGrpSpPr>
          <p:cNvPr id="3" name="Group 30">
            <a:extLst>
              <a:ext uri="{FF2B5EF4-FFF2-40B4-BE49-F238E27FC236}">
                <a16:creationId xmlns:a16="http://schemas.microsoft.com/office/drawing/2014/main" id="{E3F1A9E2-1F23-436F-8F16-C5191C65BC72}"/>
              </a:ext>
            </a:extLst>
          </p:cNvPr>
          <p:cNvGrpSpPr>
            <a:grpSpLocks/>
          </p:cNvGrpSpPr>
          <p:nvPr/>
        </p:nvGrpSpPr>
        <p:grpSpPr bwMode="auto">
          <a:xfrm>
            <a:off x="7064376" y="4343401"/>
            <a:ext cx="1858963" cy="1471613"/>
            <a:chOff x="5540416" y="4714884"/>
            <a:chExt cx="1858963" cy="1471612"/>
          </a:xfrm>
        </p:grpSpPr>
        <p:sp>
          <p:nvSpPr>
            <p:cNvPr id="24711" name="TextBox 85">
              <a:extLst>
                <a:ext uri="{FF2B5EF4-FFF2-40B4-BE49-F238E27FC236}">
                  <a16:creationId xmlns:a16="http://schemas.microsoft.com/office/drawing/2014/main" id="{BBD23B3C-167B-4956-89D9-5CA2585D7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9016" y="4714884"/>
              <a:ext cx="338600" cy="1323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712" name="TextBox 86">
              <a:extLst>
                <a:ext uri="{FF2B5EF4-FFF2-40B4-BE49-F238E27FC236}">
                  <a16:creationId xmlns:a16="http://schemas.microsoft.com/office/drawing/2014/main" id="{3999D1D1-83E2-4757-B6B4-9D7867D47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3446" y="4714884"/>
              <a:ext cx="338600" cy="1323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713" name="TextBox 87">
              <a:extLst>
                <a:ext uri="{FF2B5EF4-FFF2-40B4-BE49-F238E27FC236}">
                  <a16:creationId xmlns:a16="http://schemas.microsoft.com/office/drawing/2014/main" id="{CC9BACB2-A569-45B4-B128-9B2915B7D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9237" y="4714884"/>
              <a:ext cx="338600" cy="1323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714" name="TextBox 88">
              <a:extLst>
                <a:ext uri="{FF2B5EF4-FFF2-40B4-BE49-F238E27FC236}">
                  <a16:creationId xmlns:a16="http://schemas.microsoft.com/office/drawing/2014/main" id="{A9A30740-0752-40CA-8C25-3432F1DCA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5029" y="4714884"/>
              <a:ext cx="338600" cy="1323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|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 b="1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IE" altLang="en-US" sz="2000" b="1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715" name="TextBox 91">
              <a:extLst>
                <a:ext uri="{FF2B5EF4-FFF2-40B4-BE49-F238E27FC236}">
                  <a16:creationId xmlns:a16="http://schemas.microsoft.com/office/drawing/2014/main" id="{1098F90A-1074-48E7-9B22-C0DFF8C50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0416" y="5786446"/>
              <a:ext cx="18589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IE" altLang="en-US" sz="2000"/>
                <a:t>(Pink traceback)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885D919DB99A4B9F7C3E2BF41598A2" ma:contentTypeVersion="4" ma:contentTypeDescription="Create a new document." ma:contentTypeScope="" ma:versionID="ba3e817eb67cc8367b8d95e658cff018">
  <xsd:schema xmlns:xsd="http://www.w3.org/2001/XMLSchema" xmlns:xs="http://www.w3.org/2001/XMLSchema" xmlns:p="http://schemas.microsoft.com/office/2006/metadata/properties" xmlns:ns2="5b17cc69-8e44-468c-9cff-e58fbb120827" targetNamespace="http://schemas.microsoft.com/office/2006/metadata/properties" ma:root="true" ma:fieldsID="0a0aea8af201911dadc8767c9b796200" ns2:_="">
    <xsd:import namespace="5b17cc69-8e44-468c-9cff-e58fbb120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17cc69-8e44-468c-9cff-e58fbb120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E7D623-EA54-47AC-AF96-498F0010D703}"/>
</file>

<file path=customXml/itemProps2.xml><?xml version="1.0" encoding="utf-8"?>
<ds:datastoreItem xmlns:ds="http://schemas.openxmlformats.org/officeDocument/2006/customXml" ds:itemID="{93B7314C-9F83-4F1D-9B8F-A8B071501F35}"/>
</file>

<file path=customXml/itemProps3.xml><?xml version="1.0" encoding="utf-8"?>
<ds:datastoreItem xmlns:ds="http://schemas.openxmlformats.org/officeDocument/2006/customXml" ds:itemID="{E13C072B-71EA-470E-B359-7D9B7E1D0DA1}"/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3067</Words>
  <Application>Microsoft Office PowerPoint</Application>
  <PresentationFormat>Widescreen</PresentationFormat>
  <Paragraphs>1325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Office Theme</vt:lpstr>
      <vt:lpstr>Dynamic programing for sequence alignment  Smith &amp; Waterman algorithm</vt:lpstr>
      <vt:lpstr>Local Alignment</vt:lpstr>
      <vt:lpstr>Local Alignment</vt:lpstr>
      <vt:lpstr>The Smith-Waterman algorithm</vt:lpstr>
      <vt:lpstr>Global versus Local Alignment</vt:lpstr>
      <vt:lpstr>Local alignment</vt:lpstr>
      <vt:lpstr>Real data: human &amp; fruitfly Eyeless</vt:lpstr>
      <vt:lpstr>Real data: human &amp; fruitfly Eyeless</vt:lpstr>
      <vt:lpstr>The Smith-Waterman algorithm</vt:lpstr>
      <vt:lpstr>PowerPoint Presentation</vt:lpstr>
      <vt:lpstr>PowerPoint Presentation</vt:lpstr>
      <vt:lpstr>PowerPoint Presentation</vt:lpstr>
      <vt:lpstr>PowerPoint Presentation</vt:lpstr>
      <vt:lpstr>Problem</vt:lpstr>
      <vt:lpstr>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programing for sequence alignment  Smith &amp; Waterman algorithm</dc:title>
  <dc:creator>Hassaan Mehboob Awan</dc:creator>
  <cp:lastModifiedBy>hassaan awan</cp:lastModifiedBy>
  <cp:revision>1</cp:revision>
  <dcterms:created xsi:type="dcterms:W3CDTF">2020-10-29T07:02:50Z</dcterms:created>
  <dcterms:modified xsi:type="dcterms:W3CDTF">2022-10-19T07:22:42Z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0x010100F9885D919DB99A4B9F7C3E2BF41598A2</vt:lpwstr>
  </property>
</Properties>
</file>