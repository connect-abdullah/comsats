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ink/inkAction1.xml" ContentType="application/vnd.ms-office.inkAction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9"/>
  </p:notesMasterIdLst>
  <p:sldIdLst>
    <p:sldId id="395" r:id="rId5"/>
    <p:sldId id="506" r:id="rId6"/>
    <p:sldId id="503" r:id="rId7"/>
    <p:sldId id="40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ioinformatics history &amp; Introduction" id="{6F23554D-ADC3-4435-B8C0-ACCD2E313B59}">
          <p14:sldIdLst>
            <p14:sldId id="395"/>
            <p14:sldId id="506"/>
            <p14:sldId id="503"/>
            <p14:sldId id="40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5E487F-0A96-40F5-A825-EA639203B856}" v="11" dt="2023-03-10T04:54:52.2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–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Themed Style 1 –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88" autoAdjust="0"/>
    <p:restoredTop sz="87404" autoAdjust="0"/>
  </p:normalViewPr>
  <p:slideViewPr>
    <p:cSldViewPr snapToGrid="0">
      <p:cViewPr varScale="1">
        <p:scale>
          <a:sx n="97" d="100"/>
          <a:sy n="97" d="100"/>
        </p:scale>
        <p:origin x="140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ssaan awan" userId="a51d85811057a577" providerId="LiveId" clId="{D479E631-6894-4E54-AE9F-CCADD645BBEE}"/>
    <pc:docChg chg="undo custSel addSld delSld modSld sldOrd modMainMaster addSection modSection">
      <pc:chgData name="hassaan awan" userId="a51d85811057a577" providerId="LiveId" clId="{D479E631-6894-4E54-AE9F-CCADD645BBEE}" dt="2020-03-02T11:12:06.222" v="2805" actId="17846"/>
      <pc:docMkLst>
        <pc:docMk/>
      </pc:docMkLst>
      <pc:sldChg chg="modSp">
        <pc:chgData name="hassaan awan" userId="a51d85811057a577" providerId="LiveId" clId="{D479E631-6894-4E54-AE9F-CCADD645BBEE}" dt="2020-02-19T09:15:05.258" v="2583"/>
        <pc:sldMkLst>
          <pc:docMk/>
          <pc:sldMk cId="1550021388" sldId="256"/>
        </pc:sldMkLst>
        <pc:spChg chg="mod">
          <ac:chgData name="hassaan awan" userId="a51d85811057a577" providerId="LiveId" clId="{D479E631-6894-4E54-AE9F-CCADD645BBEE}" dt="2020-02-19T09:15:05.258" v="2583"/>
          <ac:spMkLst>
            <pc:docMk/>
            <pc:sldMk cId="1550021388" sldId="256"/>
            <ac:spMk id="3" creationId="{8A2633D5-9E13-4970-A2F7-75040A986157}"/>
          </ac:spMkLst>
        </pc:spChg>
      </pc:sldChg>
      <pc:sldChg chg="add del">
        <pc:chgData name="hassaan awan" userId="a51d85811057a577" providerId="LiveId" clId="{D479E631-6894-4E54-AE9F-CCADD645BBEE}" dt="2020-02-18T05:38:57.317" v="1723" actId="47"/>
        <pc:sldMkLst>
          <pc:docMk/>
          <pc:sldMk cId="2615673647" sldId="259"/>
        </pc:sldMkLst>
      </pc:sldChg>
      <pc:sldChg chg="modSp ord">
        <pc:chgData name="hassaan awan" userId="a51d85811057a577" providerId="LiveId" clId="{D479E631-6894-4E54-AE9F-CCADD645BBEE}" dt="2020-02-19T09:15:05.258" v="2583"/>
        <pc:sldMkLst>
          <pc:docMk/>
          <pc:sldMk cId="0" sldId="296"/>
        </pc:sldMkLst>
        <pc:spChg chg="mod">
          <ac:chgData name="hassaan awan" userId="a51d85811057a577" providerId="LiveId" clId="{D479E631-6894-4E54-AE9F-CCADD645BBEE}" dt="2020-02-19T09:15:05.258" v="2583"/>
          <ac:spMkLst>
            <pc:docMk/>
            <pc:sldMk cId="0" sldId="296"/>
            <ac:spMk id="4" creationId="{00000000-0000-0000-0000-000000000000}"/>
          </ac:spMkLst>
        </pc:spChg>
        <pc:spChg chg="mod">
          <ac:chgData name="hassaan awan" userId="a51d85811057a577" providerId="LiveId" clId="{D479E631-6894-4E54-AE9F-CCADD645BBEE}" dt="2020-02-19T09:15:05.258" v="2583"/>
          <ac:spMkLst>
            <pc:docMk/>
            <pc:sldMk cId="0" sldId="296"/>
            <ac:spMk id="10" creationId="{00000000-0000-0000-0000-000000000000}"/>
          </ac:spMkLst>
        </pc:spChg>
        <pc:spChg chg="mod">
          <ac:chgData name="hassaan awan" userId="a51d85811057a577" providerId="LiveId" clId="{D479E631-6894-4E54-AE9F-CCADD645BBEE}" dt="2020-02-19T09:15:05.258" v="2583"/>
          <ac:spMkLst>
            <pc:docMk/>
            <pc:sldMk cId="0" sldId="296"/>
            <ac:spMk id="11" creationId="{00000000-0000-0000-0000-000000000000}"/>
          </ac:spMkLst>
        </pc:spChg>
        <pc:picChg chg="mod">
          <ac:chgData name="hassaan awan" userId="a51d85811057a577" providerId="LiveId" clId="{D479E631-6894-4E54-AE9F-CCADD645BBEE}" dt="2020-02-19T09:15:05.258" v="2583"/>
          <ac:picMkLst>
            <pc:docMk/>
            <pc:sldMk cId="0" sldId="296"/>
            <ac:picMk id="5" creationId="{00000000-0000-0000-0000-000000000000}"/>
          </ac:picMkLst>
        </pc:picChg>
        <pc:picChg chg="mod">
          <ac:chgData name="hassaan awan" userId="a51d85811057a577" providerId="LiveId" clId="{D479E631-6894-4E54-AE9F-CCADD645BBEE}" dt="2020-02-19T09:15:05.258" v="2583"/>
          <ac:picMkLst>
            <pc:docMk/>
            <pc:sldMk cId="0" sldId="296"/>
            <ac:picMk id="7" creationId="{00000000-0000-0000-0000-000000000000}"/>
          </ac:picMkLst>
        </pc:picChg>
      </pc:sldChg>
      <pc:sldChg chg="add del">
        <pc:chgData name="hassaan awan" userId="a51d85811057a577" providerId="LiveId" clId="{D479E631-6894-4E54-AE9F-CCADD645BBEE}" dt="2020-02-18T05:38:57.317" v="1723" actId="47"/>
        <pc:sldMkLst>
          <pc:docMk/>
          <pc:sldMk cId="1415998522" sldId="314"/>
        </pc:sldMkLst>
      </pc:sldChg>
      <pc:sldChg chg="addSp modSp add del mod">
        <pc:chgData name="hassaan awan" userId="a51d85811057a577" providerId="LiveId" clId="{D479E631-6894-4E54-AE9F-CCADD645BBEE}" dt="2020-02-18T05:38:57.317" v="1723" actId="47"/>
        <pc:sldMkLst>
          <pc:docMk/>
          <pc:sldMk cId="1881245037" sldId="339"/>
        </pc:sldMkLst>
        <pc:spChg chg="mod">
          <ac:chgData name="hassaan awan" userId="a51d85811057a577" providerId="LiveId" clId="{D479E631-6894-4E54-AE9F-CCADD645BBEE}" dt="2020-02-18T05:11:27.380" v="1271" actId="20577"/>
          <ac:spMkLst>
            <pc:docMk/>
            <pc:sldMk cId="1881245037" sldId="339"/>
            <ac:spMk id="2" creationId="{00000000-0000-0000-0000-000000000000}"/>
          </ac:spMkLst>
        </pc:spChg>
        <pc:picChg chg="add mod modCrop">
          <ac:chgData name="hassaan awan" userId="a51d85811057a577" providerId="LiveId" clId="{D479E631-6894-4E54-AE9F-CCADD645BBEE}" dt="2020-02-18T05:11:53.971" v="1275" actId="14100"/>
          <ac:picMkLst>
            <pc:docMk/>
            <pc:sldMk cId="1881245037" sldId="339"/>
            <ac:picMk id="4" creationId="{5281082E-2C1F-4A6C-B80F-1845FBC468F1}"/>
          </ac:picMkLst>
        </pc:picChg>
      </pc:sldChg>
      <pc:sldChg chg="add del ord modTransition">
        <pc:chgData name="hassaan awan" userId="a51d85811057a577" providerId="LiveId" clId="{D479E631-6894-4E54-AE9F-CCADD645BBEE}" dt="2020-02-18T05:39:08.265" v="1724" actId="47"/>
        <pc:sldMkLst>
          <pc:docMk/>
          <pc:sldMk cId="726126088" sldId="340"/>
        </pc:sldMkLst>
      </pc:sldChg>
      <pc:sldChg chg="modSp ord">
        <pc:chgData name="hassaan awan" userId="a51d85811057a577" providerId="LiveId" clId="{D479E631-6894-4E54-AE9F-CCADD645BBEE}" dt="2020-02-19T09:15:05.258" v="2583"/>
        <pc:sldMkLst>
          <pc:docMk/>
          <pc:sldMk cId="2396182002" sldId="341"/>
        </pc:sldMkLst>
        <pc:spChg chg="mod">
          <ac:chgData name="hassaan awan" userId="a51d85811057a577" providerId="LiveId" clId="{D479E631-6894-4E54-AE9F-CCADD645BBEE}" dt="2020-02-19T09:15:05.258" v="2583"/>
          <ac:spMkLst>
            <pc:docMk/>
            <pc:sldMk cId="2396182002" sldId="341"/>
            <ac:spMk id="5" creationId="{00000000-0000-0000-0000-000000000000}"/>
          </ac:spMkLst>
        </pc:spChg>
        <pc:spChg chg="mod">
          <ac:chgData name="hassaan awan" userId="a51d85811057a577" providerId="LiveId" clId="{D479E631-6894-4E54-AE9F-CCADD645BBEE}" dt="2020-02-19T09:15:05.258" v="2583"/>
          <ac:spMkLst>
            <pc:docMk/>
            <pc:sldMk cId="2396182002" sldId="341"/>
            <ac:spMk id="13" creationId="{00000000-0000-0000-0000-000000000000}"/>
          </ac:spMkLst>
        </pc:spChg>
        <pc:spChg chg="mod">
          <ac:chgData name="hassaan awan" userId="a51d85811057a577" providerId="LiveId" clId="{D479E631-6894-4E54-AE9F-CCADD645BBEE}" dt="2020-02-19T09:15:05.258" v="2583"/>
          <ac:spMkLst>
            <pc:docMk/>
            <pc:sldMk cId="2396182002" sldId="341"/>
            <ac:spMk id="16" creationId="{00000000-0000-0000-0000-000000000000}"/>
          </ac:spMkLst>
        </pc:spChg>
        <pc:picChg chg="mod">
          <ac:chgData name="hassaan awan" userId="a51d85811057a577" providerId="LiveId" clId="{D479E631-6894-4E54-AE9F-CCADD645BBEE}" dt="2020-02-19T09:15:05.258" v="2583"/>
          <ac:picMkLst>
            <pc:docMk/>
            <pc:sldMk cId="2396182002" sldId="341"/>
            <ac:picMk id="8" creationId="{00000000-0000-0000-0000-000000000000}"/>
          </ac:picMkLst>
        </pc:picChg>
        <pc:picChg chg="mod">
          <ac:chgData name="hassaan awan" userId="a51d85811057a577" providerId="LiveId" clId="{D479E631-6894-4E54-AE9F-CCADD645BBEE}" dt="2020-02-19T09:15:05.258" v="2583"/>
          <ac:picMkLst>
            <pc:docMk/>
            <pc:sldMk cId="2396182002" sldId="341"/>
            <ac:picMk id="15" creationId="{00000000-0000-0000-0000-000000000000}"/>
          </ac:picMkLst>
        </pc:picChg>
      </pc:sldChg>
      <pc:sldChg chg="modSp mod ord">
        <pc:chgData name="hassaan awan" userId="a51d85811057a577" providerId="LiveId" clId="{D479E631-6894-4E54-AE9F-CCADD645BBEE}" dt="2020-02-19T09:15:05.258" v="2583"/>
        <pc:sldMkLst>
          <pc:docMk/>
          <pc:sldMk cId="2927770381" sldId="343"/>
        </pc:sldMkLst>
        <pc:spChg chg="mod">
          <ac:chgData name="hassaan awan" userId="a51d85811057a577" providerId="LiveId" clId="{D479E631-6894-4E54-AE9F-CCADD645BBEE}" dt="2020-02-19T09:15:05.258" v="2583"/>
          <ac:spMkLst>
            <pc:docMk/>
            <pc:sldMk cId="2927770381" sldId="343"/>
            <ac:spMk id="8" creationId="{00000000-0000-0000-0000-000000000000}"/>
          </ac:spMkLst>
        </pc:spChg>
        <pc:picChg chg="mod">
          <ac:chgData name="hassaan awan" userId="a51d85811057a577" providerId="LiveId" clId="{D479E631-6894-4E54-AE9F-CCADD645BBEE}" dt="2020-02-19T09:15:05.258" v="2583"/>
          <ac:picMkLst>
            <pc:docMk/>
            <pc:sldMk cId="2927770381" sldId="343"/>
            <ac:picMk id="5" creationId="{00000000-0000-0000-0000-000000000000}"/>
          </ac:picMkLst>
        </pc:picChg>
      </pc:sldChg>
      <pc:sldChg chg="add del">
        <pc:chgData name="hassaan awan" userId="a51d85811057a577" providerId="LiveId" clId="{D479E631-6894-4E54-AE9F-CCADD645BBEE}" dt="2020-02-18T05:38:57.317" v="1723" actId="47"/>
        <pc:sldMkLst>
          <pc:docMk/>
          <pc:sldMk cId="3077517590" sldId="344"/>
        </pc:sldMkLst>
      </pc:sldChg>
      <pc:sldChg chg="add del">
        <pc:chgData name="hassaan awan" userId="a51d85811057a577" providerId="LiveId" clId="{D479E631-6894-4E54-AE9F-CCADD645BBEE}" dt="2020-02-18T05:38:57.317" v="1723" actId="47"/>
        <pc:sldMkLst>
          <pc:docMk/>
          <pc:sldMk cId="433369525" sldId="345"/>
        </pc:sldMkLst>
      </pc:sldChg>
      <pc:sldChg chg="add del">
        <pc:chgData name="hassaan awan" userId="a51d85811057a577" providerId="LiveId" clId="{D479E631-6894-4E54-AE9F-CCADD645BBEE}" dt="2020-02-18T05:38:57.317" v="1723" actId="47"/>
        <pc:sldMkLst>
          <pc:docMk/>
          <pc:sldMk cId="651734391" sldId="346"/>
        </pc:sldMkLst>
      </pc:sldChg>
      <pc:sldChg chg="add del">
        <pc:chgData name="hassaan awan" userId="a51d85811057a577" providerId="LiveId" clId="{D479E631-6894-4E54-AE9F-CCADD645BBEE}" dt="2020-02-18T05:38:57.317" v="1723" actId="47"/>
        <pc:sldMkLst>
          <pc:docMk/>
          <pc:sldMk cId="454627674" sldId="347"/>
        </pc:sldMkLst>
      </pc:sldChg>
      <pc:sldChg chg="modSp">
        <pc:chgData name="hassaan awan" userId="a51d85811057a577" providerId="LiveId" clId="{D479E631-6894-4E54-AE9F-CCADD645BBEE}" dt="2020-02-19T09:15:05.258" v="2583"/>
        <pc:sldMkLst>
          <pc:docMk/>
          <pc:sldMk cId="3437238256" sldId="348"/>
        </pc:sldMkLst>
        <pc:spChg chg="mod">
          <ac:chgData name="hassaan awan" userId="a51d85811057a577" providerId="LiveId" clId="{D479E631-6894-4E54-AE9F-CCADD645BBEE}" dt="2020-02-19T09:15:05.258" v="2583"/>
          <ac:spMkLst>
            <pc:docMk/>
            <pc:sldMk cId="3437238256" sldId="348"/>
            <ac:spMk id="6" creationId="{00000000-0000-0000-0000-000000000000}"/>
          </ac:spMkLst>
        </pc:spChg>
        <pc:spChg chg="mod">
          <ac:chgData name="hassaan awan" userId="a51d85811057a577" providerId="LiveId" clId="{D479E631-6894-4E54-AE9F-CCADD645BBEE}" dt="2020-02-19T09:15:05.258" v="2583"/>
          <ac:spMkLst>
            <pc:docMk/>
            <pc:sldMk cId="3437238256" sldId="348"/>
            <ac:spMk id="9" creationId="{00000000-0000-0000-0000-000000000000}"/>
          </ac:spMkLst>
        </pc:spChg>
        <pc:picChg chg="mod">
          <ac:chgData name="hassaan awan" userId="a51d85811057a577" providerId="LiveId" clId="{D479E631-6894-4E54-AE9F-CCADD645BBEE}" dt="2020-02-19T09:15:05.258" v="2583"/>
          <ac:picMkLst>
            <pc:docMk/>
            <pc:sldMk cId="3437238256" sldId="348"/>
            <ac:picMk id="5" creationId="{00000000-0000-0000-0000-000000000000}"/>
          </ac:picMkLst>
        </pc:picChg>
        <pc:picChg chg="mod">
          <ac:chgData name="hassaan awan" userId="a51d85811057a577" providerId="LiveId" clId="{D479E631-6894-4E54-AE9F-CCADD645BBEE}" dt="2020-02-19T09:15:05.258" v="2583"/>
          <ac:picMkLst>
            <pc:docMk/>
            <pc:sldMk cId="3437238256" sldId="348"/>
            <ac:picMk id="8" creationId="{00000000-0000-0000-0000-000000000000}"/>
          </ac:picMkLst>
        </pc:picChg>
      </pc:sldChg>
      <pc:sldChg chg="add del">
        <pc:chgData name="hassaan awan" userId="a51d85811057a577" providerId="LiveId" clId="{D479E631-6894-4E54-AE9F-CCADD645BBEE}" dt="2020-02-18T05:38:57.317" v="1723" actId="47"/>
        <pc:sldMkLst>
          <pc:docMk/>
          <pc:sldMk cId="4104449445" sldId="349"/>
        </pc:sldMkLst>
      </pc:sldChg>
      <pc:sldChg chg="add del">
        <pc:chgData name="hassaan awan" userId="a51d85811057a577" providerId="LiveId" clId="{D479E631-6894-4E54-AE9F-CCADD645BBEE}" dt="2020-02-18T05:38:57.317" v="1723" actId="47"/>
        <pc:sldMkLst>
          <pc:docMk/>
          <pc:sldMk cId="153031000" sldId="350"/>
        </pc:sldMkLst>
      </pc:sldChg>
      <pc:sldChg chg="add del">
        <pc:chgData name="hassaan awan" userId="a51d85811057a577" providerId="LiveId" clId="{D479E631-6894-4E54-AE9F-CCADD645BBEE}" dt="2020-02-18T05:38:57.317" v="1723" actId="47"/>
        <pc:sldMkLst>
          <pc:docMk/>
          <pc:sldMk cId="1715502160" sldId="351"/>
        </pc:sldMkLst>
      </pc:sldChg>
      <pc:sldChg chg="add del">
        <pc:chgData name="hassaan awan" userId="a51d85811057a577" providerId="LiveId" clId="{D479E631-6894-4E54-AE9F-CCADD645BBEE}" dt="2020-02-18T05:38:57.317" v="1723" actId="47"/>
        <pc:sldMkLst>
          <pc:docMk/>
          <pc:sldMk cId="3488493070" sldId="352"/>
        </pc:sldMkLst>
      </pc:sldChg>
      <pc:sldChg chg="modSp">
        <pc:chgData name="hassaan awan" userId="a51d85811057a577" providerId="LiveId" clId="{D479E631-6894-4E54-AE9F-CCADD645BBEE}" dt="2020-02-19T09:15:05.258" v="2583"/>
        <pc:sldMkLst>
          <pc:docMk/>
          <pc:sldMk cId="3752523767" sldId="356"/>
        </pc:sldMkLst>
        <pc:grpChg chg="mod">
          <ac:chgData name="hassaan awan" userId="a51d85811057a577" providerId="LiveId" clId="{D479E631-6894-4E54-AE9F-CCADD645BBEE}" dt="2020-02-19T09:15:05.258" v="2583"/>
          <ac:grpSpMkLst>
            <pc:docMk/>
            <pc:sldMk cId="3752523767" sldId="356"/>
            <ac:grpSpMk id="18" creationId="{53516F39-9C6E-4951-9FC6-B072C261C55F}"/>
          </ac:grpSpMkLst>
        </pc:grpChg>
      </pc:sldChg>
      <pc:sldChg chg="modSp">
        <pc:chgData name="hassaan awan" userId="a51d85811057a577" providerId="LiveId" clId="{D479E631-6894-4E54-AE9F-CCADD645BBEE}" dt="2020-02-19T09:15:05.258" v="2583"/>
        <pc:sldMkLst>
          <pc:docMk/>
          <pc:sldMk cId="730079068" sldId="357"/>
        </pc:sldMkLst>
        <pc:spChg chg="mod">
          <ac:chgData name="hassaan awan" userId="a51d85811057a577" providerId="LiveId" clId="{D479E631-6894-4E54-AE9F-CCADD645BBEE}" dt="2020-02-19T09:15:05.258" v="2583"/>
          <ac:spMkLst>
            <pc:docMk/>
            <pc:sldMk cId="730079068" sldId="357"/>
            <ac:spMk id="3" creationId="{5F614FC2-0DB8-4B2E-B8B8-48BDC702819A}"/>
          </ac:spMkLst>
        </pc:spChg>
      </pc:sldChg>
      <pc:sldChg chg="modSp">
        <pc:chgData name="hassaan awan" userId="a51d85811057a577" providerId="LiveId" clId="{D479E631-6894-4E54-AE9F-CCADD645BBEE}" dt="2020-02-19T09:15:05.258" v="2583"/>
        <pc:sldMkLst>
          <pc:docMk/>
          <pc:sldMk cId="2685444708" sldId="359"/>
        </pc:sldMkLst>
        <pc:picChg chg="mod">
          <ac:chgData name="hassaan awan" userId="a51d85811057a577" providerId="LiveId" clId="{D479E631-6894-4E54-AE9F-CCADD645BBEE}" dt="2020-02-19T09:15:05.258" v="2583"/>
          <ac:picMkLst>
            <pc:docMk/>
            <pc:sldMk cId="2685444708" sldId="359"/>
            <ac:picMk id="1026" creationId="{98AE0315-0029-4F8D-B3B4-045F53003AFD}"/>
          </ac:picMkLst>
        </pc:picChg>
        <pc:picChg chg="mod">
          <ac:chgData name="hassaan awan" userId="a51d85811057a577" providerId="LiveId" clId="{D479E631-6894-4E54-AE9F-CCADD645BBEE}" dt="2020-02-19T09:15:05.258" v="2583"/>
          <ac:picMkLst>
            <pc:docMk/>
            <pc:sldMk cId="2685444708" sldId="359"/>
            <ac:picMk id="1028" creationId="{E0B04046-72E0-40F9-99D9-44F304ACA2F7}"/>
          </ac:picMkLst>
        </pc:picChg>
        <pc:picChg chg="mod">
          <ac:chgData name="hassaan awan" userId="a51d85811057a577" providerId="LiveId" clId="{D479E631-6894-4E54-AE9F-CCADD645BBEE}" dt="2020-02-19T09:15:05.258" v="2583"/>
          <ac:picMkLst>
            <pc:docMk/>
            <pc:sldMk cId="2685444708" sldId="359"/>
            <ac:picMk id="1030" creationId="{AF3D1D95-DEA8-4A3F-863A-6FC82C2A6F3A}"/>
          </ac:picMkLst>
        </pc:picChg>
      </pc:sldChg>
      <pc:sldChg chg="modSp">
        <pc:chgData name="hassaan awan" userId="a51d85811057a577" providerId="LiveId" clId="{D479E631-6894-4E54-AE9F-CCADD645BBEE}" dt="2020-02-19T09:15:05.258" v="2583"/>
        <pc:sldMkLst>
          <pc:docMk/>
          <pc:sldMk cId="3008361465" sldId="360"/>
        </pc:sldMkLst>
        <pc:picChg chg="mod">
          <ac:chgData name="hassaan awan" userId="a51d85811057a577" providerId="LiveId" clId="{D479E631-6894-4E54-AE9F-CCADD645BBEE}" dt="2020-02-19T09:15:05.258" v="2583"/>
          <ac:picMkLst>
            <pc:docMk/>
            <pc:sldMk cId="3008361465" sldId="360"/>
            <ac:picMk id="4" creationId="{E53D56E8-0B90-4E29-934A-B31815DD1BD2}"/>
          </ac:picMkLst>
        </pc:picChg>
        <pc:picChg chg="mod">
          <ac:chgData name="hassaan awan" userId="a51d85811057a577" providerId="LiveId" clId="{D479E631-6894-4E54-AE9F-CCADD645BBEE}" dt="2020-02-19T09:15:05.258" v="2583"/>
          <ac:picMkLst>
            <pc:docMk/>
            <pc:sldMk cId="3008361465" sldId="360"/>
            <ac:picMk id="2050" creationId="{C9632AE9-BE55-4590-BABF-1576FA3F383C}"/>
          </ac:picMkLst>
        </pc:picChg>
      </pc:sldChg>
      <pc:sldChg chg="addSp modSp delDesignElem">
        <pc:chgData name="hassaan awan" userId="a51d85811057a577" providerId="LiveId" clId="{D479E631-6894-4E54-AE9F-CCADD645BBEE}" dt="2020-02-19T09:15:05.258" v="2583"/>
        <pc:sldMkLst>
          <pc:docMk/>
          <pc:sldMk cId="1192702980" sldId="361"/>
        </pc:sldMkLst>
        <pc:spChg chg="add mod">
          <ac:chgData name="hassaan awan" userId="a51d85811057a577" providerId="LiveId" clId="{D479E631-6894-4E54-AE9F-CCADD645BBEE}" dt="2020-02-19T09:15:05.258" v="2583"/>
          <ac:spMkLst>
            <pc:docMk/>
            <pc:sldMk cId="1192702980" sldId="361"/>
            <ac:spMk id="71" creationId="{57845966-6EFC-468A-9CC7-BAB4B95854E7}"/>
          </ac:spMkLst>
        </pc:spChg>
        <pc:spChg chg="add mod">
          <ac:chgData name="hassaan awan" userId="a51d85811057a577" providerId="LiveId" clId="{D479E631-6894-4E54-AE9F-CCADD645BBEE}" dt="2020-02-19T09:15:05.258" v="2583"/>
          <ac:spMkLst>
            <pc:docMk/>
            <pc:sldMk cId="1192702980" sldId="361"/>
            <ac:spMk id="75" creationId="{ADAD1991-FFD1-4E94-ABAB-7560D33008E4}"/>
          </ac:spMkLst>
        </pc:spChg>
        <pc:picChg chg="add mod">
          <ac:chgData name="hassaan awan" userId="a51d85811057a577" providerId="LiveId" clId="{D479E631-6894-4E54-AE9F-CCADD645BBEE}" dt="2020-02-19T09:15:05.258" v="2583"/>
          <ac:picMkLst>
            <pc:docMk/>
            <pc:sldMk cId="1192702980" sldId="361"/>
            <ac:picMk id="73" creationId="{75554383-98AF-4A47-BB65-705FAAA4BE6A}"/>
          </ac:picMkLst>
        </pc:picChg>
        <pc:picChg chg="mod">
          <ac:chgData name="hassaan awan" userId="a51d85811057a577" providerId="LiveId" clId="{D479E631-6894-4E54-AE9F-CCADD645BBEE}" dt="2020-02-19T09:15:05.258" v="2583"/>
          <ac:picMkLst>
            <pc:docMk/>
            <pc:sldMk cId="1192702980" sldId="361"/>
            <ac:picMk id="3074" creationId="{0310F596-1D00-44FE-9434-964C1B69682A}"/>
          </ac:picMkLst>
        </pc:picChg>
      </pc:sldChg>
      <pc:sldChg chg="modSp">
        <pc:chgData name="hassaan awan" userId="a51d85811057a577" providerId="LiveId" clId="{D479E631-6894-4E54-AE9F-CCADD645BBEE}" dt="2020-02-19T09:15:05.258" v="2583"/>
        <pc:sldMkLst>
          <pc:docMk/>
          <pc:sldMk cId="1911299340" sldId="362"/>
        </pc:sldMkLst>
        <pc:spChg chg="mod">
          <ac:chgData name="hassaan awan" userId="a51d85811057a577" providerId="LiveId" clId="{D479E631-6894-4E54-AE9F-CCADD645BBEE}" dt="2020-02-19T09:15:05.258" v="2583"/>
          <ac:spMkLst>
            <pc:docMk/>
            <pc:sldMk cId="1911299340" sldId="362"/>
            <ac:spMk id="3" creationId="{A6162AFD-D494-42AD-ABAA-E995BF13F174}"/>
          </ac:spMkLst>
        </pc:spChg>
      </pc:sldChg>
      <pc:sldChg chg="modSp ord">
        <pc:chgData name="hassaan awan" userId="a51d85811057a577" providerId="LiveId" clId="{D479E631-6894-4E54-AE9F-CCADD645BBEE}" dt="2020-02-19T09:15:05.258" v="2583"/>
        <pc:sldMkLst>
          <pc:docMk/>
          <pc:sldMk cId="3053787472" sldId="363"/>
        </pc:sldMkLst>
        <pc:spChg chg="mod">
          <ac:chgData name="hassaan awan" userId="a51d85811057a577" providerId="LiveId" clId="{D479E631-6894-4E54-AE9F-CCADD645BBEE}" dt="2020-02-19T09:15:05.258" v="2583"/>
          <ac:spMkLst>
            <pc:docMk/>
            <pc:sldMk cId="3053787472" sldId="363"/>
            <ac:spMk id="3" creationId="{A6162AFD-D494-42AD-ABAA-E995BF13F174}"/>
          </ac:spMkLst>
        </pc:spChg>
      </pc:sldChg>
      <pc:sldChg chg="addSp modSp delDesignElem">
        <pc:chgData name="hassaan awan" userId="a51d85811057a577" providerId="LiveId" clId="{D479E631-6894-4E54-AE9F-CCADD645BBEE}" dt="2020-02-19T09:15:05.258" v="2583"/>
        <pc:sldMkLst>
          <pc:docMk/>
          <pc:sldMk cId="302759279" sldId="364"/>
        </pc:sldMkLst>
        <pc:spChg chg="mod">
          <ac:chgData name="hassaan awan" userId="a51d85811057a577" providerId="LiveId" clId="{D479E631-6894-4E54-AE9F-CCADD645BBEE}" dt="2020-02-19T09:15:05.258" v="2583"/>
          <ac:spMkLst>
            <pc:docMk/>
            <pc:sldMk cId="302759279" sldId="364"/>
            <ac:spMk id="5" creationId="{085F6EC5-D13E-421F-9CFB-F0060A05D918}"/>
          </ac:spMkLst>
        </pc:spChg>
        <pc:spChg chg="mod">
          <ac:chgData name="hassaan awan" userId="a51d85811057a577" providerId="LiveId" clId="{D479E631-6894-4E54-AE9F-CCADD645BBEE}" dt="2020-02-19T09:15:05.258" v="2583"/>
          <ac:spMkLst>
            <pc:docMk/>
            <pc:sldMk cId="302759279" sldId="364"/>
            <ac:spMk id="7" creationId="{58A08781-4008-4C20-B967-31A5EA596403}"/>
          </ac:spMkLst>
        </pc:spChg>
        <pc:spChg chg="add mod">
          <ac:chgData name="hassaan awan" userId="a51d85811057a577" providerId="LiveId" clId="{D479E631-6894-4E54-AE9F-CCADD645BBEE}" dt="2020-02-19T09:15:05.258" v="2583"/>
          <ac:spMkLst>
            <pc:docMk/>
            <pc:sldMk cId="302759279" sldId="364"/>
            <ac:spMk id="71" creationId="{823AC064-BC96-4F32-8AE1-B2FD38754823}"/>
          </ac:spMkLst>
        </pc:spChg>
        <pc:picChg chg="mod">
          <ac:chgData name="hassaan awan" userId="a51d85811057a577" providerId="LiveId" clId="{D479E631-6894-4E54-AE9F-CCADD645BBEE}" dt="2020-02-19T09:15:05.258" v="2583"/>
          <ac:picMkLst>
            <pc:docMk/>
            <pc:sldMk cId="302759279" sldId="364"/>
            <ac:picMk id="4098" creationId="{656DA9E9-437E-428D-B94E-4597122E522C}"/>
          </ac:picMkLst>
        </pc:picChg>
        <pc:cxnChg chg="add mod">
          <ac:chgData name="hassaan awan" userId="a51d85811057a577" providerId="LiveId" clId="{D479E631-6894-4E54-AE9F-CCADD645BBEE}" dt="2020-02-19T09:15:05.258" v="2583"/>
          <ac:cxnSpMkLst>
            <pc:docMk/>
            <pc:sldMk cId="302759279" sldId="364"/>
            <ac:cxnSpMk id="73" creationId="{7E7C77BC-7138-40B1-A15B-20F57A494629}"/>
          </ac:cxnSpMkLst>
        </pc:cxnChg>
        <pc:cxnChg chg="add mod">
          <ac:chgData name="hassaan awan" userId="a51d85811057a577" providerId="LiveId" clId="{D479E631-6894-4E54-AE9F-CCADD645BBEE}" dt="2020-02-19T09:15:05.258" v="2583"/>
          <ac:cxnSpMkLst>
            <pc:docMk/>
            <pc:sldMk cId="302759279" sldId="364"/>
            <ac:cxnSpMk id="75" creationId="{DB146403-F3D6-484B-B2ED-97F9565D0370}"/>
          </ac:cxnSpMkLst>
        </pc:cxnChg>
      </pc:sldChg>
      <pc:sldChg chg="modSp">
        <pc:chgData name="hassaan awan" userId="a51d85811057a577" providerId="LiveId" clId="{D479E631-6894-4E54-AE9F-CCADD645BBEE}" dt="2020-02-19T09:15:05.258" v="2583"/>
        <pc:sldMkLst>
          <pc:docMk/>
          <pc:sldMk cId="4108940255" sldId="365"/>
        </pc:sldMkLst>
        <pc:spChg chg="mod">
          <ac:chgData name="hassaan awan" userId="a51d85811057a577" providerId="LiveId" clId="{D479E631-6894-4E54-AE9F-CCADD645BBEE}" dt="2020-02-19T09:15:05.258" v="2583"/>
          <ac:spMkLst>
            <pc:docMk/>
            <pc:sldMk cId="4108940255" sldId="365"/>
            <ac:spMk id="2" creationId="{22B9CB86-0251-4F67-87A4-817D3A34B891}"/>
          </ac:spMkLst>
        </pc:spChg>
        <pc:spChg chg="mod">
          <ac:chgData name="hassaan awan" userId="a51d85811057a577" providerId="LiveId" clId="{D479E631-6894-4E54-AE9F-CCADD645BBEE}" dt="2020-02-19T09:15:05.258" v="2583"/>
          <ac:spMkLst>
            <pc:docMk/>
            <pc:sldMk cId="4108940255" sldId="365"/>
            <ac:spMk id="5" creationId="{085F6EC5-D13E-421F-9CFB-F0060A05D918}"/>
          </ac:spMkLst>
        </pc:spChg>
        <pc:picChg chg="mod">
          <ac:chgData name="hassaan awan" userId="a51d85811057a577" providerId="LiveId" clId="{D479E631-6894-4E54-AE9F-CCADD645BBEE}" dt="2020-02-19T09:15:05.258" v="2583"/>
          <ac:picMkLst>
            <pc:docMk/>
            <pc:sldMk cId="4108940255" sldId="365"/>
            <ac:picMk id="4" creationId="{A767CAED-D7C3-482B-B8EE-938A33BEF9DD}"/>
          </ac:picMkLst>
        </pc:picChg>
      </pc:sldChg>
      <pc:sldChg chg="add">
        <pc:chgData name="hassaan awan" userId="a51d85811057a577" providerId="LiveId" clId="{D479E631-6894-4E54-AE9F-CCADD645BBEE}" dt="2020-02-12T17:48:25.683" v="0"/>
        <pc:sldMkLst>
          <pc:docMk/>
          <pc:sldMk cId="3616741019" sldId="366"/>
        </pc:sldMkLst>
      </pc:sldChg>
      <pc:sldChg chg="modSp add">
        <pc:chgData name="hassaan awan" userId="a51d85811057a577" providerId="LiveId" clId="{D479E631-6894-4E54-AE9F-CCADD645BBEE}" dt="2020-02-12T18:01:14.126" v="20" actId="6549"/>
        <pc:sldMkLst>
          <pc:docMk/>
          <pc:sldMk cId="560806670" sldId="367"/>
        </pc:sldMkLst>
        <pc:spChg chg="mod">
          <ac:chgData name="hassaan awan" userId="a51d85811057a577" providerId="LiveId" clId="{D479E631-6894-4E54-AE9F-CCADD645BBEE}" dt="2020-02-12T18:01:14.126" v="20" actId="6549"/>
          <ac:spMkLst>
            <pc:docMk/>
            <pc:sldMk cId="560806670" sldId="367"/>
            <ac:spMk id="2" creationId="{00000000-0000-0000-0000-000000000000}"/>
          </ac:spMkLst>
        </pc:spChg>
      </pc:sldChg>
      <pc:sldChg chg="modSp add mod">
        <pc:chgData name="hassaan awan" userId="a51d85811057a577" providerId="LiveId" clId="{D479E631-6894-4E54-AE9F-CCADD645BBEE}" dt="2020-02-12T18:01:00.056" v="18" actId="179"/>
        <pc:sldMkLst>
          <pc:docMk/>
          <pc:sldMk cId="2296286258" sldId="368"/>
        </pc:sldMkLst>
        <pc:spChg chg="mod">
          <ac:chgData name="hassaan awan" userId="a51d85811057a577" providerId="LiveId" clId="{D479E631-6894-4E54-AE9F-CCADD645BBEE}" dt="2020-02-12T18:01:00.056" v="18" actId="179"/>
          <ac:spMkLst>
            <pc:docMk/>
            <pc:sldMk cId="2296286258" sldId="368"/>
            <ac:spMk id="23553" creationId="{00000000-0000-0000-0000-000000000000}"/>
          </ac:spMkLst>
        </pc:spChg>
      </pc:sldChg>
      <pc:sldChg chg="add del">
        <pc:chgData name="hassaan awan" userId="a51d85811057a577" providerId="LiveId" clId="{D479E631-6894-4E54-AE9F-CCADD645BBEE}" dt="2020-02-18T05:38:57.317" v="1723" actId="47"/>
        <pc:sldMkLst>
          <pc:docMk/>
          <pc:sldMk cId="3631548642" sldId="370"/>
        </pc:sldMkLst>
      </pc:sldChg>
      <pc:sldChg chg="add del">
        <pc:chgData name="hassaan awan" userId="a51d85811057a577" providerId="LiveId" clId="{D479E631-6894-4E54-AE9F-CCADD645BBEE}" dt="2020-02-18T05:38:57.317" v="1723" actId="47"/>
        <pc:sldMkLst>
          <pc:docMk/>
          <pc:sldMk cId="4051476666" sldId="371"/>
        </pc:sldMkLst>
      </pc:sldChg>
      <pc:sldChg chg="add del">
        <pc:chgData name="hassaan awan" userId="a51d85811057a577" providerId="LiveId" clId="{D479E631-6894-4E54-AE9F-CCADD645BBEE}" dt="2020-02-18T05:38:57.317" v="1723" actId="47"/>
        <pc:sldMkLst>
          <pc:docMk/>
          <pc:sldMk cId="2083364731" sldId="372"/>
        </pc:sldMkLst>
      </pc:sldChg>
      <pc:sldChg chg="add del">
        <pc:chgData name="hassaan awan" userId="a51d85811057a577" providerId="LiveId" clId="{D479E631-6894-4E54-AE9F-CCADD645BBEE}" dt="2020-02-18T05:38:57.317" v="1723" actId="47"/>
        <pc:sldMkLst>
          <pc:docMk/>
          <pc:sldMk cId="235257393" sldId="373"/>
        </pc:sldMkLst>
      </pc:sldChg>
      <pc:sldChg chg="add del">
        <pc:chgData name="hassaan awan" userId="a51d85811057a577" providerId="LiveId" clId="{D479E631-6894-4E54-AE9F-CCADD645BBEE}" dt="2020-02-18T05:38:57.317" v="1723" actId="47"/>
        <pc:sldMkLst>
          <pc:docMk/>
          <pc:sldMk cId="1570265949" sldId="374"/>
        </pc:sldMkLst>
      </pc:sldChg>
      <pc:sldChg chg="add del">
        <pc:chgData name="hassaan awan" userId="a51d85811057a577" providerId="LiveId" clId="{D479E631-6894-4E54-AE9F-CCADD645BBEE}" dt="2020-02-18T05:38:57.317" v="1723" actId="47"/>
        <pc:sldMkLst>
          <pc:docMk/>
          <pc:sldMk cId="1217632828" sldId="375"/>
        </pc:sldMkLst>
      </pc:sldChg>
      <pc:sldChg chg="add del">
        <pc:chgData name="hassaan awan" userId="a51d85811057a577" providerId="LiveId" clId="{D479E631-6894-4E54-AE9F-CCADD645BBEE}" dt="2020-02-18T05:38:57.317" v="1723" actId="47"/>
        <pc:sldMkLst>
          <pc:docMk/>
          <pc:sldMk cId="513699796" sldId="376"/>
        </pc:sldMkLst>
      </pc:sldChg>
      <pc:sldChg chg="add del">
        <pc:chgData name="hassaan awan" userId="a51d85811057a577" providerId="LiveId" clId="{D479E631-6894-4E54-AE9F-CCADD645BBEE}" dt="2020-02-18T05:38:57.317" v="1723" actId="47"/>
        <pc:sldMkLst>
          <pc:docMk/>
          <pc:sldMk cId="316635334" sldId="377"/>
        </pc:sldMkLst>
      </pc:sldChg>
      <pc:sldChg chg="add del">
        <pc:chgData name="hassaan awan" userId="a51d85811057a577" providerId="LiveId" clId="{D479E631-6894-4E54-AE9F-CCADD645BBEE}" dt="2020-02-18T05:38:57.317" v="1723" actId="47"/>
        <pc:sldMkLst>
          <pc:docMk/>
          <pc:sldMk cId="4221301964" sldId="378"/>
        </pc:sldMkLst>
      </pc:sldChg>
      <pc:sldChg chg="add del">
        <pc:chgData name="hassaan awan" userId="a51d85811057a577" providerId="LiveId" clId="{D479E631-6894-4E54-AE9F-CCADD645BBEE}" dt="2020-02-18T05:38:57.317" v="1723" actId="47"/>
        <pc:sldMkLst>
          <pc:docMk/>
          <pc:sldMk cId="853061733" sldId="379"/>
        </pc:sldMkLst>
      </pc:sldChg>
      <pc:sldChg chg="add del">
        <pc:chgData name="hassaan awan" userId="a51d85811057a577" providerId="LiveId" clId="{D479E631-6894-4E54-AE9F-CCADD645BBEE}" dt="2020-02-18T05:38:57.317" v="1723" actId="47"/>
        <pc:sldMkLst>
          <pc:docMk/>
          <pc:sldMk cId="1616913408" sldId="380"/>
        </pc:sldMkLst>
      </pc:sldChg>
      <pc:sldChg chg="add del">
        <pc:chgData name="hassaan awan" userId="a51d85811057a577" providerId="LiveId" clId="{D479E631-6894-4E54-AE9F-CCADD645BBEE}" dt="2020-02-18T05:38:57.317" v="1723" actId="47"/>
        <pc:sldMkLst>
          <pc:docMk/>
          <pc:sldMk cId="3978317047" sldId="381"/>
        </pc:sldMkLst>
      </pc:sldChg>
      <pc:sldChg chg="add del">
        <pc:chgData name="hassaan awan" userId="a51d85811057a577" providerId="LiveId" clId="{D479E631-6894-4E54-AE9F-CCADD645BBEE}" dt="2020-02-18T05:38:57.317" v="1723" actId="47"/>
        <pc:sldMkLst>
          <pc:docMk/>
          <pc:sldMk cId="2453962364" sldId="382"/>
        </pc:sldMkLst>
      </pc:sldChg>
      <pc:sldChg chg="addSp delSp modSp add mod">
        <pc:chgData name="hassaan awan" userId="a51d85811057a577" providerId="LiveId" clId="{D479E631-6894-4E54-AE9F-CCADD645BBEE}" dt="2020-02-19T09:15:05.258" v="2583"/>
        <pc:sldMkLst>
          <pc:docMk/>
          <pc:sldMk cId="742705317" sldId="383"/>
        </pc:sldMkLst>
        <pc:spChg chg="del mod">
          <ac:chgData name="hassaan awan" userId="a51d85811057a577" providerId="LiveId" clId="{D479E631-6894-4E54-AE9F-CCADD645BBEE}" dt="2020-02-12T18:04:23.307" v="94" actId="478"/>
          <ac:spMkLst>
            <pc:docMk/>
            <pc:sldMk cId="742705317" sldId="383"/>
            <ac:spMk id="2" creationId="{00000000-0000-0000-0000-000000000000}"/>
          </ac:spMkLst>
        </pc:spChg>
        <pc:spChg chg="mod">
          <ac:chgData name="hassaan awan" userId="a51d85811057a577" providerId="LiveId" clId="{D479E631-6894-4E54-AE9F-CCADD645BBEE}" dt="2020-02-12T18:02:03.713" v="54" actId="20577"/>
          <ac:spMkLst>
            <pc:docMk/>
            <pc:sldMk cId="742705317" sldId="383"/>
            <ac:spMk id="3" creationId="{00000000-0000-0000-0000-000000000000}"/>
          </ac:spMkLst>
        </pc:spChg>
        <pc:graphicFrameChg chg="add mod modGraphic">
          <ac:chgData name="hassaan awan" userId="a51d85811057a577" providerId="LiveId" clId="{D479E631-6894-4E54-AE9F-CCADD645BBEE}" dt="2020-02-19T09:15:05.258" v="2583"/>
          <ac:graphicFrameMkLst>
            <pc:docMk/>
            <pc:sldMk cId="742705317" sldId="383"/>
            <ac:graphicFrameMk id="4" creationId="{26627C02-82BE-4F8B-902F-2889832DD01E}"/>
          </ac:graphicFrameMkLst>
        </pc:graphicFrameChg>
      </pc:sldChg>
      <pc:sldChg chg="addSp delSp modSp add mod">
        <pc:chgData name="hassaan awan" userId="a51d85811057a577" providerId="LiveId" clId="{D479E631-6894-4E54-AE9F-CCADD645BBEE}" dt="2020-02-19T09:15:05.258" v="2583"/>
        <pc:sldMkLst>
          <pc:docMk/>
          <pc:sldMk cId="2096186373" sldId="384"/>
        </pc:sldMkLst>
        <pc:spChg chg="del">
          <ac:chgData name="hassaan awan" userId="a51d85811057a577" providerId="LiveId" clId="{D479E631-6894-4E54-AE9F-CCADD645BBEE}" dt="2020-02-12T18:07:59.524" v="151"/>
          <ac:spMkLst>
            <pc:docMk/>
            <pc:sldMk cId="2096186373" sldId="384"/>
            <ac:spMk id="2" creationId="{D69B28F5-7F4E-4895-90EA-F3122B578B74}"/>
          </ac:spMkLst>
        </pc:spChg>
        <pc:spChg chg="del">
          <ac:chgData name="hassaan awan" userId="a51d85811057a577" providerId="LiveId" clId="{D479E631-6894-4E54-AE9F-CCADD645BBEE}" dt="2020-02-12T18:07:59.524" v="151"/>
          <ac:spMkLst>
            <pc:docMk/>
            <pc:sldMk cId="2096186373" sldId="384"/>
            <ac:spMk id="3" creationId="{B4D70A65-4B76-4EA5-A482-9C1DC1FD75B5}"/>
          </ac:spMkLst>
        </pc:spChg>
        <pc:graphicFrameChg chg="add del mod modGraphic">
          <ac:chgData name="hassaan awan" userId="a51d85811057a577" providerId="LiveId" clId="{D479E631-6894-4E54-AE9F-CCADD645BBEE}" dt="2020-02-12T18:09:32.586" v="164" actId="1032"/>
          <ac:graphicFrameMkLst>
            <pc:docMk/>
            <pc:sldMk cId="2096186373" sldId="384"/>
            <ac:graphicFrameMk id="4" creationId="{E155D85F-CD38-4054-9324-10ADA54767C2}"/>
          </ac:graphicFrameMkLst>
        </pc:graphicFrameChg>
        <pc:graphicFrameChg chg="add mod modGraphic">
          <ac:chgData name="hassaan awan" userId="a51d85811057a577" providerId="LiveId" clId="{D479E631-6894-4E54-AE9F-CCADD645BBEE}" dt="2020-02-19T09:15:05.258" v="2583"/>
          <ac:graphicFrameMkLst>
            <pc:docMk/>
            <pc:sldMk cId="2096186373" sldId="384"/>
            <ac:graphicFrameMk id="5" creationId="{BE9E790C-FD38-4817-B0D7-489F2C8EDFE9}"/>
          </ac:graphicFrameMkLst>
        </pc:graphicFrameChg>
      </pc:sldChg>
      <pc:sldChg chg="modSp add modNotesTx">
        <pc:chgData name="hassaan awan" userId="a51d85811057a577" providerId="LiveId" clId="{D479E631-6894-4E54-AE9F-CCADD645BBEE}" dt="2020-02-19T09:15:05.258" v="2583"/>
        <pc:sldMkLst>
          <pc:docMk/>
          <pc:sldMk cId="2694610640" sldId="385"/>
        </pc:sldMkLst>
        <pc:graphicFrameChg chg="mod">
          <ac:chgData name="hassaan awan" userId="a51d85811057a577" providerId="LiveId" clId="{D479E631-6894-4E54-AE9F-CCADD645BBEE}" dt="2020-02-19T09:15:05.258" v="2583"/>
          <ac:graphicFrameMkLst>
            <pc:docMk/>
            <pc:sldMk cId="2694610640" sldId="385"/>
            <ac:graphicFrameMk id="5" creationId="{BE9E790C-FD38-4817-B0D7-489F2C8EDFE9}"/>
          </ac:graphicFrameMkLst>
        </pc:graphicFrameChg>
      </pc:sldChg>
      <pc:sldChg chg="modSp add">
        <pc:chgData name="hassaan awan" userId="a51d85811057a577" providerId="LiveId" clId="{D479E631-6894-4E54-AE9F-CCADD645BBEE}" dt="2020-02-19T09:15:05.258" v="2583"/>
        <pc:sldMkLst>
          <pc:docMk/>
          <pc:sldMk cId="139805759" sldId="386"/>
        </pc:sldMkLst>
        <pc:graphicFrameChg chg="mod">
          <ac:chgData name="hassaan awan" userId="a51d85811057a577" providerId="LiveId" clId="{D479E631-6894-4E54-AE9F-CCADD645BBEE}" dt="2020-02-19T09:15:05.258" v="2583"/>
          <ac:graphicFrameMkLst>
            <pc:docMk/>
            <pc:sldMk cId="139805759" sldId="386"/>
            <ac:graphicFrameMk id="5" creationId="{BE9E790C-FD38-4817-B0D7-489F2C8EDFE9}"/>
          </ac:graphicFrameMkLst>
        </pc:graphicFrameChg>
      </pc:sldChg>
      <pc:sldChg chg="addSp delSp modSp add mod">
        <pc:chgData name="hassaan awan" userId="a51d85811057a577" providerId="LiveId" clId="{D479E631-6894-4E54-AE9F-CCADD645BBEE}" dt="2020-02-19T09:15:05.258" v="2583"/>
        <pc:sldMkLst>
          <pc:docMk/>
          <pc:sldMk cId="13451362" sldId="387"/>
        </pc:sldMkLst>
        <pc:spChg chg="del">
          <ac:chgData name="hassaan awan" userId="a51d85811057a577" providerId="LiveId" clId="{D479E631-6894-4E54-AE9F-CCADD645BBEE}" dt="2020-02-18T05:12:40.981" v="1277"/>
          <ac:spMkLst>
            <pc:docMk/>
            <pc:sldMk cId="13451362" sldId="387"/>
            <ac:spMk id="2" creationId="{DAD69B36-46FE-4071-8991-265CAC13AA2E}"/>
          </ac:spMkLst>
        </pc:spChg>
        <pc:spChg chg="del">
          <ac:chgData name="hassaan awan" userId="a51d85811057a577" providerId="LiveId" clId="{D479E631-6894-4E54-AE9F-CCADD645BBEE}" dt="2020-02-18T05:12:40.981" v="1277"/>
          <ac:spMkLst>
            <pc:docMk/>
            <pc:sldMk cId="13451362" sldId="387"/>
            <ac:spMk id="3" creationId="{18B18DC9-EA35-432D-957E-37052F7F0437}"/>
          </ac:spMkLst>
        </pc:spChg>
        <pc:spChg chg="add mod">
          <ac:chgData name="hassaan awan" userId="a51d85811057a577" providerId="LiveId" clId="{D479E631-6894-4E54-AE9F-CCADD645BBEE}" dt="2020-02-19T09:15:05.258" v="2583"/>
          <ac:spMkLst>
            <pc:docMk/>
            <pc:sldMk cId="13451362" sldId="387"/>
            <ac:spMk id="5" creationId="{A67E068B-4182-4AC7-85A4-C8385E2AF723}"/>
          </ac:spMkLst>
        </pc:spChg>
        <pc:picChg chg="add mod">
          <ac:chgData name="hassaan awan" userId="a51d85811057a577" providerId="LiveId" clId="{D479E631-6894-4E54-AE9F-CCADD645BBEE}" dt="2020-02-19T09:15:05.258" v="2583"/>
          <ac:picMkLst>
            <pc:docMk/>
            <pc:sldMk cId="13451362" sldId="387"/>
            <ac:picMk id="4" creationId="{7F1798D6-B6D6-4BA0-9886-6B32D52183C5}"/>
          </ac:picMkLst>
        </pc:picChg>
      </pc:sldChg>
      <pc:sldChg chg="addSp delSp modSp add mod">
        <pc:chgData name="hassaan awan" userId="a51d85811057a577" providerId="LiveId" clId="{D479E631-6894-4E54-AE9F-CCADD645BBEE}" dt="2020-02-19T09:15:05.258" v="2583"/>
        <pc:sldMkLst>
          <pc:docMk/>
          <pc:sldMk cId="1568083708" sldId="388"/>
        </pc:sldMkLst>
        <pc:spChg chg="del">
          <ac:chgData name="hassaan awan" userId="a51d85811057a577" providerId="LiveId" clId="{D479E631-6894-4E54-AE9F-CCADD645BBEE}" dt="2020-02-18T05:13:53.191" v="1306"/>
          <ac:spMkLst>
            <pc:docMk/>
            <pc:sldMk cId="1568083708" sldId="388"/>
            <ac:spMk id="2" creationId="{A36A5BA8-58A0-4E4E-9B9E-4971A6A83AEE}"/>
          </ac:spMkLst>
        </pc:spChg>
        <pc:spChg chg="del">
          <ac:chgData name="hassaan awan" userId="a51d85811057a577" providerId="LiveId" clId="{D479E631-6894-4E54-AE9F-CCADD645BBEE}" dt="2020-02-18T05:13:53.191" v="1306"/>
          <ac:spMkLst>
            <pc:docMk/>
            <pc:sldMk cId="1568083708" sldId="388"/>
            <ac:spMk id="3" creationId="{F99378BA-6A6B-40F4-8AE9-38528D1D6D68}"/>
          </ac:spMkLst>
        </pc:spChg>
        <pc:spChg chg="add mod">
          <ac:chgData name="hassaan awan" userId="a51d85811057a577" providerId="LiveId" clId="{D479E631-6894-4E54-AE9F-CCADD645BBEE}" dt="2020-02-19T09:15:05.258" v="2583"/>
          <ac:spMkLst>
            <pc:docMk/>
            <pc:sldMk cId="1568083708" sldId="388"/>
            <ac:spMk id="5" creationId="{532A2E73-FD3B-4A6D-9022-20F6B48787F9}"/>
          </ac:spMkLst>
        </pc:spChg>
        <pc:picChg chg="add mod modCrop">
          <ac:chgData name="hassaan awan" userId="a51d85811057a577" providerId="LiveId" clId="{D479E631-6894-4E54-AE9F-CCADD645BBEE}" dt="2020-02-19T09:15:05.258" v="2583"/>
          <ac:picMkLst>
            <pc:docMk/>
            <pc:sldMk cId="1568083708" sldId="388"/>
            <ac:picMk id="4" creationId="{D782B028-4995-4520-B7F8-C318EBDF1FA0}"/>
          </ac:picMkLst>
        </pc:picChg>
      </pc:sldChg>
      <pc:sldChg chg="add del">
        <pc:chgData name="hassaan awan" userId="a51d85811057a577" providerId="LiveId" clId="{D479E631-6894-4E54-AE9F-CCADD645BBEE}" dt="2020-02-18T05:12:49.167" v="1279" actId="47"/>
        <pc:sldMkLst>
          <pc:docMk/>
          <pc:sldMk cId="3339474778" sldId="388"/>
        </pc:sldMkLst>
      </pc:sldChg>
      <pc:sldChg chg="modSp add ord modNotesTx">
        <pc:chgData name="hassaan awan" userId="a51d85811057a577" providerId="LiveId" clId="{D479E631-6894-4E54-AE9F-CCADD645BBEE}" dt="2020-02-19T09:15:05.258" v="2583"/>
        <pc:sldMkLst>
          <pc:docMk/>
          <pc:sldMk cId="1469538583" sldId="389"/>
        </pc:sldMkLst>
        <pc:graphicFrameChg chg="mod">
          <ac:chgData name="hassaan awan" userId="a51d85811057a577" providerId="LiveId" clId="{D479E631-6894-4E54-AE9F-CCADD645BBEE}" dt="2020-02-19T09:15:05.258" v="2583"/>
          <ac:graphicFrameMkLst>
            <pc:docMk/>
            <pc:sldMk cId="1469538583" sldId="389"/>
            <ac:graphicFrameMk id="5" creationId="{BE9E790C-FD38-4817-B0D7-489F2C8EDFE9}"/>
          </ac:graphicFrameMkLst>
        </pc:graphicFrameChg>
      </pc:sldChg>
      <pc:sldChg chg="addSp delSp modSp add mod">
        <pc:chgData name="hassaan awan" userId="a51d85811057a577" providerId="LiveId" clId="{D479E631-6894-4E54-AE9F-CCADD645BBEE}" dt="2020-02-18T12:03:34.626" v="1917" actId="20577"/>
        <pc:sldMkLst>
          <pc:docMk/>
          <pc:sldMk cId="4062811843" sldId="390"/>
        </pc:sldMkLst>
        <pc:spChg chg="add del mod">
          <ac:chgData name="hassaan awan" userId="a51d85811057a577" providerId="LiveId" clId="{D479E631-6894-4E54-AE9F-CCADD645BBEE}" dt="2020-02-18T12:00:36.914" v="1742"/>
          <ac:spMkLst>
            <pc:docMk/>
            <pc:sldMk cId="4062811843" sldId="390"/>
            <ac:spMk id="2" creationId="{6D19DA16-41CB-4E0A-9084-EDF88BF17B24}"/>
          </ac:spMkLst>
        </pc:spChg>
        <pc:spChg chg="add del mod">
          <ac:chgData name="hassaan awan" userId="a51d85811057a577" providerId="LiveId" clId="{D479E631-6894-4E54-AE9F-CCADD645BBEE}" dt="2020-02-18T12:00:36.914" v="1742"/>
          <ac:spMkLst>
            <pc:docMk/>
            <pc:sldMk cId="4062811843" sldId="390"/>
            <ac:spMk id="3" creationId="{3CE5D19F-796A-4E8E-B5E4-884BD33E26F5}"/>
          </ac:spMkLst>
        </pc:spChg>
        <pc:spChg chg="add mod">
          <ac:chgData name="hassaan awan" userId="a51d85811057a577" providerId="LiveId" clId="{D479E631-6894-4E54-AE9F-CCADD645BBEE}" dt="2020-02-18T12:00:45.787" v="1750" actId="113"/>
          <ac:spMkLst>
            <pc:docMk/>
            <pc:sldMk cId="4062811843" sldId="390"/>
            <ac:spMk id="4" creationId="{32049A6C-6797-42F8-921C-05BAB0DF48D1}"/>
          </ac:spMkLst>
        </pc:spChg>
        <pc:spChg chg="add mod">
          <ac:chgData name="hassaan awan" userId="a51d85811057a577" providerId="LiveId" clId="{D479E631-6894-4E54-AE9F-CCADD645BBEE}" dt="2020-02-18T12:03:34.626" v="1917" actId="20577"/>
          <ac:spMkLst>
            <pc:docMk/>
            <pc:sldMk cId="4062811843" sldId="390"/>
            <ac:spMk id="5" creationId="{9BCCA24B-BF70-433B-8107-C11D8DA9D41F}"/>
          </ac:spMkLst>
        </pc:spChg>
      </pc:sldChg>
      <pc:sldChg chg="addSp delSp modSp add mod modNotesTx">
        <pc:chgData name="hassaan awan" userId="a51d85811057a577" providerId="LiveId" clId="{D479E631-6894-4E54-AE9F-CCADD645BBEE}" dt="2020-02-19T09:15:05.258" v="2583"/>
        <pc:sldMkLst>
          <pc:docMk/>
          <pc:sldMk cId="3347056519" sldId="391"/>
        </pc:sldMkLst>
        <pc:spChg chg="del">
          <ac:chgData name="hassaan awan" userId="a51d85811057a577" providerId="LiveId" clId="{D479E631-6894-4E54-AE9F-CCADD645BBEE}" dt="2020-02-18T12:13:29.764" v="1919"/>
          <ac:spMkLst>
            <pc:docMk/>
            <pc:sldMk cId="3347056519" sldId="391"/>
            <ac:spMk id="2" creationId="{81C60A16-3211-403C-8CD1-5A22503DD97C}"/>
          </ac:spMkLst>
        </pc:spChg>
        <pc:spChg chg="del">
          <ac:chgData name="hassaan awan" userId="a51d85811057a577" providerId="LiveId" clId="{D479E631-6894-4E54-AE9F-CCADD645BBEE}" dt="2020-02-18T12:13:29.764" v="1919"/>
          <ac:spMkLst>
            <pc:docMk/>
            <pc:sldMk cId="3347056519" sldId="391"/>
            <ac:spMk id="3" creationId="{156EAFAE-6C48-4461-A6B6-87E9E236A5CB}"/>
          </ac:spMkLst>
        </pc:spChg>
        <pc:spChg chg="add mod">
          <ac:chgData name="hassaan awan" userId="a51d85811057a577" providerId="LiveId" clId="{D479E631-6894-4E54-AE9F-CCADD645BBEE}" dt="2020-02-19T09:15:05.258" v="2583"/>
          <ac:spMkLst>
            <pc:docMk/>
            <pc:sldMk cId="3347056519" sldId="391"/>
            <ac:spMk id="7" creationId="{55D93DD3-DC7D-4422-AC03-3AAF555D10B6}"/>
          </ac:spMkLst>
        </pc:spChg>
        <pc:picChg chg="add mod modCrop">
          <ac:chgData name="hassaan awan" userId="a51d85811057a577" providerId="LiveId" clId="{D479E631-6894-4E54-AE9F-CCADD645BBEE}" dt="2020-02-19T09:15:05.258" v="2583"/>
          <ac:picMkLst>
            <pc:docMk/>
            <pc:sldMk cId="3347056519" sldId="391"/>
            <ac:picMk id="4" creationId="{3AAA1B71-61E5-4C8B-9620-0C9B9C32A9F2}"/>
          </ac:picMkLst>
        </pc:picChg>
        <pc:picChg chg="add del">
          <ac:chgData name="hassaan awan" userId="a51d85811057a577" providerId="LiveId" clId="{D479E631-6894-4E54-AE9F-CCADD645BBEE}" dt="2020-02-18T12:14:34.549" v="1930" actId="478"/>
          <ac:picMkLst>
            <pc:docMk/>
            <pc:sldMk cId="3347056519" sldId="391"/>
            <ac:picMk id="5" creationId="{E03A0803-C77A-4C1C-B5EE-293E772EF06B}"/>
          </ac:picMkLst>
        </pc:picChg>
        <pc:picChg chg="add mod modCrop">
          <ac:chgData name="hassaan awan" userId="a51d85811057a577" providerId="LiveId" clId="{D479E631-6894-4E54-AE9F-CCADD645BBEE}" dt="2020-02-19T09:15:05.258" v="2583"/>
          <ac:picMkLst>
            <pc:docMk/>
            <pc:sldMk cId="3347056519" sldId="391"/>
            <ac:picMk id="6" creationId="{FA5CB0D0-7C96-44A4-B00B-194434017F57}"/>
          </ac:picMkLst>
        </pc:picChg>
        <pc:cxnChg chg="add mod">
          <ac:chgData name="hassaan awan" userId="a51d85811057a577" providerId="LiveId" clId="{D479E631-6894-4E54-AE9F-CCADD645BBEE}" dt="2020-02-19T09:15:05.258" v="2583"/>
          <ac:cxnSpMkLst>
            <pc:docMk/>
            <pc:sldMk cId="3347056519" sldId="391"/>
            <ac:cxnSpMk id="9" creationId="{C8840782-24FF-4976-B3E9-63972C6FF7CA}"/>
          </ac:cxnSpMkLst>
        </pc:cxnChg>
      </pc:sldChg>
      <pc:sldChg chg="addSp modSp add mod">
        <pc:chgData name="hassaan awan" userId="a51d85811057a577" providerId="LiveId" clId="{D479E631-6894-4E54-AE9F-CCADD645BBEE}" dt="2020-02-19T09:15:05.258" v="2583"/>
        <pc:sldMkLst>
          <pc:docMk/>
          <pc:sldMk cId="1877039854" sldId="392"/>
        </pc:sldMkLst>
        <pc:spChg chg="add mod">
          <ac:chgData name="hassaan awan" userId="a51d85811057a577" providerId="LiveId" clId="{D479E631-6894-4E54-AE9F-CCADD645BBEE}" dt="2020-02-19T09:15:05.258" v="2583"/>
          <ac:spMkLst>
            <pc:docMk/>
            <pc:sldMk cId="1877039854" sldId="392"/>
            <ac:spMk id="3" creationId="{B171206B-783C-41A4-9EDA-78A44ECEC1E6}"/>
          </ac:spMkLst>
        </pc:spChg>
        <pc:spChg chg="add mod">
          <ac:chgData name="hassaan awan" userId="a51d85811057a577" providerId="LiveId" clId="{D479E631-6894-4E54-AE9F-CCADD645BBEE}" dt="2020-02-19T09:15:05.258" v="2583"/>
          <ac:spMkLst>
            <pc:docMk/>
            <pc:sldMk cId="1877039854" sldId="392"/>
            <ac:spMk id="6" creationId="{4142FB85-A340-486E-9C04-850D10CF5ABA}"/>
          </ac:spMkLst>
        </pc:spChg>
        <pc:picChg chg="add mod modCrop">
          <ac:chgData name="hassaan awan" userId="a51d85811057a577" providerId="LiveId" clId="{D479E631-6894-4E54-AE9F-CCADD645BBEE}" dt="2020-02-19T09:15:05.258" v="2583"/>
          <ac:picMkLst>
            <pc:docMk/>
            <pc:sldMk cId="1877039854" sldId="392"/>
            <ac:picMk id="2" creationId="{992B0ADD-51B2-401B-B147-25AE5F89707F}"/>
          </ac:picMkLst>
        </pc:picChg>
        <pc:cxnChg chg="add mod">
          <ac:chgData name="hassaan awan" userId="a51d85811057a577" providerId="LiveId" clId="{D479E631-6894-4E54-AE9F-CCADD645BBEE}" dt="2020-02-19T09:15:05.258" v="2583"/>
          <ac:cxnSpMkLst>
            <pc:docMk/>
            <pc:sldMk cId="1877039854" sldId="392"/>
            <ac:cxnSpMk id="4" creationId="{85504E04-1CAA-45D8-B4E9-7B8DC40E1F3D}"/>
          </ac:cxnSpMkLst>
        </pc:cxnChg>
        <pc:cxnChg chg="add mod">
          <ac:chgData name="hassaan awan" userId="a51d85811057a577" providerId="LiveId" clId="{D479E631-6894-4E54-AE9F-CCADD645BBEE}" dt="2020-02-19T09:15:05.258" v="2583"/>
          <ac:cxnSpMkLst>
            <pc:docMk/>
            <pc:sldMk cId="1877039854" sldId="392"/>
            <ac:cxnSpMk id="7" creationId="{2AAF3BF4-AF29-4169-993E-B9CE184017AB}"/>
          </ac:cxnSpMkLst>
        </pc:cxnChg>
      </pc:sldChg>
      <pc:sldChg chg="addSp modSp add mod">
        <pc:chgData name="hassaan awan" userId="a51d85811057a577" providerId="LiveId" clId="{D479E631-6894-4E54-AE9F-CCADD645BBEE}" dt="2020-02-19T09:15:05.258" v="2583"/>
        <pc:sldMkLst>
          <pc:docMk/>
          <pc:sldMk cId="411741766" sldId="393"/>
        </pc:sldMkLst>
        <pc:spChg chg="add mod">
          <ac:chgData name="hassaan awan" userId="a51d85811057a577" providerId="LiveId" clId="{D479E631-6894-4E54-AE9F-CCADD645BBEE}" dt="2020-02-18T12:35:25.422" v="2188" actId="6549"/>
          <ac:spMkLst>
            <pc:docMk/>
            <pc:sldMk cId="411741766" sldId="393"/>
            <ac:spMk id="3" creationId="{B103EA99-ADFF-40FB-BA21-E990529D7B26}"/>
          </ac:spMkLst>
        </pc:spChg>
        <pc:picChg chg="add mod modCrop">
          <ac:chgData name="hassaan awan" userId="a51d85811057a577" providerId="LiveId" clId="{D479E631-6894-4E54-AE9F-CCADD645BBEE}" dt="2020-02-19T09:15:05.258" v="2583"/>
          <ac:picMkLst>
            <pc:docMk/>
            <pc:sldMk cId="411741766" sldId="393"/>
            <ac:picMk id="2" creationId="{2AF3CC75-A6F1-45E4-8AC7-673E44C91DC1}"/>
          </ac:picMkLst>
        </pc:picChg>
      </pc:sldChg>
      <pc:sldChg chg="addSp delSp modSp add mod ord modAnim">
        <pc:chgData name="hassaan awan" userId="a51d85811057a577" providerId="LiveId" clId="{D479E631-6894-4E54-AE9F-CCADD645BBEE}" dt="2020-02-20T03:46:06.811" v="2617"/>
        <pc:sldMkLst>
          <pc:docMk/>
          <pc:sldMk cId="91367137" sldId="394"/>
        </pc:sldMkLst>
        <pc:spChg chg="mod">
          <ac:chgData name="hassaan awan" userId="a51d85811057a577" providerId="LiveId" clId="{D479E631-6894-4E54-AE9F-CCADD645BBEE}" dt="2020-02-18T12:47:48.929" v="2215" actId="113"/>
          <ac:spMkLst>
            <pc:docMk/>
            <pc:sldMk cId="91367137" sldId="394"/>
            <ac:spMk id="2" creationId="{BC0FFF22-8144-4323-8ABD-B534A47159E2}"/>
          </ac:spMkLst>
        </pc:spChg>
        <pc:picChg chg="add mod modCrop">
          <ac:chgData name="hassaan awan" userId="a51d85811057a577" providerId="LiveId" clId="{D479E631-6894-4E54-AE9F-CCADD645BBEE}" dt="2020-02-19T09:15:05.258" v="2583"/>
          <ac:picMkLst>
            <pc:docMk/>
            <pc:sldMk cId="91367137" sldId="394"/>
            <ac:picMk id="3" creationId="{B39F1B15-6B51-46DB-A9CC-6A073BD83A0A}"/>
          </ac:picMkLst>
        </pc:picChg>
        <pc:picChg chg="add mod modCrop">
          <ac:chgData name="hassaan awan" userId="a51d85811057a577" providerId="LiveId" clId="{D479E631-6894-4E54-AE9F-CCADD645BBEE}" dt="2020-02-19T09:15:05.258" v="2583"/>
          <ac:picMkLst>
            <pc:docMk/>
            <pc:sldMk cId="91367137" sldId="394"/>
            <ac:picMk id="4" creationId="{AB98AE11-52CB-4413-B198-8A0C7F163AAF}"/>
          </ac:picMkLst>
        </pc:picChg>
        <pc:cxnChg chg="add mod">
          <ac:chgData name="hassaan awan" userId="a51d85811057a577" providerId="LiveId" clId="{D479E631-6894-4E54-AE9F-CCADD645BBEE}" dt="2020-02-19T09:15:05.258" v="2583"/>
          <ac:cxnSpMkLst>
            <pc:docMk/>
            <pc:sldMk cId="91367137" sldId="394"/>
            <ac:cxnSpMk id="6" creationId="{7FCCDFCD-AE6F-4854-AB65-A26418178F39}"/>
          </ac:cxnSpMkLst>
        </pc:cxnChg>
        <pc:cxnChg chg="add mod">
          <ac:chgData name="hassaan awan" userId="a51d85811057a577" providerId="LiveId" clId="{D479E631-6894-4E54-AE9F-CCADD645BBEE}" dt="2020-02-19T09:15:05.258" v="2583"/>
          <ac:cxnSpMkLst>
            <pc:docMk/>
            <pc:sldMk cId="91367137" sldId="394"/>
            <ac:cxnSpMk id="7" creationId="{5A59DB25-0955-4D55-A429-887780EDEFA8}"/>
          </ac:cxnSpMkLst>
        </pc:cxnChg>
        <pc:cxnChg chg="add mod">
          <ac:chgData name="hassaan awan" userId="a51d85811057a577" providerId="LiveId" clId="{D479E631-6894-4E54-AE9F-CCADD645BBEE}" dt="2020-02-19T09:15:05.258" v="2583"/>
          <ac:cxnSpMkLst>
            <pc:docMk/>
            <pc:sldMk cId="91367137" sldId="394"/>
            <ac:cxnSpMk id="8" creationId="{615607BD-6DAE-4447-846E-CE6F3778FF3F}"/>
          </ac:cxnSpMkLst>
        </pc:cxnChg>
        <pc:cxnChg chg="add mod">
          <ac:chgData name="hassaan awan" userId="a51d85811057a577" providerId="LiveId" clId="{D479E631-6894-4E54-AE9F-CCADD645BBEE}" dt="2020-02-19T09:15:05.258" v="2583"/>
          <ac:cxnSpMkLst>
            <pc:docMk/>
            <pc:sldMk cId="91367137" sldId="394"/>
            <ac:cxnSpMk id="9" creationId="{E4958561-8A63-4115-8167-8CB51C699A23}"/>
          </ac:cxnSpMkLst>
        </pc:cxnChg>
        <pc:cxnChg chg="add mod">
          <ac:chgData name="hassaan awan" userId="a51d85811057a577" providerId="LiveId" clId="{D479E631-6894-4E54-AE9F-CCADD645BBEE}" dt="2020-02-19T09:15:05.258" v="2583"/>
          <ac:cxnSpMkLst>
            <pc:docMk/>
            <pc:sldMk cId="91367137" sldId="394"/>
            <ac:cxnSpMk id="10" creationId="{DE482A79-7687-45D7-ACD3-F3F4B2320F98}"/>
          </ac:cxnSpMkLst>
        </pc:cxnChg>
        <pc:cxnChg chg="add mod">
          <ac:chgData name="hassaan awan" userId="a51d85811057a577" providerId="LiveId" clId="{D479E631-6894-4E54-AE9F-CCADD645BBEE}" dt="2020-02-19T09:15:05.258" v="2583"/>
          <ac:cxnSpMkLst>
            <pc:docMk/>
            <pc:sldMk cId="91367137" sldId="394"/>
            <ac:cxnSpMk id="11" creationId="{D687DDE3-E969-4AFE-B682-9D1B6526CDE8}"/>
          </ac:cxnSpMkLst>
        </pc:cxnChg>
        <pc:cxnChg chg="add mod">
          <ac:chgData name="hassaan awan" userId="a51d85811057a577" providerId="LiveId" clId="{D479E631-6894-4E54-AE9F-CCADD645BBEE}" dt="2020-02-19T09:15:05.258" v="2583"/>
          <ac:cxnSpMkLst>
            <pc:docMk/>
            <pc:sldMk cId="91367137" sldId="394"/>
            <ac:cxnSpMk id="12" creationId="{460FBCFA-BCF5-4F15-BB44-27CDC45F730D}"/>
          </ac:cxnSpMkLst>
        </pc:cxnChg>
        <pc:cxnChg chg="add del mod">
          <ac:chgData name="hassaan awan" userId="a51d85811057a577" providerId="LiveId" clId="{D479E631-6894-4E54-AE9F-CCADD645BBEE}" dt="2020-02-18T12:54:16.929" v="2253" actId="478"/>
          <ac:cxnSpMkLst>
            <pc:docMk/>
            <pc:sldMk cId="91367137" sldId="394"/>
            <ac:cxnSpMk id="13" creationId="{CDD27C37-8DA8-40F6-B701-D1F671DE8CEF}"/>
          </ac:cxnSpMkLst>
        </pc:cxnChg>
        <pc:cxnChg chg="add mod">
          <ac:chgData name="hassaan awan" userId="a51d85811057a577" providerId="LiveId" clId="{D479E631-6894-4E54-AE9F-CCADD645BBEE}" dt="2020-02-19T09:15:05.258" v="2583"/>
          <ac:cxnSpMkLst>
            <pc:docMk/>
            <pc:sldMk cId="91367137" sldId="394"/>
            <ac:cxnSpMk id="14" creationId="{10C9265A-04AF-4071-B248-E5F71E193DC5}"/>
          </ac:cxnSpMkLst>
        </pc:cxnChg>
      </pc:sldChg>
      <pc:sldChg chg="modSp add mod">
        <pc:chgData name="hassaan awan" userId="a51d85811057a577" providerId="LiveId" clId="{D479E631-6894-4E54-AE9F-CCADD645BBEE}" dt="2020-02-19T07:16:10.737" v="2290" actId="113"/>
        <pc:sldMkLst>
          <pc:docMk/>
          <pc:sldMk cId="1159128342" sldId="395"/>
        </pc:sldMkLst>
        <pc:spChg chg="mod">
          <ac:chgData name="hassaan awan" userId="a51d85811057a577" providerId="LiveId" clId="{D479E631-6894-4E54-AE9F-CCADD645BBEE}" dt="2020-02-19T07:16:10.737" v="2290" actId="113"/>
          <ac:spMkLst>
            <pc:docMk/>
            <pc:sldMk cId="1159128342" sldId="395"/>
            <ac:spMk id="2" creationId="{51E5E972-0EEA-48D0-B47E-04CC5DBF0A66}"/>
          </ac:spMkLst>
        </pc:spChg>
      </pc:sldChg>
      <pc:sldChg chg="addSp delSp modSp add mod modNotesTx">
        <pc:chgData name="hassaan awan" userId="a51d85811057a577" providerId="LiveId" clId="{D479E631-6894-4E54-AE9F-CCADD645BBEE}" dt="2020-02-20T04:27:26.896" v="2713" actId="9405"/>
        <pc:sldMkLst>
          <pc:docMk/>
          <pc:sldMk cId="2068323899" sldId="396"/>
        </pc:sldMkLst>
        <pc:spChg chg="del mod">
          <ac:chgData name="hassaan awan" userId="a51d85811057a577" providerId="LiveId" clId="{D479E631-6894-4E54-AE9F-CCADD645BBEE}" dt="2020-02-19T08:09:28.947" v="2341" actId="478"/>
          <ac:spMkLst>
            <pc:docMk/>
            <pc:sldMk cId="2068323899" sldId="396"/>
            <ac:spMk id="2" creationId="{0AF85CAF-4D4C-47C8-90B4-184984DF13CC}"/>
          </ac:spMkLst>
        </pc:spChg>
        <pc:spChg chg="add del mod">
          <ac:chgData name="hassaan awan" userId="a51d85811057a577" providerId="LiveId" clId="{D479E631-6894-4E54-AE9F-CCADD645BBEE}" dt="2020-02-19T08:09:30.696" v="2342" actId="478"/>
          <ac:spMkLst>
            <pc:docMk/>
            <pc:sldMk cId="2068323899" sldId="396"/>
            <ac:spMk id="6" creationId="{0D064408-6096-4CE1-8D42-FEE240613623}"/>
          </ac:spMkLst>
        </pc:spChg>
        <pc:grpChg chg="mod">
          <ac:chgData name="hassaan awan" userId="a51d85811057a577" providerId="LiveId" clId="{D479E631-6894-4E54-AE9F-CCADD645BBEE}" dt="2020-02-20T04:19:22.755" v="2630"/>
          <ac:grpSpMkLst>
            <pc:docMk/>
            <pc:sldMk cId="2068323899" sldId="396"/>
            <ac:grpSpMk id="15" creationId="{67DDAD65-15F5-467C-B3D3-8CE05BA74691}"/>
          </ac:grpSpMkLst>
        </pc:grpChg>
        <pc:grpChg chg="mod">
          <ac:chgData name="hassaan awan" userId="a51d85811057a577" providerId="LiveId" clId="{D479E631-6894-4E54-AE9F-CCADD645BBEE}" dt="2020-02-20T04:19:22.755" v="2630"/>
          <ac:grpSpMkLst>
            <pc:docMk/>
            <pc:sldMk cId="2068323899" sldId="396"/>
            <ac:grpSpMk id="16" creationId="{A4578BE8-FFF7-4292-B62F-A27DF59BEE85}"/>
          </ac:grpSpMkLst>
        </pc:grpChg>
        <pc:grpChg chg="mod">
          <ac:chgData name="hassaan awan" userId="a51d85811057a577" providerId="LiveId" clId="{D479E631-6894-4E54-AE9F-CCADD645BBEE}" dt="2020-02-20T04:25:25.364" v="2697"/>
          <ac:grpSpMkLst>
            <pc:docMk/>
            <pc:sldMk cId="2068323899" sldId="396"/>
            <ac:grpSpMk id="80" creationId="{7FABBADF-13EF-4041-AF95-A1E5875D312C}"/>
          </ac:grpSpMkLst>
        </pc:grpChg>
        <pc:grpChg chg="mod">
          <ac:chgData name="hassaan awan" userId="a51d85811057a577" providerId="LiveId" clId="{D479E631-6894-4E54-AE9F-CCADD645BBEE}" dt="2020-02-20T04:25:33.930" v="2700"/>
          <ac:grpSpMkLst>
            <pc:docMk/>
            <pc:sldMk cId="2068323899" sldId="396"/>
            <ac:grpSpMk id="83" creationId="{76153DD5-6923-49D2-8128-61F0635062B3}"/>
          </ac:grpSpMkLst>
        </pc:grpChg>
        <pc:grpChg chg="mod">
          <ac:chgData name="hassaan awan" userId="a51d85811057a577" providerId="LiveId" clId="{D479E631-6894-4E54-AE9F-CCADD645BBEE}" dt="2020-02-20T04:25:42.956" v="2705"/>
          <ac:grpSpMkLst>
            <pc:docMk/>
            <pc:sldMk cId="2068323899" sldId="396"/>
            <ac:grpSpMk id="88" creationId="{56CC8F54-BCCC-4707-B3BD-6572795E525C}"/>
          </ac:grpSpMkLst>
        </pc:grpChg>
        <pc:grpChg chg="del mod">
          <ac:chgData name="hassaan awan" userId="a51d85811057a577" providerId="LiveId" clId="{D479E631-6894-4E54-AE9F-CCADD645BBEE}" dt="2020-02-20T04:26:17.588" v="2711"/>
          <ac:grpSpMkLst>
            <pc:docMk/>
            <pc:sldMk cId="2068323899" sldId="396"/>
            <ac:grpSpMk id="92" creationId="{BA65430C-8B9B-4069-A0E4-EE329A3F96B7}"/>
          </ac:grpSpMkLst>
        </pc:grpChg>
        <pc:grpChg chg="mod">
          <ac:chgData name="hassaan awan" userId="a51d85811057a577" providerId="LiveId" clId="{D479E631-6894-4E54-AE9F-CCADD645BBEE}" dt="2020-02-20T04:26:17.588" v="2711"/>
          <ac:grpSpMkLst>
            <pc:docMk/>
            <pc:sldMk cId="2068323899" sldId="396"/>
            <ac:grpSpMk id="94" creationId="{53639178-AAE8-4C2A-948A-7C0CC5F9EA39}"/>
          </ac:grpSpMkLst>
        </pc:grpChg>
        <pc:graphicFrameChg chg="add mod modGraphic">
          <ac:chgData name="hassaan awan" userId="a51d85811057a577" providerId="LiveId" clId="{D479E631-6894-4E54-AE9F-CCADD645BBEE}" dt="2020-02-19T09:15:05.258" v="2583"/>
          <ac:graphicFrameMkLst>
            <pc:docMk/>
            <pc:sldMk cId="2068323899" sldId="396"/>
            <ac:graphicFrameMk id="3" creationId="{50211F05-5652-4036-94B5-EFC7D6A60121}"/>
          </ac:graphicFrameMkLst>
        </pc:graphicFrameChg>
        <pc:inkChg chg="add mod">
          <ac:chgData name="hassaan awan" userId="a51d85811057a577" providerId="LiveId" clId="{D479E631-6894-4E54-AE9F-CCADD645BBEE}" dt="2020-02-20T04:19:22.755" v="2630"/>
          <ac:inkMkLst>
            <pc:docMk/>
            <pc:sldMk cId="2068323899" sldId="396"/>
            <ac:inkMk id="2" creationId="{F88B8E89-DB11-4F50-898C-5454045A12F1}"/>
          </ac:inkMkLst>
        </pc:inkChg>
        <pc:inkChg chg="add mod">
          <ac:chgData name="hassaan awan" userId="a51d85811057a577" providerId="LiveId" clId="{D479E631-6894-4E54-AE9F-CCADD645BBEE}" dt="2020-02-20T04:19:22.755" v="2630"/>
          <ac:inkMkLst>
            <pc:docMk/>
            <pc:sldMk cId="2068323899" sldId="396"/>
            <ac:inkMk id="4" creationId="{9D829356-FA6E-42B0-A98E-3559DE4AC3C2}"/>
          </ac:inkMkLst>
        </pc:inkChg>
        <pc:inkChg chg="add mod">
          <ac:chgData name="hassaan awan" userId="a51d85811057a577" providerId="LiveId" clId="{D479E631-6894-4E54-AE9F-CCADD645BBEE}" dt="2020-02-20T04:19:22.755" v="2630"/>
          <ac:inkMkLst>
            <pc:docMk/>
            <pc:sldMk cId="2068323899" sldId="396"/>
            <ac:inkMk id="5" creationId="{126DF436-3859-4352-A21B-7BC035B5245F}"/>
          </ac:inkMkLst>
        </pc:inkChg>
        <pc:inkChg chg="add mod">
          <ac:chgData name="hassaan awan" userId="a51d85811057a577" providerId="LiveId" clId="{D479E631-6894-4E54-AE9F-CCADD645BBEE}" dt="2020-02-20T04:19:22.755" v="2630"/>
          <ac:inkMkLst>
            <pc:docMk/>
            <pc:sldMk cId="2068323899" sldId="396"/>
            <ac:inkMk id="6" creationId="{ADAC08DD-EE25-4D8C-9302-F97C94251F16}"/>
          </ac:inkMkLst>
        </pc:inkChg>
        <pc:inkChg chg="add mod">
          <ac:chgData name="hassaan awan" userId="a51d85811057a577" providerId="LiveId" clId="{D479E631-6894-4E54-AE9F-CCADD645BBEE}" dt="2020-02-20T04:19:22.755" v="2630"/>
          <ac:inkMkLst>
            <pc:docMk/>
            <pc:sldMk cId="2068323899" sldId="396"/>
            <ac:inkMk id="7" creationId="{50170B1B-1F28-4C8D-921E-D31085FC8CA9}"/>
          </ac:inkMkLst>
        </pc:inkChg>
        <pc:inkChg chg="add del">
          <ac:chgData name="hassaan awan" userId="a51d85811057a577" providerId="LiveId" clId="{D479E631-6894-4E54-AE9F-CCADD645BBEE}" dt="2020-02-19T08:31:06.618" v="2388" actId="9405"/>
          <ac:inkMkLst>
            <pc:docMk/>
            <pc:sldMk cId="2068323899" sldId="396"/>
            <ac:inkMk id="7" creationId="{89CA19BB-EA57-4EBB-AD67-81EE82F428A3}"/>
          </ac:inkMkLst>
        </pc:inkChg>
        <pc:inkChg chg="add mod">
          <ac:chgData name="hassaan awan" userId="a51d85811057a577" providerId="LiveId" clId="{D479E631-6894-4E54-AE9F-CCADD645BBEE}" dt="2020-02-20T04:19:22.755" v="2630"/>
          <ac:inkMkLst>
            <pc:docMk/>
            <pc:sldMk cId="2068323899" sldId="396"/>
            <ac:inkMk id="8" creationId="{A01767E4-4D62-4966-BA5C-2024E4557236}"/>
          </ac:inkMkLst>
        </pc:inkChg>
        <pc:inkChg chg="add mod">
          <ac:chgData name="hassaan awan" userId="a51d85811057a577" providerId="LiveId" clId="{D479E631-6894-4E54-AE9F-CCADD645BBEE}" dt="2020-02-20T04:19:22.755" v="2630"/>
          <ac:inkMkLst>
            <pc:docMk/>
            <pc:sldMk cId="2068323899" sldId="396"/>
            <ac:inkMk id="9" creationId="{0F06B643-C58D-4B7A-9AB0-D460847A08C7}"/>
          </ac:inkMkLst>
        </pc:inkChg>
        <pc:inkChg chg="add mod">
          <ac:chgData name="hassaan awan" userId="a51d85811057a577" providerId="LiveId" clId="{D479E631-6894-4E54-AE9F-CCADD645BBEE}" dt="2020-02-20T04:19:22.755" v="2630"/>
          <ac:inkMkLst>
            <pc:docMk/>
            <pc:sldMk cId="2068323899" sldId="396"/>
            <ac:inkMk id="10" creationId="{5F8AF7B0-F394-4989-9E39-4AD3903F61C6}"/>
          </ac:inkMkLst>
        </pc:inkChg>
        <pc:inkChg chg="add mod">
          <ac:chgData name="hassaan awan" userId="a51d85811057a577" providerId="LiveId" clId="{D479E631-6894-4E54-AE9F-CCADD645BBEE}" dt="2020-02-20T04:19:22.755" v="2630"/>
          <ac:inkMkLst>
            <pc:docMk/>
            <pc:sldMk cId="2068323899" sldId="396"/>
            <ac:inkMk id="11" creationId="{9AFAFC67-9922-4702-B4DA-25DBE9B818A5}"/>
          </ac:inkMkLst>
        </pc:inkChg>
        <pc:inkChg chg="add mod">
          <ac:chgData name="hassaan awan" userId="a51d85811057a577" providerId="LiveId" clId="{D479E631-6894-4E54-AE9F-CCADD645BBEE}" dt="2020-02-20T04:19:22.755" v="2630"/>
          <ac:inkMkLst>
            <pc:docMk/>
            <pc:sldMk cId="2068323899" sldId="396"/>
            <ac:inkMk id="12" creationId="{E7BBC99D-A757-4DA2-8ADA-AD99A31AFFC9}"/>
          </ac:inkMkLst>
        </pc:inkChg>
        <pc:inkChg chg="add mod">
          <ac:chgData name="hassaan awan" userId="a51d85811057a577" providerId="LiveId" clId="{D479E631-6894-4E54-AE9F-CCADD645BBEE}" dt="2020-02-20T04:19:22.755" v="2630"/>
          <ac:inkMkLst>
            <pc:docMk/>
            <pc:sldMk cId="2068323899" sldId="396"/>
            <ac:inkMk id="13" creationId="{C9B368F6-222F-43C7-99A4-720BAE988CFF}"/>
          </ac:inkMkLst>
        </pc:inkChg>
        <pc:inkChg chg="add mod">
          <ac:chgData name="hassaan awan" userId="a51d85811057a577" providerId="LiveId" clId="{D479E631-6894-4E54-AE9F-CCADD645BBEE}" dt="2020-02-20T04:19:22.755" v="2630"/>
          <ac:inkMkLst>
            <pc:docMk/>
            <pc:sldMk cId="2068323899" sldId="396"/>
            <ac:inkMk id="14" creationId="{0316994C-4707-475E-908B-4E5670910228}"/>
          </ac:inkMkLst>
        </pc:inkChg>
        <pc:inkChg chg="add">
          <ac:chgData name="hassaan awan" userId="a51d85811057a577" providerId="LiveId" clId="{D479E631-6894-4E54-AE9F-CCADD645BBEE}" dt="2020-02-20T04:21:37.784" v="2631" actId="9405"/>
          <ac:inkMkLst>
            <pc:docMk/>
            <pc:sldMk cId="2068323899" sldId="396"/>
            <ac:inkMk id="17" creationId="{A7D5F732-CF21-493F-AE2F-5AEE37521564}"/>
          </ac:inkMkLst>
        </pc:inkChg>
        <pc:inkChg chg="add del">
          <ac:chgData name="hassaan awan" userId="a51d85811057a577" providerId="LiveId" clId="{D479E631-6894-4E54-AE9F-CCADD645BBEE}" dt="2020-02-20T04:22:12.336" v="2635"/>
          <ac:inkMkLst>
            <pc:docMk/>
            <pc:sldMk cId="2068323899" sldId="396"/>
            <ac:inkMk id="18" creationId="{BAD5362F-F991-477F-97E0-951689661CE6}"/>
          </ac:inkMkLst>
        </pc:inkChg>
        <pc:inkChg chg="add del">
          <ac:chgData name="hassaan awan" userId="a51d85811057a577" providerId="LiveId" clId="{D479E631-6894-4E54-AE9F-CCADD645BBEE}" dt="2020-02-20T04:22:13.923" v="2637"/>
          <ac:inkMkLst>
            <pc:docMk/>
            <pc:sldMk cId="2068323899" sldId="396"/>
            <ac:inkMk id="19" creationId="{3440524F-BC9E-48AC-8D54-0CDFC8FCF785}"/>
          </ac:inkMkLst>
        </pc:inkChg>
        <pc:inkChg chg="add del">
          <ac:chgData name="hassaan awan" userId="a51d85811057a577" providerId="LiveId" clId="{D479E631-6894-4E54-AE9F-CCADD645BBEE}" dt="2020-02-20T04:22:13.922" v="2636"/>
          <ac:inkMkLst>
            <pc:docMk/>
            <pc:sldMk cId="2068323899" sldId="396"/>
            <ac:inkMk id="20" creationId="{2D4F9E2A-8DCF-4401-AFD2-7F2E7550E2D1}"/>
          </ac:inkMkLst>
        </pc:inkChg>
        <pc:inkChg chg="add">
          <ac:chgData name="hassaan awan" userId="a51d85811057a577" providerId="LiveId" clId="{D479E631-6894-4E54-AE9F-CCADD645BBEE}" dt="2020-02-20T04:22:17.659" v="2638" actId="9405"/>
          <ac:inkMkLst>
            <pc:docMk/>
            <pc:sldMk cId="2068323899" sldId="396"/>
            <ac:inkMk id="21" creationId="{140E6923-1F0B-42C9-ACD4-2856AD720337}"/>
          </ac:inkMkLst>
        </pc:inkChg>
        <pc:inkChg chg="add">
          <ac:chgData name="hassaan awan" userId="a51d85811057a577" providerId="LiveId" clId="{D479E631-6894-4E54-AE9F-CCADD645BBEE}" dt="2020-02-20T04:22:30.310" v="2639" actId="9405"/>
          <ac:inkMkLst>
            <pc:docMk/>
            <pc:sldMk cId="2068323899" sldId="396"/>
            <ac:inkMk id="22" creationId="{2FED6AA0-909D-4D97-9C8D-9C24124C1B52}"/>
          </ac:inkMkLst>
        </pc:inkChg>
        <pc:inkChg chg="add">
          <ac:chgData name="hassaan awan" userId="a51d85811057a577" providerId="LiveId" clId="{D479E631-6894-4E54-AE9F-CCADD645BBEE}" dt="2020-02-20T04:22:31.055" v="2640" actId="9405"/>
          <ac:inkMkLst>
            <pc:docMk/>
            <pc:sldMk cId="2068323899" sldId="396"/>
            <ac:inkMk id="23" creationId="{56B07473-F2F4-47EB-A7F8-614DAEB136ED}"/>
          </ac:inkMkLst>
        </pc:inkChg>
        <pc:inkChg chg="add mod">
          <ac:chgData name="hassaan awan" userId="a51d85811057a577" providerId="LiveId" clId="{D479E631-6894-4E54-AE9F-CCADD645BBEE}" dt="2020-02-20T04:25:25.364" v="2697"/>
          <ac:inkMkLst>
            <pc:docMk/>
            <pc:sldMk cId="2068323899" sldId="396"/>
            <ac:inkMk id="24" creationId="{EB4D3C43-BAF1-4C42-9165-9D050EDA1441}"/>
          </ac:inkMkLst>
        </pc:inkChg>
        <pc:inkChg chg="add mod">
          <ac:chgData name="hassaan awan" userId="a51d85811057a577" providerId="LiveId" clId="{D479E631-6894-4E54-AE9F-CCADD645BBEE}" dt="2020-02-20T04:25:25.364" v="2697"/>
          <ac:inkMkLst>
            <pc:docMk/>
            <pc:sldMk cId="2068323899" sldId="396"/>
            <ac:inkMk id="25" creationId="{7372BBB8-7546-4FCF-B566-882744B6510C}"/>
          </ac:inkMkLst>
        </pc:inkChg>
        <pc:inkChg chg="add mod">
          <ac:chgData name="hassaan awan" userId="a51d85811057a577" providerId="LiveId" clId="{D479E631-6894-4E54-AE9F-CCADD645BBEE}" dt="2020-02-20T04:25:25.364" v="2697"/>
          <ac:inkMkLst>
            <pc:docMk/>
            <pc:sldMk cId="2068323899" sldId="396"/>
            <ac:inkMk id="26" creationId="{6820DD78-F420-47BC-8BE0-2FB1736A408E}"/>
          </ac:inkMkLst>
        </pc:inkChg>
        <pc:inkChg chg="add mod">
          <ac:chgData name="hassaan awan" userId="a51d85811057a577" providerId="LiveId" clId="{D479E631-6894-4E54-AE9F-CCADD645BBEE}" dt="2020-02-20T04:25:33.930" v="2700"/>
          <ac:inkMkLst>
            <pc:docMk/>
            <pc:sldMk cId="2068323899" sldId="396"/>
            <ac:inkMk id="27" creationId="{74885851-7DEF-43B2-99B1-1DC1DD022363}"/>
          </ac:inkMkLst>
        </pc:inkChg>
        <pc:inkChg chg="add mod">
          <ac:chgData name="hassaan awan" userId="a51d85811057a577" providerId="LiveId" clId="{D479E631-6894-4E54-AE9F-CCADD645BBEE}" dt="2020-02-20T04:25:33.930" v="2700"/>
          <ac:inkMkLst>
            <pc:docMk/>
            <pc:sldMk cId="2068323899" sldId="396"/>
            <ac:inkMk id="28" creationId="{729B975B-BE03-4D21-96F7-14ED8FFCAA62}"/>
          </ac:inkMkLst>
        </pc:inkChg>
        <pc:inkChg chg="add">
          <ac:chgData name="hassaan awan" userId="a51d85811057a577" providerId="LiveId" clId="{D479E631-6894-4E54-AE9F-CCADD645BBEE}" dt="2020-02-20T04:22:38.668" v="2646" actId="9405"/>
          <ac:inkMkLst>
            <pc:docMk/>
            <pc:sldMk cId="2068323899" sldId="396"/>
            <ac:inkMk id="29" creationId="{BA96E190-F0A7-41C8-8E51-0D9AEF35C84C}"/>
          </ac:inkMkLst>
        </pc:inkChg>
        <pc:inkChg chg="add mod">
          <ac:chgData name="hassaan awan" userId="a51d85811057a577" providerId="LiveId" clId="{D479E631-6894-4E54-AE9F-CCADD645BBEE}" dt="2020-02-20T04:25:25.364" v="2697"/>
          <ac:inkMkLst>
            <pc:docMk/>
            <pc:sldMk cId="2068323899" sldId="396"/>
            <ac:inkMk id="30" creationId="{249FDD5F-71C4-40C5-B27E-9DE0D521379D}"/>
          </ac:inkMkLst>
        </pc:inkChg>
        <pc:inkChg chg="add mod">
          <ac:chgData name="hassaan awan" userId="a51d85811057a577" providerId="LiveId" clId="{D479E631-6894-4E54-AE9F-CCADD645BBEE}" dt="2020-02-20T04:25:25.364" v="2697"/>
          <ac:inkMkLst>
            <pc:docMk/>
            <pc:sldMk cId="2068323899" sldId="396"/>
            <ac:inkMk id="31" creationId="{CEB6B87D-1734-4600-952B-45916E071637}"/>
          </ac:inkMkLst>
        </pc:inkChg>
        <pc:inkChg chg="add mod">
          <ac:chgData name="hassaan awan" userId="a51d85811057a577" providerId="LiveId" clId="{D479E631-6894-4E54-AE9F-CCADD645BBEE}" dt="2020-02-20T04:25:25.364" v="2697"/>
          <ac:inkMkLst>
            <pc:docMk/>
            <pc:sldMk cId="2068323899" sldId="396"/>
            <ac:inkMk id="32" creationId="{2EC768A2-92D6-4B97-826C-0482FB3BC502}"/>
          </ac:inkMkLst>
        </pc:inkChg>
        <pc:inkChg chg="add mod">
          <ac:chgData name="hassaan awan" userId="a51d85811057a577" providerId="LiveId" clId="{D479E631-6894-4E54-AE9F-CCADD645BBEE}" dt="2020-02-20T04:25:33.930" v="2700"/>
          <ac:inkMkLst>
            <pc:docMk/>
            <pc:sldMk cId="2068323899" sldId="396"/>
            <ac:inkMk id="33" creationId="{9859EAD9-920C-4CFB-ABC9-86BFB4D9DCF8}"/>
          </ac:inkMkLst>
        </pc:inkChg>
        <pc:inkChg chg="add mod">
          <ac:chgData name="hassaan awan" userId="a51d85811057a577" providerId="LiveId" clId="{D479E631-6894-4E54-AE9F-CCADD645BBEE}" dt="2020-02-20T04:25:33.930" v="2700"/>
          <ac:inkMkLst>
            <pc:docMk/>
            <pc:sldMk cId="2068323899" sldId="396"/>
            <ac:inkMk id="34" creationId="{4C9C63A8-E81B-4883-8AB8-6378EE2E3D28}"/>
          </ac:inkMkLst>
        </pc:inkChg>
        <pc:inkChg chg="add">
          <ac:chgData name="hassaan awan" userId="a51d85811057a577" providerId="LiveId" clId="{D479E631-6894-4E54-AE9F-CCADD645BBEE}" dt="2020-02-20T04:22:45.439" v="2652" actId="9405"/>
          <ac:inkMkLst>
            <pc:docMk/>
            <pc:sldMk cId="2068323899" sldId="396"/>
            <ac:inkMk id="35" creationId="{801BE442-8DCF-4B97-975B-0E4446B479C5}"/>
          </ac:inkMkLst>
        </pc:inkChg>
        <pc:inkChg chg="add">
          <ac:chgData name="hassaan awan" userId="a51d85811057a577" providerId="LiveId" clId="{D479E631-6894-4E54-AE9F-CCADD645BBEE}" dt="2020-02-20T04:22:48.400" v="2653" actId="9405"/>
          <ac:inkMkLst>
            <pc:docMk/>
            <pc:sldMk cId="2068323899" sldId="396"/>
            <ac:inkMk id="36" creationId="{32A376DA-F69B-4493-A689-5F743452EF50}"/>
          </ac:inkMkLst>
        </pc:inkChg>
        <pc:inkChg chg="add">
          <ac:chgData name="hassaan awan" userId="a51d85811057a577" providerId="LiveId" clId="{D479E631-6894-4E54-AE9F-CCADD645BBEE}" dt="2020-02-20T04:22:49.979" v="2654" actId="9405"/>
          <ac:inkMkLst>
            <pc:docMk/>
            <pc:sldMk cId="2068323899" sldId="396"/>
            <ac:inkMk id="37" creationId="{29A819AD-D352-49A9-8480-368A8916984B}"/>
          </ac:inkMkLst>
        </pc:inkChg>
        <pc:inkChg chg="add">
          <ac:chgData name="hassaan awan" userId="a51d85811057a577" providerId="LiveId" clId="{D479E631-6894-4E54-AE9F-CCADD645BBEE}" dt="2020-02-20T04:22:51.194" v="2655" actId="9405"/>
          <ac:inkMkLst>
            <pc:docMk/>
            <pc:sldMk cId="2068323899" sldId="396"/>
            <ac:inkMk id="38" creationId="{78B731A6-3600-48FF-B986-D5F3EACAD66E}"/>
          </ac:inkMkLst>
        </pc:inkChg>
        <pc:inkChg chg="add mod">
          <ac:chgData name="hassaan awan" userId="a51d85811057a577" providerId="LiveId" clId="{D479E631-6894-4E54-AE9F-CCADD645BBEE}" dt="2020-02-20T04:25:25.364" v="2697"/>
          <ac:inkMkLst>
            <pc:docMk/>
            <pc:sldMk cId="2068323899" sldId="396"/>
            <ac:inkMk id="39" creationId="{8FD39847-28B2-4916-B7E3-96DCA7A0C392}"/>
          </ac:inkMkLst>
        </pc:inkChg>
        <pc:inkChg chg="add mod">
          <ac:chgData name="hassaan awan" userId="a51d85811057a577" providerId="LiveId" clId="{D479E631-6894-4E54-AE9F-CCADD645BBEE}" dt="2020-02-20T04:25:25.364" v="2697"/>
          <ac:inkMkLst>
            <pc:docMk/>
            <pc:sldMk cId="2068323899" sldId="396"/>
            <ac:inkMk id="40" creationId="{04C9F595-EDE5-40C5-8009-2DC8AAD35988}"/>
          </ac:inkMkLst>
        </pc:inkChg>
        <pc:inkChg chg="add mod">
          <ac:chgData name="hassaan awan" userId="a51d85811057a577" providerId="LiveId" clId="{D479E631-6894-4E54-AE9F-CCADD645BBEE}" dt="2020-02-20T04:25:25.364" v="2697"/>
          <ac:inkMkLst>
            <pc:docMk/>
            <pc:sldMk cId="2068323899" sldId="396"/>
            <ac:inkMk id="41" creationId="{FF12F2D7-59E2-40E6-9CE0-5F64E110C29E}"/>
          </ac:inkMkLst>
        </pc:inkChg>
        <pc:inkChg chg="add">
          <ac:chgData name="hassaan awan" userId="a51d85811057a577" providerId="LiveId" clId="{D479E631-6894-4E54-AE9F-CCADD645BBEE}" dt="2020-02-20T04:22:56.402" v="2659" actId="9405"/>
          <ac:inkMkLst>
            <pc:docMk/>
            <pc:sldMk cId="2068323899" sldId="396"/>
            <ac:inkMk id="42" creationId="{E1473C79-C8A6-47FD-9001-57CD747C25CD}"/>
          </ac:inkMkLst>
        </pc:inkChg>
        <pc:inkChg chg="add mod">
          <ac:chgData name="hassaan awan" userId="a51d85811057a577" providerId="LiveId" clId="{D479E631-6894-4E54-AE9F-CCADD645BBEE}" dt="2020-02-20T04:25:42.956" v="2705"/>
          <ac:inkMkLst>
            <pc:docMk/>
            <pc:sldMk cId="2068323899" sldId="396"/>
            <ac:inkMk id="43" creationId="{54A789C5-BCA9-4306-AB29-CC35D87A5EDD}"/>
          </ac:inkMkLst>
        </pc:inkChg>
        <pc:inkChg chg="add mod">
          <ac:chgData name="hassaan awan" userId="a51d85811057a577" providerId="LiveId" clId="{D479E631-6894-4E54-AE9F-CCADD645BBEE}" dt="2020-02-20T04:25:42.956" v="2705"/>
          <ac:inkMkLst>
            <pc:docMk/>
            <pc:sldMk cId="2068323899" sldId="396"/>
            <ac:inkMk id="44" creationId="{C6AEDC8E-0980-4A26-8234-772BF74247C4}"/>
          </ac:inkMkLst>
        </pc:inkChg>
        <pc:inkChg chg="add">
          <ac:chgData name="hassaan awan" userId="a51d85811057a577" providerId="LiveId" clId="{D479E631-6894-4E54-AE9F-CCADD645BBEE}" dt="2020-02-20T04:23:01.229" v="2662" actId="9405"/>
          <ac:inkMkLst>
            <pc:docMk/>
            <pc:sldMk cId="2068323899" sldId="396"/>
            <ac:inkMk id="45" creationId="{1B93E7B8-7F58-416C-8FAB-94F430E1262C}"/>
          </ac:inkMkLst>
        </pc:inkChg>
        <pc:inkChg chg="add">
          <ac:chgData name="hassaan awan" userId="a51d85811057a577" providerId="LiveId" clId="{D479E631-6894-4E54-AE9F-CCADD645BBEE}" dt="2020-02-20T04:23:02.863" v="2663" actId="9405"/>
          <ac:inkMkLst>
            <pc:docMk/>
            <pc:sldMk cId="2068323899" sldId="396"/>
            <ac:inkMk id="46" creationId="{87FDB8E3-1E27-4B92-BF75-9950A8094801}"/>
          </ac:inkMkLst>
        </pc:inkChg>
        <pc:inkChg chg="add">
          <ac:chgData name="hassaan awan" userId="a51d85811057a577" providerId="LiveId" clId="{D479E631-6894-4E54-AE9F-CCADD645BBEE}" dt="2020-02-20T04:23:03.499" v="2664" actId="9405"/>
          <ac:inkMkLst>
            <pc:docMk/>
            <pc:sldMk cId="2068323899" sldId="396"/>
            <ac:inkMk id="47" creationId="{03870A15-FA4B-4CBF-BB62-4A6A7F8BA958}"/>
          </ac:inkMkLst>
        </pc:inkChg>
        <pc:inkChg chg="add">
          <ac:chgData name="hassaan awan" userId="a51d85811057a577" providerId="LiveId" clId="{D479E631-6894-4E54-AE9F-CCADD645BBEE}" dt="2020-02-20T04:23:05.231" v="2665" actId="9405"/>
          <ac:inkMkLst>
            <pc:docMk/>
            <pc:sldMk cId="2068323899" sldId="396"/>
            <ac:inkMk id="48" creationId="{E9064FE9-1C68-4F45-B54E-89873DF16679}"/>
          </ac:inkMkLst>
        </pc:inkChg>
        <pc:inkChg chg="add">
          <ac:chgData name="hassaan awan" userId="a51d85811057a577" providerId="LiveId" clId="{D479E631-6894-4E54-AE9F-CCADD645BBEE}" dt="2020-02-20T04:23:05.912" v="2666" actId="9405"/>
          <ac:inkMkLst>
            <pc:docMk/>
            <pc:sldMk cId="2068323899" sldId="396"/>
            <ac:inkMk id="49" creationId="{86649365-AA28-42E8-84B9-DA5D9A257414}"/>
          </ac:inkMkLst>
        </pc:inkChg>
        <pc:inkChg chg="add">
          <ac:chgData name="hassaan awan" userId="a51d85811057a577" providerId="LiveId" clId="{D479E631-6894-4E54-AE9F-CCADD645BBEE}" dt="2020-02-20T04:23:07.031" v="2667" actId="9405"/>
          <ac:inkMkLst>
            <pc:docMk/>
            <pc:sldMk cId="2068323899" sldId="396"/>
            <ac:inkMk id="50" creationId="{EAFF6E68-8F32-4000-B5C3-E50AA11264D6}"/>
          </ac:inkMkLst>
        </pc:inkChg>
        <pc:inkChg chg="add">
          <ac:chgData name="hassaan awan" userId="a51d85811057a577" providerId="LiveId" clId="{D479E631-6894-4E54-AE9F-CCADD645BBEE}" dt="2020-02-20T04:23:08.199" v="2668" actId="9405"/>
          <ac:inkMkLst>
            <pc:docMk/>
            <pc:sldMk cId="2068323899" sldId="396"/>
            <ac:inkMk id="51" creationId="{0672E0E3-8251-46D5-AA8A-1AEBB94A48DC}"/>
          </ac:inkMkLst>
        </pc:inkChg>
        <pc:inkChg chg="add mod">
          <ac:chgData name="hassaan awan" userId="a51d85811057a577" providerId="LiveId" clId="{D479E631-6894-4E54-AE9F-CCADD645BBEE}" dt="2020-02-20T04:26:17.588" v="2711"/>
          <ac:inkMkLst>
            <pc:docMk/>
            <pc:sldMk cId="2068323899" sldId="396"/>
            <ac:inkMk id="52" creationId="{C39AF5D7-C152-49E8-B3AA-BADA55AFF362}"/>
          </ac:inkMkLst>
        </pc:inkChg>
        <pc:inkChg chg="add mod">
          <ac:chgData name="hassaan awan" userId="a51d85811057a577" providerId="LiveId" clId="{D479E631-6894-4E54-AE9F-CCADD645BBEE}" dt="2020-02-20T04:26:17.588" v="2711"/>
          <ac:inkMkLst>
            <pc:docMk/>
            <pc:sldMk cId="2068323899" sldId="396"/>
            <ac:inkMk id="53" creationId="{149A660E-10F4-4FA0-86E6-5B88A7332792}"/>
          </ac:inkMkLst>
        </pc:inkChg>
        <pc:inkChg chg="add">
          <ac:chgData name="hassaan awan" userId="a51d85811057a577" providerId="LiveId" clId="{D479E631-6894-4E54-AE9F-CCADD645BBEE}" dt="2020-02-20T04:23:12.311" v="2671" actId="9405"/>
          <ac:inkMkLst>
            <pc:docMk/>
            <pc:sldMk cId="2068323899" sldId="396"/>
            <ac:inkMk id="54" creationId="{8EBFD1B4-8FE0-4369-8F9E-8DC747B246B5}"/>
          </ac:inkMkLst>
        </pc:inkChg>
        <pc:inkChg chg="add">
          <ac:chgData name="hassaan awan" userId="a51d85811057a577" providerId="LiveId" clId="{D479E631-6894-4E54-AE9F-CCADD645BBEE}" dt="2020-02-20T04:23:13.811" v="2672" actId="9405"/>
          <ac:inkMkLst>
            <pc:docMk/>
            <pc:sldMk cId="2068323899" sldId="396"/>
            <ac:inkMk id="55" creationId="{DBDC9E73-5646-40DC-BBC3-12BB0FC45631}"/>
          </ac:inkMkLst>
        </pc:inkChg>
        <pc:inkChg chg="add">
          <ac:chgData name="hassaan awan" userId="a51d85811057a577" providerId="LiveId" clId="{D479E631-6894-4E54-AE9F-CCADD645BBEE}" dt="2020-02-20T04:24:03.167" v="2673" actId="9405"/>
          <ac:inkMkLst>
            <pc:docMk/>
            <pc:sldMk cId="2068323899" sldId="396"/>
            <ac:inkMk id="56" creationId="{302FBA65-8EFE-423B-8671-8AF876FA5EFB}"/>
          </ac:inkMkLst>
        </pc:inkChg>
        <pc:inkChg chg="add">
          <ac:chgData name="hassaan awan" userId="a51d85811057a577" providerId="LiveId" clId="{D479E631-6894-4E54-AE9F-CCADD645BBEE}" dt="2020-02-20T04:24:04.842" v="2674" actId="9405"/>
          <ac:inkMkLst>
            <pc:docMk/>
            <pc:sldMk cId="2068323899" sldId="396"/>
            <ac:inkMk id="57" creationId="{9315D451-9012-48B0-988B-4E64B9794682}"/>
          </ac:inkMkLst>
        </pc:inkChg>
        <pc:inkChg chg="add">
          <ac:chgData name="hassaan awan" userId="a51d85811057a577" providerId="LiveId" clId="{D479E631-6894-4E54-AE9F-CCADD645BBEE}" dt="2020-02-20T04:24:05.945" v="2675" actId="9405"/>
          <ac:inkMkLst>
            <pc:docMk/>
            <pc:sldMk cId="2068323899" sldId="396"/>
            <ac:inkMk id="58" creationId="{1050D109-074D-4B08-84C2-7A4996DCA195}"/>
          </ac:inkMkLst>
        </pc:inkChg>
        <pc:inkChg chg="add">
          <ac:chgData name="hassaan awan" userId="a51d85811057a577" providerId="LiveId" clId="{D479E631-6894-4E54-AE9F-CCADD645BBEE}" dt="2020-02-20T04:24:06.922" v="2676" actId="9405"/>
          <ac:inkMkLst>
            <pc:docMk/>
            <pc:sldMk cId="2068323899" sldId="396"/>
            <ac:inkMk id="59" creationId="{AE87C812-04DF-43E5-A557-010F54AB55EE}"/>
          </ac:inkMkLst>
        </pc:inkChg>
        <pc:inkChg chg="add">
          <ac:chgData name="hassaan awan" userId="a51d85811057a577" providerId="LiveId" clId="{D479E631-6894-4E54-AE9F-CCADD645BBEE}" dt="2020-02-20T04:24:08.121" v="2677" actId="9405"/>
          <ac:inkMkLst>
            <pc:docMk/>
            <pc:sldMk cId="2068323899" sldId="396"/>
            <ac:inkMk id="60" creationId="{ACA7FC16-8F20-44EE-B22C-ED6FAD80D20E}"/>
          </ac:inkMkLst>
        </pc:inkChg>
        <pc:inkChg chg="add mod">
          <ac:chgData name="hassaan awan" userId="a51d85811057a577" providerId="LiveId" clId="{D479E631-6894-4E54-AE9F-CCADD645BBEE}" dt="2020-02-20T04:26:17.588" v="2711"/>
          <ac:inkMkLst>
            <pc:docMk/>
            <pc:sldMk cId="2068323899" sldId="396"/>
            <ac:inkMk id="61" creationId="{060EBE16-44C8-4404-8B1E-CC391741A44B}"/>
          </ac:inkMkLst>
        </pc:inkChg>
        <pc:inkChg chg="add mod">
          <ac:chgData name="hassaan awan" userId="a51d85811057a577" providerId="LiveId" clId="{D479E631-6894-4E54-AE9F-CCADD645BBEE}" dt="2020-02-20T04:26:17.588" v="2711"/>
          <ac:inkMkLst>
            <pc:docMk/>
            <pc:sldMk cId="2068323899" sldId="396"/>
            <ac:inkMk id="62" creationId="{899BC520-CB92-4CE6-AFE1-F0A8FD1478DE}"/>
          </ac:inkMkLst>
        </pc:inkChg>
        <pc:inkChg chg="add">
          <ac:chgData name="hassaan awan" userId="a51d85811057a577" providerId="LiveId" clId="{D479E631-6894-4E54-AE9F-CCADD645BBEE}" dt="2020-02-20T04:24:15.858" v="2680" actId="9405"/>
          <ac:inkMkLst>
            <pc:docMk/>
            <pc:sldMk cId="2068323899" sldId="396"/>
            <ac:inkMk id="63" creationId="{C3ECB19C-8DED-4DCF-BEDF-F39CD644E5FF}"/>
          </ac:inkMkLst>
        </pc:inkChg>
        <pc:inkChg chg="add">
          <ac:chgData name="hassaan awan" userId="a51d85811057a577" providerId="LiveId" clId="{D479E631-6894-4E54-AE9F-CCADD645BBEE}" dt="2020-02-20T04:24:22.687" v="2681" actId="9405"/>
          <ac:inkMkLst>
            <pc:docMk/>
            <pc:sldMk cId="2068323899" sldId="396"/>
            <ac:inkMk id="64" creationId="{9DF23503-A1F1-4048-9E0B-173C144F89EC}"/>
          </ac:inkMkLst>
        </pc:inkChg>
        <pc:inkChg chg="add mod">
          <ac:chgData name="hassaan awan" userId="a51d85811057a577" providerId="LiveId" clId="{D479E631-6894-4E54-AE9F-CCADD645BBEE}" dt="2020-02-20T04:26:17.588" v="2711"/>
          <ac:inkMkLst>
            <pc:docMk/>
            <pc:sldMk cId="2068323899" sldId="396"/>
            <ac:inkMk id="65" creationId="{210E1448-9F8B-4553-8EA1-5DBD6675FA84}"/>
          </ac:inkMkLst>
        </pc:inkChg>
        <pc:inkChg chg="add mod">
          <ac:chgData name="hassaan awan" userId="a51d85811057a577" providerId="LiveId" clId="{D479E631-6894-4E54-AE9F-CCADD645BBEE}" dt="2020-02-20T04:26:17.588" v="2711"/>
          <ac:inkMkLst>
            <pc:docMk/>
            <pc:sldMk cId="2068323899" sldId="396"/>
            <ac:inkMk id="66" creationId="{4B4A3566-B296-41B0-A532-E54AD2BC894C}"/>
          </ac:inkMkLst>
        </pc:inkChg>
        <pc:inkChg chg="add">
          <ac:chgData name="hassaan awan" userId="a51d85811057a577" providerId="LiveId" clId="{D479E631-6894-4E54-AE9F-CCADD645BBEE}" dt="2020-02-20T04:24:32.833" v="2684" actId="9405"/>
          <ac:inkMkLst>
            <pc:docMk/>
            <pc:sldMk cId="2068323899" sldId="396"/>
            <ac:inkMk id="67" creationId="{F09A1E56-1BB1-4C95-B265-853A3BB7C7B4}"/>
          </ac:inkMkLst>
        </pc:inkChg>
        <pc:inkChg chg="add mod">
          <ac:chgData name="hassaan awan" userId="a51d85811057a577" providerId="LiveId" clId="{D479E631-6894-4E54-AE9F-CCADD645BBEE}" dt="2020-02-20T04:26:17.588" v="2711"/>
          <ac:inkMkLst>
            <pc:docMk/>
            <pc:sldMk cId="2068323899" sldId="396"/>
            <ac:inkMk id="68" creationId="{5FB1A786-4C89-4A01-A4D0-1B2EA9ACF2A3}"/>
          </ac:inkMkLst>
        </pc:inkChg>
        <pc:inkChg chg="add mod">
          <ac:chgData name="hassaan awan" userId="a51d85811057a577" providerId="LiveId" clId="{D479E631-6894-4E54-AE9F-CCADD645BBEE}" dt="2020-02-20T04:26:17.588" v="2711"/>
          <ac:inkMkLst>
            <pc:docMk/>
            <pc:sldMk cId="2068323899" sldId="396"/>
            <ac:inkMk id="69" creationId="{D77A0137-CDAE-4463-8B61-9BFF284B0B60}"/>
          </ac:inkMkLst>
        </pc:inkChg>
        <pc:inkChg chg="add">
          <ac:chgData name="hassaan awan" userId="a51d85811057a577" providerId="LiveId" clId="{D479E631-6894-4E54-AE9F-CCADD645BBEE}" dt="2020-02-20T04:24:37.790" v="2687" actId="9405"/>
          <ac:inkMkLst>
            <pc:docMk/>
            <pc:sldMk cId="2068323899" sldId="396"/>
            <ac:inkMk id="70" creationId="{0BD27519-B2BC-4050-85DA-0D9D4DE28834}"/>
          </ac:inkMkLst>
        </pc:inkChg>
        <pc:inkChg chg="add mod">
          <ac:chgData name="hassaan awan" userId="a51d85811057a577" providerId="LiveId" clId="{D479E631-6894-4E54-AE9F-CCADD645BBEE}" dt="2020-02-20T04:26:17.588" v="2711"/>
          <ac:inkMkLst>
            <pc:docMk/>
            <pc:sldMk cId="2068323899" sldId="396"/>
            <ac:inkMk id="71" creationId="{6B0BD8B6-8216-4AED-8172-6A146E5F499E}"/>
          </ac:inkMkLst>
        </pc:inkChg>
        <pc:inkChg chg="add mod">
          <ac:chgData name="hassaan awan" userId="a51d85811057a577" providerId="LiveId" clId="{D479E631-6894-4E54-AE9F-CCADD645BBEE}" dt="2020-02-20T04:26:17.588" v="2711"/>
          <ac:inkMkLst>
            <pc:docMk/>
            <pc:sldMk cId="2068323899" sldId="396"/>
            <ac:inkMk id="72" creationId="{BD2F8C4D-D6F2-414F-BB7D-FF879BF53410}"/>
          </ac:inkMkLst>
        </pc:inkChg>
        <pc:inkChg chg="add">
          <ac:chgData name="hassaan awan" userId="a51d85811057a577" providerId="LiveId" clId="{D479E631-6894-4E54-AE9F-CCADD645BBEE}" dt="2020-02-20T04:24:42.440" v="2690" actId="9405"/>
          <ac:inkMkLst>
            <pc:docMk/>
            <pc:sldMk cId="2068323899" sldId="396"/>
            <ac:inkMk id="73" creationId="{ADF75609-3F7E-4224-A355-07FED1AF06B1}"/>
          </ac:inkMkLst>
        </pc:inkChg>
        <pc:inkChg chg="add">
          <ac:chgData name="hassaan awan" userId="a51d85811057a577" providerId="LiveId" clId="{D479E631-6894-4E54-AE9F-CCADD645BBEE}" dt="2020-02-20T04:24:43.167" v="2691" actId="9405"/>
          <ac:inkMkLst>
            <pc:docMk/>
            <pc:sldMk cId="2068323899" sldId="396"/>
            <ac:inkMk id="74" creationId="{92D37D3F-8748-4AE1-B10F-ABC2892C5F04}"/>
          </ac:inkMkLst>
        </pc:inkChg>
        <pc:inkChg chg="add">
          <ac:chgData name="hassaan awan" userId="a51d85811057a577" providerId="LiveId" clId="{D479E631-6894-4E54-AE9F-CCADD645BBEE}" dt="2020-02-20T04:24:44.290" v="2692" actId="9405"/>
          <ac:inkMkLst>
            <pc:docMk/>
            <pc:sldMk cId="2068323899" sldId="396"/>
            <ac:inkMk id="75" creationId="{BE00D045-750C-4784-9DBE-4CAD129C05B9}"/>
          </ac:inkMkLst>
        </pc:inkChg>
        <pc:inkChg chg="add">
          <ac:chgData name="hassaan awan" userId="a51d85811057a577" providerId="LiveId" clId="{D479E631-6894-4E54-AE9F-CCADD645BBEE}" dt="2020-02-20T04:24:45.199" v="2693" actId="9405"/>
          <ac:inkMkLst>
            <pc:docMk/>
            <pc:sldMk cId="2068323899" sldId="396"/>
            <ac:inkMk id="76" creationId="{57E4A9DE-2382-4719-BC70-EB79F86ED159}"/>
          </ac:inkMkLst>
        </pc:inkChg>
        <pc:inkChg chg="add mod">
          <ac:chgData name="hassaan awan" userId="a51d85811057a577" providerId="LiveId" clId="{D479E631-6894-4E54-AE9F-CCADD645BBEE}" dt="2020-02-20T04:26:17.588" v="2711"/>
          <ac:inkMkLst>
            <pc:docMk/>
            <pc:sldMk cId="2068323899" sldId="396"/>
            <ac:inkMk id="77" creationId="{45566FA0-D965-4D60-A7DA-23AE6C933AD5}"/>
          </ac:inkMkLst>
        </pc:inkChg>
        <pc:inkChg chg="add mod">
          <ac:chgData name="hassaan awan" userId="a51d85811057a577" providerId="LiveId" clId="{D479E631-6894-4E54-AE9F-CCADD645BBEE}" dt="2020-02-20T04:26:17.588" v="2711"/>
          <ac:inkMkLst>
            <pc:docMk/>
            <pc:sldMk cId="2068323899" sldId="396"/>
            <ac:inkMk id="78" creationId="{2C74FA37-D67F-4CC0-BFD7-F982CCA267EB}"/>
          </ac:inkMkLst>
        </pc:inkChg>
        <pc:inkChg chg="add mod">
          <ac:chgData name="hassaan awan" userId="a51d85811057a577" providerId="LiveId" clId="{D479E631-6894-4E54-AE9F-CCADD645BBEE}" dt="2020-02-20T04:25:25.364" v="2697"/>
          <ac:inkMkLst>
            <pc:docMk/>
            <pc:sldMk cId="2068323899" sldId="396"/>
            <ac:inkMk id="79" creationId="{78017ED3-25C5-4592-B97E-281FEBCFF12C}"/>
          </ac:inkMkLst>
        </pc:inkChg>
        <pc:inkChg chg="add">
          <ac:chgData name="hassaan awan" userId="a51d85811057a577" providerId="LiveId" clId="{D479E631-6894-4E54-AE9F-CCADD645BBEE}" dt="2020-02-20T04:25:29.508" v="2698" actId="9405"/>
          <ac:inkMkLst>
            <pc:docMk/>
            <pc:sldMk cId="2068323899" sldId="396"/>
            <ac:inkMk id="81" creationId="{44A6BDE9-BC02-46CE-81F9-9661178026D6}"/>
          </ac:inkMkLst>
        </pc:inkChg>
        <pc:inkChg chg="add mod">
          <ac:chgData name="hassaan awan" userId="a51d85811057a577" providerId="LiveId" clId="{D479E631-6894-4E54-AE9F-CCADD645BBEE}" dt="2020-02-20T04:25:33.930" v="2700"/>
          <ac:inkMkLst>
            <pc:docMk/>
            <pc:sldMk cId="2068323899" sldId="396"/>
            <ac:inkMk id="82" creationId="{88EB3D03-A818-4F70-8CC9-C2408277139A}"/>
          </ac:inkMkLst>
        </pc:inkChg>
        <pc:inkChg chg="add">
          <ac:chgData name="hassaan awan" userId="a51d85811057a577" providerId="LiveId" clId="{D479E631-6894-4E54-AE9F-CCADD645BBEE}" dt="2020-02-20T04:25:35.843" v="2701" actId="9405"/>
          <ac:inkMkLst>
            <pc:docMk/>
            <pc:sldMk cId="2068323899" sldId="396"/>
            <ac:inkMk id="84" creationId="{C76CA00B-A283-4F1F-BA8D-EB340AD69AAE}"/>
          </ac:inkMkLst>
        </pc:inkChg>
        <pc:inkChg chg="add">
          <ac:chgData name="hassaan awan" userId="a51d85811057a577" providerId="LiveId" clId="{D479E631-6894-4E54-AE9F-CCADD645BBEE}" dt="2020-02-20T04:25:38.678" v="2702" actId="9405"/>
          <ac:inkMkLst>
            <pc:docMk/>
            <pc:sldMk cId="2068323899" sldId="396"/>
            <ac:inkMk id="85" creationId="{065F1FDF-35A8-4C4A-943C-EE87DB17540F}"/>
          </ac:inkMkLst>
        </pc:inkChg>
        <pc:inkChg chg="add mod">
          <ac:chgData name="hassaan awan" userId="a51d85811057a577" providerId="LiveId" clId="{D479E631-6894-4E54-AE9F-CCADD645BBEE}" dt="2020-02-20T04:25:42.956" v="2705"/>
          <ac:inkMkLst>
            <pc:docMk/>
            <pc:sldMk cId="2068323899" sldId="396"/>
            <ac:inkMk id="86" creationId="{098640E7-36E7-4CFF-BB5D-1DB37F26C52A}"/>
          </ac:inkMkLst>
        </pc:inkChg>
        <pc:inkChg chg="add mod">
          <ac:chgData name="hassaan awan" userId="a51d85811057a577" providerId="LiveId" clId="{D479E631-6894-4E54-AE9F-CCADD645BBEE}" dt="2020-02-20T04:25:42.956" v="2705"/>
          <ac:inkMkLst>
            <pc:docMk/>
            <pc:sldMk cId="2068323899" sldId="396"/>
            <ac:inkMk id="87" creationId="{D6FEF26D-4BAC-4A5D-A28D-521A4A65DFC7}"/>
          </ac:inkMkLst>
        </pc:inkChg>
        <pc:inkChg chg="add">
          <ac:chgData name="hassaan awan" userId="a51d85811057a577" providerId="LiveId" clId="{D479E631-6894-4E54-AE9F-CCADD645BBEE}" dt="2020-02-20T04:25:55.803" v="2706" actId="9405"/>
          <ac:inkMkLst>
            <pc:docMk/>
            <pc:sldMk cId="2068323899" sldId="396"/>
            <ac:inkMk id="89" creationId="{C7B02050-8790-4E26-9C93-0AA950BB4603}"/>
          </ac:inkMkLst>
        </pc:inkChg>
        <pc:inkChg chg="add">
          <ac:chgData name="hassaan awan" userId="a51d85811057a577" providerId="LiveId" clId="{D479E631-6894-4E54-AE9F-CCADD645BBEE}" dt="2020-02-20T04:26:04.826" v="2707" actId="9405"/>
          <ac:inkMkLst>
            <pc:docMk/>
            <pc:sldMk cId="2068323899" sldId="396"/>
            <ac:inkMk id="90" creationId="{7FD4D5B3-4F96-4536-ACFD-E79CD14BC792}"/>
          </ac:inkMkLst>
        </pc:inkChg>
        <pc:inkChg chg="add mod">
          <ac:chgData name="hassaan awan" userId="a51d85811057a577" providerId="LiveId" clId="{D479E631-6894-4E54-AE9F-CCADD645BBEE}" dt="2020-02-20T04:26:17.588" v="2711"/>
          <ac:inkMkLst>
            <pc:docMk/>
            <pc:sldMk cId="2068323899" sldId="396"/>
            <ac:inkMk id="91" creationId="{E3929BF7-D8B7-48CF-84AD-1014B06BB093}"/>
          </ac:inkMkLst>
        </pc:inkChg>
        <pc:inkChg chg="add mod">
          <ac:chgData name="hassaan awan" userId="a51d85811057a577" providerId="LiveId" clId="{D479E631-6894-4E54-AE9F-CCADD645BBEE}" dt="2020-02-20T04:26:17.588" v="2711"/>
          <ac:inkMkLst>
            <pc:docMk/>
            <pc:sldMk cId="2068323899" sldId="396"/>
            <ac:inkMk id="93" creationId="{5E1C4B5B-471A-4534-863D-498914958ED8}"/>
          </ac:inkMkLst>
        </pc:inkChg>
        <pc:inkChg chg="add">
          <ac:chgData name="hassaan awan" userId="a51d85811057a577" providerId="LiveId" clId="{D479E631-6894-4E54-AE9F-CCADD645BBEE}" dt="2020-02-20T04:27:11.900" v="2712" actId="9405"/>
          <ac:inkMkLst>
            <pc:docMk/>
            <pc:sldMk cId="2068323899" sldId="396"/>
            <ac:inkMk id="95" creationId="{31AF9D8E-7CD4-4EC5-B5A3-566D94759F25}"/>
          </ac:inkMkLst>
        </pc:inkChg>
        <pc:inkChg chg="add">
          <ac:chgData name="hassaan awan" userId="a51d85811057a577" providerId="LiveId" clId="{D479E631-6894-4E54-AE9F-CCADD645BBEE}" dt="2020-02-20T04:27:26.896" v="2713" actId="9405"/>
          <ac:inkMkLst>
            <pc:docMk/>
            <pc:sldMk cId="2068323899" sldId="396"/>
            <ac:inkMk id="96" creationId="{A60B5A94-EA14-4C54-839C-BAB2C8D508F3}"/>
          </ac:inkMkLst>
        </pc:inkChg>
      </pc:sldChg>
      <pc:sldChg chg="add del">
        <pc:chgData name="hassaan awan" userId="a51d85811057a577" providerId="LiveId" clId="{D479E631-6894-4E54-AE9F-CCADD645BBEE}" dt="2020-02-19T08:36:06.732" v="2455" actId="47"/>
        <pc:sldMkLst>
          <pc:docMk/>
          <pc:sldMk cId="2331763210" sldId="397"/>
        </pc:sldMkLst>
      </pc:sldChg>
      <pc:sldChg chg="modSp add mod modNotesTx">
        <pc:chgData name="hassaan awan" userId="a51d85811057a577" providerId="LiveId" clId="{D479E631-6894-4E54-AE9F-CCADD645BBEE}" dt="2020-02-19T09:15:05.258" v="2583"/>
        <pc:sldMkLst>
          <pc:docMk/>
          <pc:sldMk cId="355619431" sldId="398"/>
        </pc:sldMkLst>
        <pc:graphicFrameChg chg="mod modGraphic">
          <ac:chgData name="hassaan awan" userId="a51d85811057a577" providerId="LiveId" clId="{D479E631-6894-4E54-AE9F-CCADD645BBEE}" dt="2020-02-19T09:15:05.258" v="2583"/>
          <ac:graphicFrameMkLst>
            <pc:docMk/>
            <pc:sldMk cId="355619431" sldId="398"/>
            <ac:graphicFrameMk id="3" creationId="{50211F05-5652-4036-94B5-EFC7D6A60121}"/>
          </ac:graphicFrameMkLst>
        </pc:graphicFrameChg>
      </pc:sldChg>
      <pc:sldChg chg="addSp delSp modSp add del mod">
        <pc:chgData name="hassaan awan" userId="a51d85811057a577" providerId="LiveId" clId="{D479E631-6894-4E54-AE9F-CCADD645BBEE}" dt="2020-02-19T09:11:21.222" v="2523" actId="47"/>
        <pc:sldMkLst>
          <pc:docMk/>
          <pc:sldMk cId="1385655162" sldId="399"/>
        </pc:sldMkLst>
        <pc:spChg chg="del">
          <ac:chgData name="hassaan awan" userId="a51d85811057a577" providerId="LiveId" clId="{D479E631-6894-4E54-AE9F-CCADD645BBEE}" dt="2020-02-19T09:07:19.963" v="2489" actId="478"/>
          <ac:spMkLst>
            <pc:docMk/>
            <pc:sldMk cId="1385655162" sldId="399"/>
            <ac:spMk id="2" creationId="{F915D946-D95D-4A67-A088-6783D05C5E3E}"/>
          </ac:spMkLst>
        </pc:spChg>
        <pc:spChg chg="add del mod">
          <ac:chgData name="hassaan awan" userId="a51d85811057a577" providerId="LiveId" clId="{D479E631-6894-4E54-AE9F-CCADD645BBEE}" dt="2020-02-19T09:10:00.044" v="2512" actId="21"/>
          <ac:spMkLst>
            <pc:docMk/>
            <pc:sldMk cId="1385655162" sldId="399"/>
            <ac:spMk id="3" creationId="{F493FF26-C943-4995-8362-B9FA1DFBBF8A}"/>
          </ac:spMkLst>
        </pc:spChg>
      </pc:sldChg>
      <pc:sldChg chg="modSp add mod">
        <pc:chgData name="hassaan awan" userId="a51d85811057a577" providerId="LiveId" clId="{D479E631-6894-4E54-AE9F-CCADD645BBEE}" dt="2020-03-02T11:09:38.956" v="2786" actId="27636"/>
        <pc:sldMkLst>
          <pc:docMk/>
          <pc:sldMk cId="0" sldId="400"/>
        </pc:sldMkLst>
        <pc:spChg chg="mod">
          <ac:chgData name="hassaan awan" userId="a51d85811057a577" providerId="LiveId" clId="{D479E631-6894-4E54-AE9F-CCADD645BBEE}" dt="2020-03-02T11:09:38.956" v="2786" actId="27636"/>
          <ac:spMkLst>
            <pc:docMk/>
            <pc:sldMk cId="0" sldId="400"/>
            <ac:spMk id="2" creationId="{69C9B0F2-AFFF-47E1-80E4-7C791B02EDC6}"/>
          </ac:spMkLst>
        </pc:spChg>
      </pc:sldChg>
      <pc:sldChg chg="addSp delSp modSp add del mod">
        <pc:chgData name="hassaan awan" userId="a51d85811057a577" providerId="LiveId" clId="{D479E631-6894-4E54-AE9F-CCADD645BBEE}" dt="2020-02-19T09:11:19.576" v="2522" actId="47"/>
        <pc:sldMkLst>
          <pc:docMk/>
          <pc:sldMk cId="3181848996" sldId="400"/>
        </pc:sldMkLst>
        <pc:spChg chg="add mod">
          <ac:chgData name="hassaan awan" userId="a51d85811057a577" providerId="LiveId" clId="{D479E631-6894-4E54-AE9F-CCADD645BBEE}" dt="2020-02-19T09:10:07.883" v="2514" actId="1076"/>
          <ac:spMkLst>
            <pc:docMk/>
            <pc:sldMk cId="3181848996" sldId="400"/>
            <ac:spMk id="4" creationId="{559B2148-346C-41AB-BF9C-0D14DB1D4BD0}"/>
          </ac:spMkLst>
        </pc:spChg>
        <pc:graphicFrameChg chg="add mod modGraphic">
          <ac:chgData name="hassaan awan" userId="a51d85811057a577" providerId="LiveId" clId="{D479E631-6894-4E54-AE9F-CCADD645BBEE}" dt="2020-02-19T09:11:08.367" v="2520" actId="20577"/>
          <ac:graphicFrameMkLst>
            <pc:docMk/>
            <pc:sldMk cId="3181848996" sldId="400"/>
            <ac:graphicFrameMk id="2" creationId="{47BDC10B-1E22-4AC5-8AEE-E8A426632745}"/>
          </ac:graphicFrameMkLst>
        </pc:graphicFrameChg>
        <pc:graphicFrameChg chg="del">
          <ac:chgData name="hassaan awan" userId="a51d85811057a577" providerId="LiveId" clId="{D479E631-6894-4E54-AE9F-CCADD645BBEE}" dt="2020-02-19T09:10:27.526" v="2515" actId="478"/>
          <ac:graphicFrameMkLst>
            <pc:docMk/>
            <pc:sldMk cId="3181848996" sldId="400"/>
            <ac:graphicFrameMk id="3" creationId="{50211F05-5652-4036-94B5-EFC7D6A60121}"/>
          </ac:graphicFrameMkLst>
        </pc:graphicFrameChg>
      </pc:sldChg>
      <pc:sldChg chg="modSp add mod">
        <pc:chgData name="hassaan awan" userId="a51d85811057a577" providerId="LiveId" clId="{D479E631-6894-4E54-AE9F-CCADD645BBEE}" dt="2020-02-19T09:19:26.614" v="2615" actId="20577"/>
        <pc:sldMkLst>
          <pc:docMk/>
          <pc:sldMk cId="3597547103" sldId="401"/>
        </pc:sldMkLst>
        <pc:graphicFrameChg chg="mod modGraphic">
          <ac:chgData name="hassaan awan" userId="a51d85811057a577" providerId="LiveId" clId="{D479E631-6894-4E54-AE9F-CCADD645BBEE}" dt="2020-02-19T09:19:26.614" v="2615" actId="20577"/>
          <ac:graphicFrameMkLst>
            <pc:docMk/>
            <pc:sldMk cId="3597547103" sldId="401"/>
            <ac:graphicFrameMk id="3" creationId="{50211F05-5652-4036-94B5-EFC7D6A60121}"/>
          </ac:graphicFrameMkLst>
        </pc:graphicFrameChg>
      </pc:sldChg>
      <pc:sldChg chg="modSp add mod">
        <pc:chgData name="hassaan awan" userId="a51d85811057a577" providerId="LiveId" clId="{D479E631-6894-4E54-AE9F-CCADD645BBEE}" dt="2020-02-20T04:40:32.055" v="2782" actId="14100"/>
        <pc:sldMkLst>
          <pc:docMk/>
          <pc:sldMk cId="2306984805" sldId="402"/>
        </pc:sldMkLst>
        <pc:spChg chg="mod">
          <ac:chgData name="hassaan awan" userId="a51d85811057a577" providerId="LiveId" clId="{D479E631-6894-4E54-AE9F-CCADD645BBEE}" dt="2020-02-20T04:40:32.055" v="2782" actId="14100"/>
          <ac:spMkLst>
            <pc:docMk/>
            <pc:sldMk cId="2306984805" sldId="402"/>
            <ac:spMk id="2" creationId="{CF52CE38-45A1-466D-8F24-9A70015668EC}"/>
          </ac:spMkLst>
        </pc:spChg>
      </pc:sldChg>
      <pc:sldChg chg="addSp delSp modSp add del mod">
        <pc:chgData name="hassaan awan" userId="a51d85811057a577" providerId="LiveId" clId="{D479E631-6894-4E54-AE9F-CCADD645BBEE}" dt="2020-02-19T09:18:36.025" v="2586" actId="47"/>
        <pc:sldMkLst>
          <pc:docMk/>
          <pc:sldMk cId="3593414944" sldId="402"/>
        </pc:sldMkLst>
        <pc:spChg chg="del">
          <ac:chgData name="hassaan awan" userId="a51d85811057a577" providerId="LiveId" clId="{D479E631-6894-4E54-AE9F-CCADD645BBEE}" dt="2020-02-19T09:12:11.012" v="2525"/>
          <ac:spMkLst>
            <pc:docMk/>
            <pc:sldMk cId="3593414944" sldId="402"/>
            <ac:spMk id="2" creationId="{BDD73C6D-00E5-4221-AAD7-E7A51F756F24}"/>
          </ac:spMkLst>
        </pc:spChg>
        <pc:graphicFrameChg chg="add mod modGraphic">
          <ac:chgData name="hassaan awan" userId="a51d85811057a577" providerId="LiveId" clId="{D479E631-6894-4E54-AE9F-CCADD645BBEE}" dt="2020-02-19T09:15:05.258" v="2583"/>
          <ac:graphicFrameMkLst>
            <pc:docMk/>
            <pc:sldMk cId="3593414944" sldId="402"/>
            <ac:graphicFrameMk id="3" creationId="{FC2BFF78-5988-45DA-AEA1-4057602F9836}"/>
          </ac:graphicFrameMkLst>
        </pc:graphicFrameChg>
      </pc:sldChg>
      <pc:sldChg chg="modSp add mod">
        <pc:chgData name="hassaan awan" userId="a51d85811057a577" providerId="LiveId" clId="{D479E631-6894-4E54-AE9F-CCADD645BBEE}" dt="2020-03-02T11:09:38.998" v="2787" actId="27636"/>
        <pc:sldMkLst>
          <pc:docMk/>
          <pc:sldMk cId="0" sldId="403"/>
        </pc:sldMkLst>
        <pc:spChg chg="mod">
          <ac:chgData name="hassaan awan" userId="a51d85811057a577" providerId="LiveId" clId="{D479E631-6894-4E54-AE9F-CCADD645BBEE}" dt="2020-03-02T11:09:38.998" v="2787" actId="27636"/>
          <ac:spMkLst>
            <pc:docMk/>
            <pc:sldMk cId="0" sldId="403"/>
            <ac:spMk id="2" creationId="{F7CF7610-568F-4E5C-B6CD-0D662F6149AD}"/>
          </ac:spMkLst>
        </pc:spChg>
      </pc:sldChg>
      <pc:sldChg chg="add del">
        <pc:chgData name="hassaan awan" userId="a51d85811057a577" providerId="LiveId" clId="{D479E631-6894-4E54-AE9F-CCADD645BBEE}" dt="2020-02-19T09:18:33.354" v="2585" actId="47"/>
        <pc:sldMkLst>
          <pc:docMk/>
          <pc:sldMk cId="839308209" sldId="403"/>
        </pc:sldMkLst>
      </pc:sldChg>
      <pc:sldChg chg="add">
        <pc:chgData name="hassaan awan" userId="a51d85811057a577" providerId="LiveId" clId="{D479E631-6894-4E54-AE9F-CCADD645BBEE}" dt="2020-03-02T11:09:38.730" v="2785"/>
        <pc:sldMkLst>
          <pc:docMk/>
          <pc:sldMk cId="0" sldId="404"/>
        </pc:sldMkLst>
      </pc:sldChg>
      <pc:sldChg chg="modSp add mod">
        <pc:chgData name="hassaan awan" userId="a51d85811057a577" providerId="LiveId" clId="{D479E631-6894-4E54-AE9F-CCADD645BBEE}" dt="2020-03-02T11:09:39.022" v="2788" actId="27636"/>
        <pc:sldMkLst>
          <pc:docMk/>
          <pc:sldMk cId="0" sldId="405"/>
        </pc:sldMkLst>
        <pc:spChg chg="mod">
          <ac:chgData name="hassaan awan" userId="a51d85811057a577" providerId="LiveId" clId="{D479E631-6894-4E54-AE9F-CCADD645BBEE}" dt="2020-03-02T11:09:39.022" v="2788" actId="27636"/>
          <ac:spMkLst>
            <pc:docMk/>
            <pc:sldMk cId="0" sldId="405"/>
            <ac:spMk id="2" creationId="{61396F9B-9632-4EEA-B0FD-FDAEE486333D}"/>
          </ac:spMkLst>
        </pc:spChg>
      </pc:sldChg>
      <pc:sldChg chg="modSp add del mod">
        <pc:chgData name="hassaan awan" userId="a51d85811057a577" providerId="LiveId" clId="{D479E631-6894-4E54-AE9F-CCADD645BBEE}" dt="2020-03-02T11:10:34.708" v="2803" actId="47"/>
        <pc:sldMkLst>
          <pc:docMk/>
          <pc:sldMk cId="0" sldId="406"/>
        </pc:sldMkLst>
        <pc:spChg chg="mod">
          <ac:chgData name="hassaan awan" userId="a51d85811057a577" providerId="LiveId" clId="{D479E631-6894-4E54-AE9F-CCADD645BBEE}" dt="2020-03-02T11:09:39.040" v="2789" actId="27636"/>
          <ac:spMkLst>
            <pc:docMk/>
            <pc:sldMk cId="0" sldId="406"/>
            <ac:spMk id="13314" creationId="{FD4FB77E-731C-4E0E-9B61-144213D2C74C}"/>
          </ac:spMkLst>
        </pc:spChg>
      </pc:sldChg>
      <pc:sldChg chg="modSp add mod">
        <pc:chgData name="hassaan awan" userId="a51d85811057a577" providerId="LiveId" clId="{D479E631-6894-4E54-AE9F-CCADD645BBEE}" dt="2020-03-02T11:09:39.089" v="2792" actId="27636"/>
        <pc:sldMkLst>
          <pc:docMk/>
          <pc:sldMk cId="0" sldId="407"/>
        </pc:sldMkLst>
        <pc:spChg chg="mod">
          <ac:chgData name="hassaan awan" userId="a51d85811057a577" providerId="LiveId" clId="{D479E631-6894-4E54-AE9F-CCADD645BBEE}" dt="2020-03-02T11:09:39.086" v="2791" actId="27636"/>
          <ac:spMkLst>
            <pc:docMk/>
            <pc:sldMk cId="0" sldId="407"/>
            <ac:spMk id="11266" creationId="{E20F54F2-9944-4BD5-81B2-854AB049DFB5}"/>
          </ac:spMkLst>
        </pc:spChg>
        <pc:spChg chg="mod">
          <ac:chgData name="hassaan awan" userId="a51d85811057a577" providerId="LiveId" clId="{D479E631-6894-4E54-AE9F-CCADD645BBEE}" dt="2020-03-02T11:09:39.089" v="2792" actId="27636"/>
          <ac:spMkLst>
            <pc:docMk/>
            <pc:sldMk cId="0" sldId="407"/>
            <ac:spMk id="14339" creationId="{7F5015B7-2E22-48DA-A53D-637439CBAB98}"/>
          </ac:spMkLst>
        </pc:spChg>
      </pc:sldChg>
      <pc:sldChg chg="modSp add mod">
        <pc:chgData name="hassaan awan" userId="a51d85811057a577" providerId="LiveId" clId="{D479E631-6894-4E54-AE9F-CCADD645BBEE}" dt="2020-03-02T11:09:39.068" v="2790" actId="27636"/>
        <pc:sldMkLst>
          <pc:docMk/>
          <pc:sldMk cId="0" sldId="408"/>
        </pc:sldMkLst>
        <pc:spChg chg="mod">
          <ac:chgData name="hassaan awan" userId="a51d85811057a577" providerId="LiveId" clId="{D479E631-6894-4E54-AE9F-CCADD645BBEE}" dt="2020-03-02T11:09:39.068" v="2790" actId="27636"/>
          <ac:spMkLst>
            <pc:docMk/>
            <pc:sldMk cId="0" sldId="408"/>
            <ac:spMk id="2" creationId="{D4FCBEAA-B7C3-4C0F-9364-450E152B7F98}"/>
          </ac:spMkLst>
        </pc:spChg>
      </pc:sldChg>
      <pc:sldChg chg="modSp add mod">
        <pc:chgData name="hassaan awan" userId="a51d85811057a577" providerId="LiveId" clId="{D479E631-6894-4E54-AE9F-CCADD645BBEE}" dt="2020-03-02T11:09:39.131" v="2793" actId="27636"/>
        <pc:sldMkLst>
          <pc:docMk/>
          <pc:sldMk cId="0" sldId="409"/>
        </pc:sldMkLst>
        <pc:spChg chg="mod">
          <ac:chgData name="hassaan awan" userId="a51d85811057a577" providerId="LiveId" clId="{D479E631-6894-4E54-AE9F-CCADD645BBEE}" dt="2020-03-02T11:09:39.131" v="2793" actId="27636"/>
          <ac:spMkLst>
            <pc:docMk/>
            <pc:sldMk cId="0" sldId="409"/>
            <ac:spMk id="11266" creationId="{B8C31611-A642-497D-BD6F-1400E661E578}"/>
          </ac:spMkLst>
        </pc:spChg>
      </pc:sldChg>
      <pc:sldChg chg="modSp add mod">
        <pc:chgData name="hassaan awan" userId="a51d85811057a577" providerId="LiveId" clId="{D479E631-6894-4E54-AE9F-CCADD645BBEE}" dt="2020-03-02T11:09:39.187" v="2795" actId="27636"/>
        <pc:sldMkLst>
          <pc:docMk/>
          <pc:sldMk cId="0" sldId="410"/>
        </pc:sldMkLst>
        <pc:spChg chg="mod">
          <ac:chgData name="hassaan awan" userId="a51d85811057a577" providerId="LiveId" clId="{D479E631-6894-4E54-AE9F-CCADD645BBEE}" dt="2020-03-02T11:09:39.187" v="2795" actId="27636"/>
          <ac:spMkLst>
            <pc:docMk/>
            <pc:sldMk cId="0" sldId="410"/>
            <ac:spMk id="11266" creationId="{33CCF914-F1A1-460D-8FEB-38ECF93D194F}"/>
          </ac:spMkLst>
        </pc:spChg>
        <pc:spChg chg="mod">
          <ac:chgData name="hassaan awan" userId="a51d85811057a577" providerId="LiveId" clId="{D479E631-6894-4E54-AE9F-CCADD645BBEE}" dt="2020-03-02T11:09:39.145" v="2794" actId="27636"/>
          <ac:spMkLst>
            <pc:docMk/>
            <pc:sldMk cId="0" sldId="410"/>
            <ac:spMk id="19635" creationId="{24D2F66B-82E3-4E18-BECE-04857AD1B8F1}"/>
          </ac:spMkLst>
        </pc:spChg>
      </pc:sldChg>
      <pc:sldChg chg="modSp add mod">
        <pc:chgData name="hassaan awan" userId="a51d85811057a577" providerId="LiveId" clId="{D479E631-6894-4E54-AE9F-CCADD645BBEE}" dt="2020-03-02T11:09:39.274" v="2796" actId="27636"/>
        <pc:sldMkLst>
          <pc:docMk/>
          <pc:sldMk cId="0" sldId="411"/>
        </pc:sldMkLst>
        <pc:spChg chg="mod">
          <ac:chgData name="hassaan awan" userId="a51d85811057a577" providerId="LiveId" clId="{D479E631-6894-4E54-AE9F-CCADD645BBEE}" dt="2020-03-02T11:09:39.274" v="2796" actId="27636"/>
          <ac:spMkLst>
            <pc:docMk/>
            <pc:sldMk cId="0" sldId="411"/>
            <ac:spMk id="11266" creationId="{F59A5BCD-F555-4B2C-B2A0-390A9EA618E5}"/>
          </ac:spMkLst>
        </pc:spChg>
      </pc:sldChg>
      <pc:sldChg chg="modSp add mod">
        <pc:chgData name="hassaan awan" userId="a51d85811057a577" providerId="LiveId" clId="{D479E631-6894-4E54-AE9F-CCADD645BBEE}" dt="2020-03-02T11:09:39.309" v="2797" actId="27636"/>
        <pc:sldMkLst>
          <pc:docMk/>
          <pc:sldMk cId="0" sldId="412"/>
        </pc:sldMkLst>
        <pc:spChg chg="mod">
          <ac:chgData name="hassaan awan" userId="a51d85811057a577" providerId="LiveId" clId="{D479E631-6894-4E54-AE9F-CCADD645BBEE}" dt="2020-03-02T11:09:39.309" v="2797" actId="27636"/>
          <ac:spMkLst>
            <pc:docMk/>
            <pc:sldMk cId="0" sldId="412"/>
            <ac:spMk id="11266" creationId="{E0789DF0-5EBF-4E6B-9329-F1B657A811B6}"/>
          </ac:spMkLst>
        </pc:spChg>
      </pc:sldChg>
      <pc:sldChg chg="modSp add mod">
        <pc:chgData name="hassaan awan" userId="a51d85811057a577" providerId="LiveId" clId="{D479E631-6894-4E54-AE9F-CCADD645BBEE}" dt="2020-03-02T11:09:39.329" v="2798" actId="27636"/>
        <pc:sldMkLst>
          <pc:docMk/>
          <pc:sldMk cId="0" sldId="482"/>
        </pc:sldMkLst>
        <pc:spChg chg="mod">
          <ac:chgData name="hassaan awan" userId="a51d85811057a577" providerId="LiveId" clId="{D479E631-6894-4E54-AE9F-CCADD645BBEE}" dt="2020-03-02T11:09:39.329" v="2798" actId="27636"/>
          <ac:spMkLst>
            <pc:docMk/>
            <pc:sldMk cId="0" sldId="482"/>
            <ac:spMk id="11266" creationId="{551C3059-3BD9-445F-9114-4D840D22164D}"/>
          </ac:spMkLst>
        </pc:spChg>
      </pc:sldChg>
      <pc:sldChg chg="add">
        <pc:chgData name="hassaan awan" userId="a51d85811057a577" providerId="LiveId" clId="{D479E631-6894-4E54-AE9F-CCADD645BBEE}" dt="2020-03-02T11:09:38.730" v="2785"/>
        <pc:sldMkLst>
          <pc:docMk/>
          <pc:sldMk cId="0" sldId="483"/>
        </pc:sldMkLst>
      </pc:sldChg>
      <pc:sldChg chg="add">
        <pc:chgData name="hassaan awan" userId="a51d85811057a577" providerId="LiveId" clId="{D479E631-6894-4E54-AE9F-CCADD645BBEE}" dt="2020-03-02T11:09:38.730" v="2785"/>
        <pc:sldMkLst>
          <pc:docMk/>
          <pc:sldMk cId="0" sldId="484"/>
        </pc:sldMkLst>
      </pc:sldChg>
      <pc:sldChg chg="add">
        <pc:chgData name="hassaan awan" userId="a51d85811057a577" providerId="LiveId" clId="{D479E631-6894-4E54-AE9F-CCADD645BBEE}" dt="2020-03-02T11:09:38.730" v="2785"/>
        <pc:sldMkLst>
          <pc:docMk/>
          <pc:sldMk cId="0" sldId="485"/>
        </pc:sldMkLst>
      </pc:sldChg>
      <pc:sldChg chg="add">
        <pc:chgData name="hassaan awan" userId="a51d85811057a577" providerId="LiveId" clId="{D479E631-6894-4E54-AE9F-CCADD645BBEE}" dt="2020-03-02T11:09:38.730" v="2785"/>
        <pc:sldMkLst>
          <pc:docMk/>
          <pc:sldMk cId="0" sldId="486"/>
        </pc:sldMkLst>
      </pc:sldChg>
      <pc:sldChg chg="add">
        <pc:chgData name="hassaan awan" userId="a51d85811057a577" providerId="LiveId" clId="{D479E631-6894-4E54-AE9F-CCADD645BBEE}" dt="2020-03-02T11:09:38.730" v="2785"/>
        <pc:sldMkLst>
          <pc:docMk/>
          <pc:sldMk cId="0" sldId="487"/>
        </pc:sldMkLst>
      </pc:sldChg>
      <pc:sldChg chg="add">
        <pc:chgData name="hassaan awan" userId="a51d85811057a577" providerId="LiveId" clId="{D479E631-6894-4E54-AE9F-CCADD645BBEE}" dt="2020-03-02T11:09:38.730" v="2785"/>
        <pc:sldMkLst>
          <pc:docMk/>
          <pc:sldMk cId="0" sldId="488"/>
        </pc:sldMkLst>
      </pc:sldChg>
      <pc:sldChg chg="add">
        <pc:chgData name="hassaan awan" userId="a51d85811057a577" providerId="LiveId" clId="{D479E631-6894-4E54-AE9F-CCADD645BBEE}" dt="2020-03-02T11:09:38.730" v="2785"/>
        <pc:sldMkLst>
          <pc:docMk/>
          <pc:sldMk cId="0" sldId="489"/>
        </pc:sldMkLst>
      </pc:sldChg>
      <pc:sldChg chg="add">
        <pc:chgData name="hassaan awan" userId="a51d85811057a577" providerId="LiveId" clId="{D479E631-6894-4E54-AE9F-CCADD645BBEE}" dt="2020-03-02T11:09:38.730" v="2785"/>
        <pc:sldMkLst>
          <pc:docMk/>
          <pc:sldMk cId="0" sldId="490"/>
        </pc:sldMkLst>
      </pc:sldChg>
      <pc:sldChg chg="add">
        <pc:chgData name="hassaan awan" userId="a51d85811057a577" providerId="LiveId" clId="{D479E631-6894-4E54-AE9F-CCADD645BBEE}" dt="2020-03-02T11:09:38.730" v="2785"/>
        <pc:sldMkLst>
          <pc:docMk/>
          <pc:sldMk cId="0" sldId="491"/>
        </pc:sldMkLst>
      </pc:sldChg>
      <pc:sldChg chg="add">
        <pc:chgData name="hassaan awan" userId="a51d85811057a577" providerId="LiveId" clId="{D479E631-6894-4E54-AE9F-CCADD645BBEE}" dt="2020-03-02T11:09:38.730" v="2785"/>
        <pc:sldMkLst>
          <pc:docMk/>
          <pc:sldMk cId="0" sldId="492"/>
        </pc:sldMkLst>
      </pc:sldChg>
      <pc:sldChg chg="add setBg">
        <pc:chgData name="hassaan awan" userId="a51d85811057a577" providerId="LiveId" clId="{D479E631-6894-4E54-AE9F-CCADD645BBEE}" dt="2020-03-02T11:09:38.730" v="2785"/>
        <pc:sldMkLst>
          <pc:docMk/>
          <pc:sldMk cId="0" sldId="493"/>
        </pc:sldMkLst>
      </pc:sldChg>
      <pc:sldChg chg="add setBg">
        <pc:chgData name="hassaan awan" userId="a51d85811057a577" providerId="LiveId" clId="{D479E631-6894-4E54-AE9F-CCADD645BBEE}" dt="2020-03-02T11:09:38.730" v="2785"/>
        <pc:sldMkLst>
          <pc:docMk/>
          <pc:sldMk cId="0" sldId="495"/>
        </pc:sldMkLst>
      </pc:sldChg>
      <pc:sldChg chg="modSp add mod">
        <pc:chgData name="hassaan awan" userId="a51d85811057a577" providerId="LiveId" clId="{D479E631-6894-4E54-AE9F-CCADD645BBEE}" dt="2020-03-02T11:09:39.466" v="2801" actId="27636"/>
        <pc:sldMkLst>
          <pc:docMk/>
          <pc:sldMk cId="0" sldId="496"/>
        </pc:sldMkLst>
        <pc:spChg chg="mod">
          <ac:chgData name="hassaan awan" userId="a51d85811057a577" providerId="LiveId" clId="{D479E631-6894-4E54-AE9F-CCADD645BBEE}" dt="2020-03-02T11:09:39.466" v="2801" actId="27636"/>
          <ac:spMkLst>
            <pc:docMk/>
            <pc:sldMk cId="0" sldId="496"/>
            <ac:spMk id="11266" creationId="{2A294DD4-F1C7-4E5D-8F57-4D0318739971}"/>
          </ac:spMkLst>
        </pc:spChg>
      </pc:sldChg>
      <pc:sldChg chg="modSp add mod">
        <pc:chgData name="hassaan awan" userId="a51d85811057a577" providerId="LiveId" clId="{D479E631-6894-4E54-AE9F-CCADD645BBEE}" dt="2020-03-02T11:09:39.418" v="2800" actId="27636"/>
        <pc:sldMkLst>
          <pc:docMk/>
          <pc:sldMk cId="0" sldId="497"/>
        </pc:sldMkLst>
        <pc:spChg chg="mod">
          <ac:chgData name="hassaan awan" userId="a51d85811057a577" providerId="LiveId" clId="{D479E631-6894-4E54-AE9F-CCADD645BBEE}" dt="2020-03-02T11:09:39.418" v="2800" actId="27636"/>
          <ac:spMkLst>
            <pc:docMk/>
            <pc:sldMk cId="0" sldId="497"/>
            <ac:spMk id="11266" creationId="{7B1A5FB8-1F37-431B-B639-5282CE8AF180}"/>
          </ac:spMkLst>
        </pc:spChg>
        <pc:spChg chg="mod">
          <ac:chgData name="hassaan awan" userId="a51d85811057a577" providerId="LiveId" clId="{D479E631-6894-4E54-AE9F-CCADD645BBEE}" dt="2020-03-02T11:09:39.408" v="2799" actId="27636"/>
          <ac:spMkLst>
            <pc:docMk/>
            <pc:sldMk cId="0" sldId="497"/>
            <ac:spMk id="52723" creationId="{91A27351-3180-49A5-B5FA-832A8A7C37B3}"/>
          </ac:spMkLst>
        </pc:spChg>
      </pc:sldChg>
      <pc:sldChg chg="add setBg">
        <pc:chgData name="hassaan awan" userId="a51d85811057a577" providerId="LiveId" clId="{D479E631-6894-4E54-AE9F-CCADD645BBEE}" dt="2020-03-02T11:09:38.730" v="2785"/>
        <pc:sldMkLst>
          <pc:docMk/>
          <pc:sldMk cId="0" sldId="498"/>
        </pc:sldMkLst>
      </pc:sldChg>
      <pc:sldChg chg="add setBg">
        <pc:chgData name="hassaan awan" userId="a51d85811057a577" providerId="LiveId" clId="{D479E631-6894-4E54-AE9F-CCADD645BBEE}" dt="2020-03-02T11:09:38.730" v="2785"/>
        <pc:sldMkLst>
          <pc:docMk/>
          <pc:sldMk cId="0" sldId="499"/>
        </pc:sldMkLst>
      </pc:sldChg>
      <pc:sldChg chg="add del">
        <pc:chgData name="hassaan awan" userId="a51d85811057a577" providerId="LiveId" clId="{D479E631-6894-4E54-AE9F-CCADD645BBEE}" dt="2020-03-02T11:10:13.401" v="2802" actId="47"/>
        <pc:sldMkLst>
          <pc:docMk/>
          <pc:sldMk cId="0" sldId="501"/>
        </pc:sldMkLst>
      </pc:sldChg>
      <pc:sldChg chg="add">
        <pc:chgData name="hassaan awan" userId="a51d85811057a577" providerId="LiveId" clId="{D479E631-6894-4E54-AE9F-CCADD645BBEE}" dt="2020-03-02T11:09:38.730" v="2785"/>
        <pc:sldMkLst>
          <pc:docMk/>
          <pc:sldMk cId="0" sldId="502"/>
        </pc:sldMkLst>
      </pc:sldChg>
      <pc:sldChg chg="add">
        <pc:chgData name="hassaan awan" userId="a51d85811057a577" providerId="LiveId" clId="{D479E631-6894-4E54-AE9F-CCADD645BBEE}" dt="2020-03-02T11:09:38.730" v="2785"/>
        <pc:sldMkLst>
          <pc:docMk/>
          <pc:sldMk cId="0" sldId="503"/>
        </pc:sldMkLst>
      </pc:sldChg>
      <pc:sldChg chg="add">
        <pc:chgData name="hassaan awan" userId="a51d85811057a577" providerId="LiveId" clId="{D479E631-6894-4E54-AE9F-CCADD645BBEE}" dt="2020-03-02T11:09:38.730" v="2785"/>
        <pc:sldMkLst>
          <pc:docMk/>
          <pc:sldMk cId="0" sldId="504"/>
        </pc:sldMkLst>
      </pc:sldChg>
      <pc:sldMasterChg chg="modSp modSldLayout">
        <pc:chgData name="hassaan awan" userId="a51d85811057a577" providerId="LiveId" clId="{D479E631-6894-4E54-AE9F-CCADD645BBEE}" dt="2020-02-19T09:15:05.258" v="2583"/>
        <pc:sldMasterMkLst>
          <pc:docMk/>
          <pc:sldMasterMk cId="864488733" sldId="2147483648"/>
        </pc:sldMasterMkLst>
        <pc:spChg chg="mod">
          <ac:chgData name="hassaan awan" userId="a51d85811057a577" providerId="LiveId" clId="{D479E631-6894-4E54-AE9F-CCADD645BBEE}" dt="2020-02-19T09:15:05.258" v="2583"/>
          <ac:spMkLst>
            <pc:docMk/>
            <pc:sldMasterMk cId="864488733" sldId="2147483648"/>
            <ac:spMk id="2" creationId="{1EB4FA6E-C4A4-4364-BD7A-217FEEFB049E}"/>
          </ac:spMkLst>
        </pc:spChg>
        <pc:spChg chg="mod">
          <ac:chgData name="hassaan awan" userId="a51d85811057a577" providerId="LiveId" clId="{D479E631-6894-4E54-AE9F-CCADD645BBEE}" dt="2020-02-19T09:15:05.258" v="2583"/>
          <ac:spMkLst>
            <pc:docMk/>
            <pc:sldMasterMk cId="864488733" sldId="2147483648"/>
            <ac:spMk id="3" creationId="{357C305E-63C3-4AA3-8A64-879DCD115D2E}"/>
          </ac:spMkLst>
        </pc:spChg>
        <pc:spChg chg="mod">
          <ac:chgData name="hassaan awan" userId="a51d85811057a577" providerId="LiveId" clId="{D479E631-6894-4E54-AE9F-CCADD645BBEE}" dt="2020-02-19T09:15:05.258" v="2583"/>
          <ac:spMkLst>
            <pc:docMk/>
            <pc:sldMasterMk cId="864488733" sldId="2147483648"/>
            <ac:spMk id="4" creationId="{8808E2E3-AB44-4E7D-AF3E-643A0F21A404}"/>
          </ac:spMkLst>
        </pc:spChg>
        <pc:spChg chg="mod">
          <ac:chgData name="hassaan awan" userId="a51d85811057a577" providerId="LiveId" clId="{D479E631-6894-4E54-AE9F-CCADD645BBEE}" dt="2020-02-19T09:15:05.258" v="2583"/>
          <ac:spMkLst>
            <pc:docMk/>
            <pc:sldMasterMk cId="864488733" sldId="2147483648"/>
            <ac:spMk id="5" creationId="{B9C44A07-7062-41FD-9876-776F91BE8082}"/>
          </ac:spMkLst>
        </pc:spChg>
        <pc:spChg chg="mod">
          <ac:chgData name="hassaan awan" userId="a51d85811057a577" providerId="LiveId" clId="{D479E631-6894-4E54-AE9F-CCADD645BBEE}" dt="2020-02-19T09:15:05.258" v="2583"/>
          <ac:spMkLst>
            <pc:docMk/>
            <pc:sldMasterMk cId="864488733" sldId="2147483648"/>
            <ac:spMk id="6" creationId="{5A9F9801-1E79-4767-BF71-7FFC3A8A76B6}"/>
          </ac:spMkLst>
        </pc:spChg>
        <pc:sldLayoutChg chg="modSp">
          <pc:chgData name="hassaan awan" userId="a51d85811057a577" providerId="LiveId" clId="{D479E631-6894-4E54-AE9F-CCADD645BBEE}" dt="2020-02-19T09:15:05.258" v="2583"/>
          <pc:sldLayoutMkLst>
            <pc:docMk/>
            <pc:sldMasterMk cId="864488733" sldId="2147483648"/>
            <pc:sldLayoutMk cId="3073647402" sldId="2147483649"/>
          </pc:sldLayoutMkLst>
          <pc:spChg chg="mod">
            <ac:chgData name="hassaan awan" userId="a51d85811057a577" providerId="LiveId" clId="{D479E631-6894-4E54-AE9F-CCADD645BBEE}" dt="2020-02-19T09:15:05.258" v="2583"/>
            <ac:spMkLst>
              <pc:docMk/>
              <pc:sldMasterMk cId="864488733" sldId="2147483648"/>
              <pc:sldLayoutMk cId="3073647402" sldId="2147483649"/>
              <ac:spMk id="2" creationId="{FB9EC80E-473F-4242-AE7E-4928F2BD78D5}"/>
            </ac:spMkLst>
          </pc:spChg>
          <pc:spChg chg="mod">
            <ac:chgData name="hassaan awan" userId="a51d85811057a577" providerId="LiveId" clId="{D479E631-6894-4E54-AE9F-CCADD645BBEE}" dt="2020-02-19T09:15:05.258" v="2583"/>
            <ac:spMkLst>
              <pc:docMk/>
              <pc:sldMasterMk cId="864488733" sldId="2147483648"/>
              <pc:sldLayoutMk cId="3073647402" sldId="2147483649"/>
              <ac:spMk id="3" creationId="{8D187368-7684-49F7-9C84-42C397940C94}"/>
            </ac:spMkLst>
          </pc:spChg>
        </pc:sldLayoutChg>
        <pc:sldLayoutChg chg="modSp">
          <pc:chgData name="hassaan awan" userId="a51d85811057a577" providerId="LiveId" clId="{D479E631-6894-4E54-AE9F-CCADD645BBEE}" dt="2020-02-19T09:15:05.258" v="2583"/>
          <pc:sldLayoutMkLst>
            <pc:docMk/>
            <pc:sldMasterMk cId="864488733" sldId="2147483648"/>
            <pc:sldLayoutMk cId="1628159602" sldId="2147483651"/>
          </pc:sldLayoutMkLst>
          <pc:spChg chg="mod">
            <ac:chgData name="hassaan awan" userId="a51d85811057a577" providerId="LiveId" clId="{D479E631-6894-4E54-AE9F-CCADD645BBEE}" dt="2020-02-19T09:15:05.258" v="2583"/>
            <ac:spMkLst>
              <pc:docMk/>
              <pc:sldMasterMk cId="864488733" sldId="2147483648"/>
              <pc:sldLayoutMk cId="1628159602" sldId="2147483651"/>
              <ac:spMk id="2" creationId="{6A0DCE3E-0C50-4D12-8B9E-43E6FA753937}"/>
            </ac:spMkLst>
          </pc:spChg>
          <pc:spChg chg="mod">
            <ac:chgData name="hassaan awan" userId="a51d85811057a577" providerId="LiveId" clId="{D479E631-6894-4E54-AE9F-CCADD645BBEE}" dt="2020-02-19T09:15:05.258" v="2583"/>
            <ac:spMkLst>
              <pc:docMk/>
              <pc:sldMasterMk cId="864488733" sldId="2147483648"/>
              <pc:sldLayoutMk cId="1628159602" sldId="2147483651"/>
              <ac:spMk id="3" creationId="{493CA752-4C50-4497-A0FA-DFE51F0E7160}"/>
            </ac:spMkLst>
          </pc:spChg>
        </pc:sldLayoutChg>
        <pc:sldLayoutChg chg="modSp">
          <pc:chgData name="hassaan awan" userId="a51d85811057a577" providerId="LiveId" clId="{D479E631-6894-4E54-AE9F-CCADD645BBEE}" dt="2020-02-19T09:15:05.258" v="2583"/>
          <pc:sldLayoutMkLst>
            <pc:docMk/>
            <pc:sldMasterMk cId="864488733" sldId="2147483648"/>
            <pc:sldLayoutMk cId="1804297796" sldId="2147483652"/>
          </pc:sldLayoutMkLst>
          <pc:spChg chg="mod">
            <ac:chgData name="hassaan awan" userId="a51d85811057a577" providerId="LiveId" clId="{D479E631-6894-4E54-AE9F-CCADD645BBEE}" dt="2020-02-19T09:15:05.258" v="2583"/>
            <ac:spMkLst>
              <pc:docMk/>
              <pc:sldMasterMk cId="864488733" sldId="2147483648"/>
              <pc:sldLayoutMk cId="1804297796" sldId="2147483652"/>
              <ac:spMk id="3" creationId="{7F9C2A89-888D-49AD-8058-6DAA26C76103}"/>
            </ac:spMkLst>
          </pc:spChg>
          <pc:spChg chg="mod">
            <ac:chgData name="hassaan awan" userId="a51d85811057a577" providerId="LiveId" clId="{D479E631-6894-4E54-AE9F-CCADD645BBEE}" dt="2020-02-19T09:15:05.258" v="2583"/>
            <ac:spMkLst>
              <pc:docMk/>
              <pc:sldMasterMk cId="864488733" sldId="2147483648"/>
              <pc:sldLayoutMk cId="1804297796" sldId="2147483652"/>
              <ac:spMk id="4" creationId="{B153573D-674B-4896-800B-3354C358AD1F}"/>
            </ac:spMkLst>
          </pc:spChg>
        </pc:sldLayoutChg>
        <pc:sldLayoutChg chg="modSp">
          <pc:chgData name="hassaan awan" userId="a51d85811057a577" providerId="LiveId" clId="{D479E631-6894-4E54-AE9F-CCADD645BBEE}" dt="2020-02-19T09:15:05.258" v="2583"/>
          <pc:sldLayoutMkLst>
            <pc:docMk/>
            <pc:sldMasterMk cId="864488733" sldId="2147483648"/>
            <pc:sldLayoutMk cId="3447589188" sldId="2147483653"/>
          </pc:sldLayoutMkLst>
          <pc:spChg chg="mod">
            <ac:chgData name="hassaan awan" userId="a51d85811057a577" providerId="LiveId" clId="{D479E631-6894-4E54-AE9F-CCADD645BBEE}" dt="2020-02-19T09:15:05.258" v="2583"/>
            <ac:spMkLst>
              <pc:docMk/>
              <pc:sldMasterMk cId="864488733" sldId="2147483648"/>
              <pc:sldLayoutMk cId="3447589188" sldId="2147483653"/>
              <ac:spMk id="2" creationId="{483D8736-41DF-4ED5-BA54-A23E966E8219}"/>
            </ac:spMkLst>
          </pc:spChg>
          <pc:spChg chg="mod">
            <ac:chgData name="hassaan awan" userId="a51d85811057a577" providerId="LiveId" clId="{D479E631-6894-4E54-AE9F-CCADD645BBEE}" dt="2020-02-19T09:15:05.258" v="2583"/>
            <ac:spMkLst>
              <pc:docMk/>
              <pc:sldMasterMk cId="864488733" sldId="2147483648"/>
              <pc:sldLayoutMk cId="3447589188" sldId="2147483653"/>
              <ac:spMk id="3" creationId="{518A53A5-A6D6-4832-A53C-14FACC87DB7E}"/>
            </ac:spMkLst>
          </pc:spChg>
          <pc:spChg chg="mod">
            <ac:chgData name="hassaan awan" userId="a51d85811057a577" providerId="LiveId" clId="{D479E631-6894-4E54-AE9F-CCADD645BBEE}" dt="2020-02-19T09:15:05.258" v="2583"/>
            <ac:spMkLst>
              <pc:docMk/>
              <pc:sldMasterMk cId="864488733" sldId="2147483648"/>
              <pc:sldLayoutMk cId="3447589188" sldId="2147483653"/>
              <ac:spMk id="4" creationId="{8CA3A53B-4AB7-44EF-AE0B-25D889DEC2A5}"/>
            </ac:spMkLst>
          </pc:spChg>
          <pc:spChg chg="mod">
            <ac:chgData name="hassaan awan" userId="a51d85811057a577" providerId="LiveId" clId="{D479E631-6894-4E54-AE9F-CCADD645BBEE}" dt="2020-02-19T09:15:05.258" v="2583"/>
            <ac:spMkLst>
              <pc:docMk/>
              <pc:sldMasterMk cId="864488733" sldId="2147483648"/>
              <pc:sldLayoutMk cId="3447589188" sldId="2147483653"/>
              <ac:spMk id="5" creationId="{F1E8A1B7-CCEF-4612-A254-688E1089742C}"/>
            </ac:spMkLst>
          </pc:spChg>
          <pc:spChg chg="mod">
            <ac:chgData name="hassaan awan" userId="a51d85811057a577" providerId="LiveId" clId="{D479E631-6894-4E54-AE9F-CCADD645BBEE}" dt="2020-02-19T09:15:05.258" v="2583"/>
            <ac:spMkLst>
              <pc:docMk/>
              <pc:sldMasterMk cId="864488733" sldId="2147483648"/>
              <pc:sldLayoutMk cId="3447589188" sldId="2147483653"/>
              <ac:spMk id="6" creationId="{D094EA68-7779-4668-99CF-6D65DD763CDA}"/>
            </ac:spMkLst>
          </pc:spChg>
        </pc:sldLayoutChg>
        <pc:sldLayoutChg chg="modSp">
          <pc:chgData name="hassaan awan" userId="a51d85811057a577" providerId="LiveId" clId="{D479E631-6894-4E54-AE9F-CCADD645BBEE}" dt="2020-02-19T09:15:05.258" v="2583"/>
          <pc:sldLayoutMkLst>
            <pc:docMk/>
            <pc:sldMasterMk cId="864488733" sldId="2147483648"/>
            <pc:sldLayoutMk cId="550569338" sldId="2147483656"/>
          </pc:sldLayoutMkLst>
          <pc:spChg chg="mod">
            <ac:chgData name="hassaan awan" userId="a51d85811057a577" providerId="LiveId" clId="{D479E631-6894-4E54-AE9F-CCADD645BBEE}" dt="2020-02-19T09:15:05.258" v="2583"/>
            <ac:spMkLst>
              <pc:docMk/>
              <pc:sldMasterMk cId="864488733" sldId="2147483648"/>
              <pc:sldLayoutMk cId="550569338" sldId="2147483656"/>
              <ac:spMk id="2" creationId="{E31E546E-6282-405E-B6B9-A0D06036F337}"/>
            </ac:spMkLst>
          </pc:spChg>
          <pc:spChg chg="mod">
            <ac:chgData name="hassaan awan" userId="a51d85811057a577" providerId="LiveId" clId="{D479E631-6894-4E54-AE9F-CCADD645BBEE}" dt="2020-02-19T09:15:05.258" v="2583"/>
            <ac:spMkLst>
              <pc:docMk/>
              <pc:sldMasterMk cId="864488733" sldId="2147483648"/>
              <pc:sldLayoutMk cId="550569338" sldId="2147483656"/>
              <ac:spMk id="3" creationId="{E08DAC03-5D35-43FE-9BDB-BE354826AB32}"/>
            </ac:spMkLst>
          </pc:spChg>
          <pc:spChg chg="mod">
            <ac:chgData name="hassaan awan" userId="a51d85811057a577" providerId="LiveId" clId="{D479E631-6894-4E54-AE9F-CCADD645BBEE}" dt="2020-02-19T09:15:05.258" v="2583"/>
            <ac:spMkLst>
              <pc:docMk/>
              <pc:sldMasterMk cId="864488733" sldId="2147483648"/>
              <pc:sldLayoutMk cId="550569338" sldId="2147483656"/>
              <ac:spMk id="4" creationId="{5BC00B35-470F-44E2-9ED3-765B78A00D54}"/>
            </ac:spMkLst>
          </pc:spChg>
        </pc:sldLayoutChg>
        <pc:sldLayoutChg chg="modSp">
          <pc:chgData name="hassaan awan" userId="a51d85811057a577" providerId="LiveId" clId="{D479E631-6894-4E54-AE9F-CCADD645BBEE}" dt="2020-02-19T09:15:05.258" v="2583"/>
          <pc:sldLayoutMkLst>
            <pc:docMk/>
            <pc:sldMasterMk cId="864488733" sldId="2147483648"/>
            <pc:sldLayoutMk cId="3408739950" sldId="2147483657"/>
          </pc:sldLayoutMkLst>
          <pc:spChg chg="mod">
            <ac:chgData name="hassaan awan" userId="a51d85811057a577" providerId="LiveId" clId="{D479E631-6894-4E54-AE9F-CCADD645BBEE}" dt="2020-02-19T09:15:05.258" v="2583"/>
            <ac:spMkLst>
              <pc:docMk/>
              <pc:sldMasterMk cId="864488733" sldId="2147483648"/>
              <pc:sldLayoutMk cId="3408739950" sldId="2147483657"/>
              <ac:spMk id="2" creationId="{68F8E6EE-30A1-4795-A3D6-43FECF566C1C}"/>
            </ac:spMkLst>
          </pc:spChg>
          <pc:spChg chg="mod">
            <ac:chgData name="hassaan awan" userId="a51d85811057a577" providerId="LiveId" clId="{D479E631-6894-4E54-AE9F-CCADD645BBEE}" dt="2020-02-19T09:15:05.258" v="2583"/>
            <ac:spMkLst>
              <pc:docMk/>
              <pc:sldMasterMk cId="864488733" sldId="2147483648"/>
              <pc:sldLayoutMk cId="3408739950" sldId="2147483657"/>
              <ac:spMk id="3" creationId="{B200FB10-2B2A-4174-85D8-6281D2295BB8}"/>
            </ac:spMkLst>
          </pc:spChg>
          <pc:spChg chg="mod">
            <ac:chgData name="hassaan awan" userId="a51d85811057a577" providerId="LiveId" clId="{D479E631-6894-4E54-AE9F-CCADD645BBEE}" dt="2020-02-19T09:15:05.258" v="2583"/>
            <ac:spMkLst>
              <pc:docMk/>
              <pc:sldMasterMk cId="864488733" sldId="2147483648"/>
              <pc:sldLayoutMk cId="3408739950" sldId="2147483657"/>
              <ac:spMk id="4" creationId="{181B70E9-98C2-4777-A5B3-60203749BD32}"/>
            </ac:spMkLst>
          </pc:spChg>
        </pc:sldLayoutChg>
        <pc:sldLayoutChg chg="modSp">
          <pc:chgData name="hassaan awan" userId="a51d85811057a577" providerId="LiveId" clId="{D479E631-6894-4E54-AE9F-CCADD645BBEE}" dt="2020-02-19T09:15:05.258" v="2583"/>
          <pc:sldLayoutMkLst>
            <pc:docMk/>
            <pc:sldMasterMk cId="864488733" sldId="2147483648"/>
            <pc:sldLayoutMk cId="3286712636" sldId="2147483659"/>
          </pc:sldLayoutMkLst>
          <pc:spChg chg="mod">
            <ac:chgData name="hassaan awan" userId="a51d85811057a577" providerId="LiveId" clId="{D479E631-6894-4E54-AE9F-CCADD645BBEE}" dt="2020-02-19T09:15:05.258" v="2583"/>
            <ac:spMkLst>
              <pc:docMk/>
              <pc:sldMasterMk cId="864488733" sldId="2147483648"/>
              <pc:sldLayoutMk cId="3286712636" sldId="2147483659"/>
              <ac:spMk id="2" creationId="{34BC5F1B-4644-42C1-8D53-D722D1A8314C}"/>
            </ac:spMkLst>
          </pc:spChg>
          <pc:spChg chg="mod">
            <ac:chgData name="hassaan awan" userId="a51d85811057a577" providerId="LiveId" clId="{D479E631-6894-4E54-AE9F-CCADD645BBEE}" dt="2020-02-19T09:15:05.258" v="2583"/>
            <ac:spMkLst>
              <pc:docMk/>
              <pc:sldMasterMk cId="864488733" sldId="2147483648"/>
              <pc:sldLayoutMk cId="3286712636" sldId="2147483659"/>
              <ac:spMk id="3" creationId="{B5A8D828-2500-436E-B6C1-D587468DFCA9}"/>
            </ac:spMkLst>
          </pc:spChg>
        </pc:sldLayoutChg>
      </pc:sldMasterChg>
    </pc:docChg>
  </pc:docChgLst>
  <pc:docChgLst>
    <pc:chgData name="hassaan awan" userId="a51d85811057a577" providerId="LiveId" clId="{D78F709D-9EA9-45C9-AD74-4AB1DD8281EB}"/>
    <pc:docChg chg="custSel addSld delSld modSld modSection">
      <pc:chgData name="hassaan awan" userId="a51d85811057a577" providerId="LiveId" clId="{D78F709D-9EA9-45C9-AD74-4AB1DD8281EB}" dt="2020-09-25T09:34:46.068" v="162" actId="14100"/>
      <pc:docMkLst>
        <pc:docMk/>
      </pc:docMkLst>
      <pc:sldChg chg="modSp mod">
        <pc:chgData name="hassaan awan" userId="a51d85811057a577" providerId="LiveId" clId="{D78F709D-9EA9-45C9-AD74-4AB1DD8281EB}" dt="2020-09-25T07:35:45.147" v="11" actId="207"/>
        <pc:sldMkLst>
          <pc:docMk/>
          <pc:sldMk cId="1550021388" sldId="256"/>
        </pc:sldMkLst>
        <pc:spChg chg="mod">
          <ac:chgData name="hassaan awan" userId="a51d85811057a577" providerId="LiveId" clId="{D78F709D-9EA9-45C9-AD74-4AB1DD8281EB}" dt="2020-09-25T07:35:45.147" v="11" actId="207"/>
          <ac:spMkLst>
            <pc:docMk/>
            <pc:sldMk cId="1550021388" sldId="256"/>
            <ac:spMk id="2" creationId="{B151E7B9-1C1E-4C98-A50F-6FD3E4030A97}"/>
          </ac:spMkLst>
        </pc:spChg>
      </pc:sldChg>
      <pc:sldChg chg="modAnim">
        <pc:chgData name="hassaan awan" userId="a51d85811057a577" providerId="LiveId" clId="{D78F709D-9EA9-45C9-AD74-4AB1DD8281EB}" dt="2020-09-25T07:43:29.343" v="50"/>
        <pc:sldMkLst>
          <pc:docMk/>
          <pc:sldMk cId="3437238256" sldId="348"/>
        </pc:sldMkLst>
      </pc:sldChg>
      <pc:sldChg chg="modSp mod modAnim">
        <pc:chgData name="hassaan awan" userId="a51d85811057a577" providerId="LiveId" clId="{D78F709D-9EA9-45C9-AD74-4AB1DD8281EB}" dt="2020-09-25T07:43:06.126" v="49"/>
        <pc:sldMkLst>
          <pc:docMk/>
          <pc:sldMk cId="730079068" sldId="357"/>
        </pc:sldMkLst>
        <pc:spChg chg="mod">
          <ac:chgData name="hassaan awan" userId="a51d85811057a577" providerId="LiveId" clId="{D78F709D-9EA9-45C9-AD74-4AB1DD8281EB}" dt="2020-09-25T07:41:43.691" v="42" actId="20577"/>
          <ac:spMkLst>
            <pc:docMk/>
            <pc:sldMk cId="730079068" sldId="357"/>
            <ac:spMk id="3" creationId="{5F614FC2-0DB8-4B2E-B8B8-48BDC702819A}"/>
          </ac:spMkLst>
        </pc:spChg>
      </pc:sldChg>
      <pc:sldChg chg="addSp modSp mod">
        <pc:chgData name="hassaan awan" userId="a51d85811057a577" providerId="LiveId" clId="{D78F709D-9EA9-45C9-AD74-4AB1DD8281EB}" dt="2020-09-25T07:37:13.089" v="37"/>
        <pc:sldMkLst>
          <pc:docMk/>
          <pc:sldMk cId="1192702980" sldId="361"/>
        </pc:sldMkLst>
        <pc:spChg chg="add mod">
          <ac:chgData name="hassaan awan" userId="a51d85811057a577" providerId="LiveId" clId="{D78F709D-9EA9-45C9-AD74-4AB1DD8281EB}" dt="2020-09-25T07:36:41.010" v="34" actId="14100"/>
          <ac:spMkLst>
            <pc:docMk/>
            <pc:sldMk cId="1192702980" sldId="361"/>
            <ac:spMk id="7" creationId="{14E33244-5CC8-4CE5-848B-8CA7182D5DAE}"/>
          </ac:spMkLst>
        </pc:spChg>
        <pc:picChg chg="mod">
          <ac:chgData name="hassaan awan" userId="a51d85811057a577" providerId="LiveId" clId="{D78F709D-9EA9-45C9-AD74-4AB1DD8281EB}" dt="2020-09-25T07:37:13.089" v="37"/>
          <ac:picMkLst>
            <pc:docMk/>
            <pc:sldMk cId="1192702980" sldId="361"/>
            <ac:picMk id="3074" creationId="{0310F596-1D00-44FE-9434-964C1B69682A}"/>
          </ac:picMkLst>
        </pc:picChg>
      </pc:sldChg>
      <pc:sldChg chg="addSp delSp modSp new del mod modClrScheme modAnim chgLayout">
        <pc:chgData name="hassaan awan" userId="a51d85811057a577" providerId="LiveId" clId="{D78F709D-9EA9-45C9-AD74-4AB1DD8281EB}" dt="2020-09-25T09:31:03.169" v="160" actId="47"/>
        <pc:sldMkLst>
          <pc:docMk/>
          <pc:sldMk cId="587842055" sldId="505"/>
        </pc:sldMkLst>
        <pc:spChg chg="del">
          <ac:chgData name="hassaan awan" userId="a51d85811057a577" providerId="LiveId" clId="{D78F709D-9EA9-45C9-AD74-4AB1DD8281EB}" dt="2020-09-25T07:47:52.981" v="52" actId="700"/>
          <ac:spMkLst>
            <pc:docMk/>
            <pc:sldMk cId="587842055" sldId="505"/>
            <ac:spMk id="2" creationId="{35FA8445-AD41-412C-9B45-8DF8C551A165}"/>
          </ac:spMkLst>
        </pc:spChg>
        <pc:spChg chg="del">
          <ac:chgData name="hassaan awan" userId="a51d85811057a577" providerId="LiveId" clId="{D78F709D-9EA9-45C9-AD74-4AB1DD8281EB}" dt="2020-09-25T07:47:52.981" v="52" actId="700"/>
          <ac:spMkLst>
            <pc:docMk/>
            <pc:sldMk cId="587842055" sldId="505"/>
            <ac:spMk id="3" creationId="{2B7F5DE1-C76B-4F4D-9655-F3965F11F1F7}"/>
          </ac:spMkLst>
        </pc:spChg>
        <pc:spChg chg="del">
          <ac:chgData name="hassaan awan" userId="a51d85811057a577" providerId="LiveId" clId="{D78F709D-9EA9-45C9-AD74-4AB1DD8281EB}" dt="2020-09-25T07:47:52.981" v="52" actId="700"/>
          <ac:spMkLst>
            <pc:docMk/>
            <pc:sldMk cId="587842055" sldId="505"/>
            <ac:spMk id="4" creationId="{89210B04-365B-4EBE-A810-6CBE392DDEAA}"/>
          </ac:spMkLst>
        </pc:spChg>
        <pc:spChg chg="add mod">
          <ac:chgData name="hassaan awan" userId="a51d85811057a577" providerId="LiveId" clId="{D78F709D-9EA9-45C9-AD74-4AB1DD8281EB}" dt="2020-09-25T09:27:42.869" v="143" actId="1076"/>
          <ac:spMkLst>
            <pc:docMk/>
            <pc:sldMk cId="587842055" sldId="505"/>
            <ac:spMk id="6" creationId="{B35FC24A-6D8F-4763-82BA-9627E2E088A9}"/>
          </ac:spMkLst>
        </pc:spChg>
        <pc:picChg chg="add mod">
          <ac:chgData name="hassaan awan" userId="a51d85811057a577" providerId="LiveId" clId="{D78F709D-9EA9-45C9-AD74-4AB1DD8281EB}" dt="2020-09-25T09:27:38.704" v="142" actId="1076"/>
          <ac:picMkLst>
            <pc:docMk/>
            <pc:sldMk cId="587842055" sldId="505"/>
            <ac:picMk id="5" creationId="{DA012A89-D6F9-4043-AB55-DDDB2F02C7A3}"/>
          </ac:picMkLst>
        </pc:picChg>
      </pc:sldChg>
      <pc:sldChg chg="addSp delSp modSp new mod modAnim">
        <pc:chgData name="hassaan awan" userId="a51d85811057a577" providerId="LiveId" clId="{D78F709D-9EA9-45C9-AD74-4AB1DD8281EB}" dt="2020-09-25T09:34:46.068" v="162" actId="14100"/>
        <pc:sldMkLst>
          <pc:docMk/>
          <pc:sldMk cId="898942323" sldId="506"/>
        </pc:sldMkLst>
        <pc:spChg chg="add del">
          <ac:chgData name="hassaan awan" userId="a51d85811057a577" providerId="LiveId" clId="{D78F709D-9EA9-45C9-AD74-4AB1DD8281EB}" dt="2020-09-25T07:58:47.009" v="141" actId="478"/>
          <ac:spMkLst>
            <pc:docMk/>
            <pc:sldMk cId="898942323" sldId="506"/>
            <ac:spMk id="3" creationId="{610CE0DA-A9D2-4EAE-B441-2562A584C44D}"/>
          </ac:spMkLst>
        </pc:spChg>
        <pc:picChg chg="add mod modCrop">
          <ac:chgData name="hassaan awan" userId="a51d85811057a577" providerId="LiveId" clId="{D78F709D-9EA9-45C9-AD74-4AB1DD8281EB}" dt="2020-09-25T09:29:37.921" v="153" actId="1076"/>
          <ac:picMkLst>
            <pc:docMk/>
            <pc:sldMk cId="898942323" sldId="506"/>
            <ac:picMk id="4" creationId="{D54897BE-27E0-4673-97F1-08ADDDA1F0E1}"/>
          </ac:picMkLst>
        </pc:picChg>
        <pc:picChg chg="add mod">
          <ac:chgData name="hassaan awan" userId="a51d85811057a577" providerId="LiveId" clId="{D78F709D-9EA9-45C9-AD74-4AB1DD8281EB}" dt="2020-09-25T09:34:46.068" v="162" actId="14100"/>
          <ac:picMkLst>
            <pc:docMk/>
            <pc:sldMk cId="898942323" sldId="506"/>
            <ac:picMk id="5" creationId="{03908BAE-60AA-43FD-8828-4F127BDA8DC4}"/>
          </ac:picMkLst>
        </pc:picChg>
      </pc:sldChg>
    </pc:docChg>
  </pc:docChgLst>
  <pc:docChgLst>
    <pc:chgData name="hassaan awan" userId="a51d85811057a577" providerId="LiveId" clId="{2C5E487F-0A96-40F5-A825-EA639203B856}"/>
    <pc:docChg chg="custSel modSld">
      <pc:chgData name="hassaan awan" userId="a51d85811057a577" providerId="LiveId" clId="{2C5E487F-0A96-40F5-A825-EA639203B856}" dt="2023-03-10T04:54:52.285" v="21"/>
      <pc:docMkLst>
        <pc:docMk/>
      </pc:docMkLst>
      <pc:sldChg chg="delSp mod modTransition delAnim">
        <pc:chgData name="hassaan awan" userId="a51d85811057a577" providerId="LiveId" clId="{2C5E487F-0A96-40F5-A825-EA639203B856}" dt="2023-03-10T04:54:44.409" v="12"/>
        <pc:sldMkLst>
          <pc:docMk/>
          <pc:sldMk cId="1550021388" sldId="256"/>
        </pc:sldMkLst>
        <pc:picChg chg="del">
          <ac:chgData name="hassaan awan" userId="a51d85811057a577" providerId="LiveId" clId="{2C5E487F-0A96-40F5-A825-EA639203B856}" dt="2023-03-10T04:54:04.267" v="0" actId="478"/>
          <ac:picMkLst>
            <pc:docMk/>
            <pc:sldMk cId="1550021388" sldId="256"/>
            <ac:picMk id="9" creationId="{19031E61-2F8A-462C-8E12-EB5DEBA96BE0}"/>
          </ac:picMkLst>
        </pc:picChg>
      </pc:sldChg>
      <pc:sldChg chg="delSp mod modTransition delAnim">
        <pc:chgData name="hassaan awan" userId="a51d85811057a577" providerId="LiveId" clId="{2C5E487F-0A96-40F5-A825-EA639203B856}" dt="2023-03-10T04:54:46.184" v="13"/>
        <pc:sldMkLst>
          <pc:docMk/>
          <pc:sldMk cId="1159128342" sldId="395"/>
        </pc:sldMkLst>
        <pc:picChg chg="del">
          <ac:chgData name="hassaan awan" userId="a51d85811057a577" providerId="LiveId" clId="{2C5E487F-0A96-40F5-A825-EA639203B856}" dt="2023-03-10T04:54:05.754" v="1" actId="478"/>
          <ac:picMkLst>
            <pc:docMk/>
            <pc:sldMk cId="1159128342" sldId="395"/>
            <ac:picMk id="6" creationId="{9F0AF7E5-ADC2-40E1-B1C2-E623328D8000}"/>
          </ac:picMkLst>
        </pc:picChg>
      </pc:sldChg>
      <pc:sldChg chg="delSp mod modTransition delAnim">
        <pc:chgData name="hassaan awan" userId="a51d85811057a577" providerId="LiveId" clId="{2C5E487F-0A96-40F5-A825-EA639203B856}" dt="2023-03-10T04:54:51.597" v="20"/>
        <pc:sldMkLst>
          <pc:docMk/>
          <pc:sldMk cId="0" sldId="400"/>
        </pc:sldMkLst>
        <pc:picChg chg="del">
          <ac:chgData name="hassaan awan" userId="a51d85811057a577" providerId="LiveId" clId="{2C5E487F-0A96-40F5-A825-EA639203B856}" dt="2023-03-10T04:54:18.763" v="8" actId="478"/>
          <ac:picMkLst>
            <pc:docMk/>
            <pc:sldMk cId="0" sldId="400"/>
            <ac:picMk id="4" creationId="{42578F37-3D39-4456-959A-F007011FEEC7}"/>
          </ac:picMkLst>
        </pc:picChg>
      </pc:sldChg>
      <pc:sldChg chg="delSp mod modTransition delAnim">
        <pc:chgData name="hassaan awan" userId="a51d85811057a577" providerId="LiveId" clId="{2C5E487F-0A96-40F5-A825-EA639203B856}" dt="2023-03-10T04:54:50.703" v="19"/>
        <pc:sldMkLst>
          <pc:docMk/>
          <pc:sldMk cId="0" sldId="503"/>
        </pc:sldMkLst>
        <pc:picChg chg="del">
          <ac:chgData name="hassaan awan" userId="a51d85811057a577" providerId="LiveId" clId="{2C5E487F-0A96-40F5-A825-EA639203B856}" dt="2023-03-10T04:54:17.490" v="7" actId="478"/>
          <ac:picMkLst>
            <pc:docMk/>
            <pc:sldMk cId="0" sldId="503"/>
            <ac:picMk id="3" creationId="{6FC10C68-9DAB-4C23-8EEB-43145242C965}"/>
          </ac:picMkLst>
        </pc:picChg>
      </pc:sldChg>
      <pc:sldChg chg="delSp mod modTransition delAnim">
        <pc:chgData name="hassaan awan" userId="a51d85811057a577" providerId="LiveId" clId="{2C5E487F-0A96-40F5-A825-EA639203B856}" dt="2023-03-10T04:54:47.100" v="14"/>
        <pc:sldMkLst>
          <pc:docMk/>
          <pc:sldMk cId="2117270754" sldId="505"/>
        </pc:sldMkLst>
        <pc:picChg chg="del">
          <ac:chgData name="hassaan awan" userId="a51d85811057a577" providerId="LiveId" clId="{2C5E487F-0A96-40F5-A825-EA639203B856}" dt="2023-03-10T04:54:06.928" v="2" actId="478"/>
          <ac:picMkLst>
            <pc:docMk/>
            <pc:sldMk cId="2117270754" sldId="505"/>
            <ac:picMk id="2" creationId="{4F7D03EF-18EB-49B8-86C7-18AD67BB7C46}"/>
          </ac:picMkLst>
        </pc:picChg>
      </pc:sldChg>
      <pc:sldChg chg="delSp mod modTransition delAnim">
        <pc:chgData name="hassaan awan" userId="a51d85811057a577" providerId="LiveId" clId="{2C5E487F-0A96-40F5-A825-EA639203B856}" dt="2023-03-10T04:54:48.568" v="16"/>
        <pc:sldMkLst>
          <pc:docMk/>
          <pc:sldMk cId="1276539027" sldId="506"/>
        </pc:sldMkLst>
        <pc:picChg chg="del">
          <ac:chgData name="hassaan awan" userId="a51d85811057a577" providerId="LiveId" clId="{2C5E487F-0A96-40F5-A825-EA639203B856}" dt="2023-03-10T04:54:09.783" v="4" actId="478"/>
          <ac:picMkLst>
            <pc:docMk/>
            <pc:sldMk cId="1276539027" sldId="506"/>
            <ac:picMk id="6" creationId="{83F5359E-3A6C-445A-AB9B-2AF77BB1B050}"/>
          </ac:picMkLst>
        </pc:picChg>
      </pc:sldChg>
      <pc:sldChg chg="delSp mod modTransition delAnim">
        <pc:chgData name="hassaan awan" userId="a51d85811057a577" providerId="LiveId" clId="{2C5E487F-0A96-40F5-A825-EA639203B856}" dt="2023-03-10T04:54:49.883" v="18"/>
        <pc:sldMkLst>
          <pc:docMk/>
          <pc:sldMk cId="573963380" sldId="507"/>
        </pc:sldMkLst>
        <pc:picChg chg="del">
          <ac:chgData name="hassaan awan" userId="a51d85811057a577" providerId="LiveId" clId="{2C5E487F-0A96-40F5-A825-EA639203B856}" dt="2023-03-10T04:54:15.967" v="6" actId="478"/>
          <ac:picMkLst>
            <pc:docMk/>
            <pc:sldMk cId="573963380" sldId="507"/>
            <ac:picMk id="7" creationId="{DBB0B920-B8A6-43F7-8B28-2577E66553D9}"/>
          </ac:picMkLst>
        </pc:picChg>
        <pc:inkChg chg="del">
          <ac:chgData name="hassaan awan" userId="a51d85811057a577" providerId="LiveId" clId="{2C5E487F-0A96-40F5-A825-EA639203B856}" dt="2023-03-10T04:54:28.209" v="10" actId="478"/>
          <ac:inkMkLst>
            <pc:docMk/>
            <pc:sldMk cId="573963380" sldId="507"/>
            <ac:inkMk id="6" creationId="{DD1D925D-FF34-4DE7-97E6-4850E7504CCE}"/>
          </ac:inkMkLst>
        </pc:inkChg>
      </pc:sldChg>
      <pc:sldChg chg="delSp mod modTransition delAnim">
        <pc:chgData name="hassaan awan" userId="a51d85811057a577" providerId="LiveId" clId="{2C5E487F-0A96-40F5-A825-EA639203B856}" dt="2023-03-10T04:54:49.258" v="17"/>
        <pc:sldMkLst>
          <pc:docMk/>
          <pc:sldMk cId="75752062" sldId="508"/>
        </pc:sldMkLst>
        <pc:picChg chg="del">
          <ac:chgData name="hassaan awan" userId="a51d85811057a577" providerId="LiveId" clId="{2C5E487F-0A96-40F5-A825-EA639203B856}" dt="2023-03-10T04:54:11.358" v="5" actId="478"/>
          <ac:picMkLst>
            <pc:docMk/>
            <pc:sldMk cId="75752062" sldId="508"/>
            <ac:picMk id="4" creationId="{97816D14-F949-4CB8-A2B8-2F5CB693F08D}"/>
          </ac:picMkLst>
        </pc:picChg>
        <pc:inkChg chg="del">
          <ac:chgData name="hassaan awan" userId="a51d85811057a577" providerId="LiveId" clId="{2C5E487F-0A96-40F5-A825-EA639203B856}" dt="2023-03-10T04:54:32.030" v="11" actId="478"/>
          <ac:inkMkLst>
            <pc:docMk/>
            <pc:sldMk cId="75752062" sldId="508"/>
            <ac:inkMk id="3" creationId="{E8623A1E-5F21-4E99-94CE-B855D2896EC9}"/>
          </ac:inkMkLst>
        </pc:inkChg>
      </pc:sldChg>
      <pc:sldChg chg="delSp mod modTransition delAnim">
        <pc:chgData name="hassaan awan" userId="a51d85811057a577" providerId="LiveId" clId="{2C5E487F-0A96-40F5-A825-EA639203B856}" dt="2023-03-10T04:54:47.907" v="15"/>
        <pc:sldMkLst>
          <pc:docMk/>
          <pc:sldMk cId="84143299" sldId="509"/>
        </pc:sldMkLst>
        <pc:picChg chg="del">
          <ac:chgData name="hassaan awan" userId="a51d85811057a577" providerId="LiveId" clId="{2C5E487F-0A96-40F5-A825-EA639203B856}" dt="2023-03-10T04:54:08.289" v="3" actId="478"/>
          <ac:picMkLst>
            <pc:docMk/>
            <pc:sldMk cId="84143299" sldId="509"/>
            <ac:picMk id="5" creationId="{EC87FCF9-1BA4-459E-84F9-B61C3E2AAC54}"/>
          </ac:picMkLst>
        </pc:picChg>
      </pc:sldChg>
      <pc:sldChg chg="delSp mod modTransition delAnim">
        <pc:chgData name="hassaan awan" userId="a51d85811057a577" providerId="LiveId" clId="{2C5E487F-0A96-40F5-A825-EA639203B856}" dt="2023-03-10T04:54:52.285" v="21"/>
        <pc:sldMkLst>
          <pc:docMk/>
          <pc:sldMk cId="947909858" sldId="510"/>
        </pc:sldMkLst>
        <pc:picChg chg="del">
          <ac:chgData name="hassaan awan" userId="a51d85811057a577" providerId="LiveId" clId="{2C5E487F-0A96-40F5-A825-EA639203B856}" dt="2023-03-10T04:54:20.296" v="9" actId="478"/>
          <ac:picMkLst>
            <pc:docMk/>
            <pc:sldMk cId="947909858" sldId="510"/>
            <ac:picMk id="5" creationId="{DFAFDAED-0BE8-43E1-A9C8-02A874B70F16}"/>
          </ac:picMkLst>
        </pc:picChg>
      </pc:sldChg>
    </pc:docChg>
  </pc:docChgLst>
  <pc:docChgLst>
    <pc:chgData name="hassaan awan" userId="a51d85811057a577" providerId="LiveId" clId="{F7F77DBF-F4DD-41D9-8E24-F416C53CC8DB}"/>
    <pc:docChg chg="undo custSel mod addSld delSld modSld sldOrd delSection modSection">
      <pc:chgData name="hassaan awan" userId="a51d85811057a577" providerId="LiveId" clId="{F7F77DBF-F4DD-41D9-8E24-F416C53CC8DB}" dt="2020-10-10T10:35:29.723" v="1251"/>
      <pc:docMkLst>
        <pc:docMk/>
      </pc:docMkLst>
      <pc:sldChg chg="addSp delSp modSp mod modTransition modAnim">
        <pc:chgData name="hassaan awan" userId="a51d85811057a577" providerId="LiveId" clId="{F7F77DBF-F4DD-41D9-8E24-F416C53CC8DB}" dt="2020-10-10T10:12:14.742" v="1116"/>
        <pc:sldMkLst>
          <pc:docMk/>
          <pc:sldMk cId="1550021388" sldId="256"/>
        </pc:sldMkLst>
        <pc:spChg chg="mod">
          <ac:chgData name="hassaan awan" userId="a51d85811057a577" providerId="LiveId" clId="{F7F77DBF-F4DD-41D9-8E24-F416C53CC8DB}" dt="2020-10-07T09:33:26.098" v="196" actId="20577"/>
          <ac:spMkLst>
            <pc:docMk/>
            <pc:sldMk cId="1550021388" sldId="256"/>
            <ac:spMk id="2" creationId="{B151E7B9-1C1E-4C98-A50F-6FD3E4030A97}"/>
          </ac:spMkLst>
        </pc:spChg>
        <pc:spChg chg="mod">
          <ac:chgData name="hassaan awan" userId="a51d85811057a577" providerId="LiveId" clId="{F7F77DBF-F4DD-41D9-8E24-F416C53CC8DB}" dt="2020-10-07T09:34:09.947" v="301" actId="27636"/>
          <ac:spMkLst>
            <pc:docMk/>
            <pc:sldMk cId="1550021388" sldId="256"/>
            <ac:spMk id="3" creationId="{8A2633D5-9E13-4970-A2F7-75040A986157}"/>
          </ac:spMkLst>
        </pc:spChg>
        <pc:picChg chg="add del mod">
          <ac:chgData name="hassaan awan" userId="a51d85811057a577" providerId="LiveId" clId="{F7F77DBF-F4DD-41D9-8E24-F416C53CC8DB}" dt="2020-10-10T09:57:56.151" v="1106"/>
          <ac:picMkLst>
            <pc:docMk/>
            <pc:sldMk cId="1550021388" sldId="256"/>
            <ac:picMk id="4" creationId="{3A3CEF9A-51E4-4D57-9FFF-C64F79E707D2}"/>
          </ac:picMkLst>
        </pc:picChg>
        <pc:picChg chg="add del mod">
          <ac:chgData name="hassaan awan" userId="a51d85811057a577" providerId="LiveId" clId="{F7F77DBF-F4DD-41D9-8E24-F416C53CC8DB}" dt="2020-10-10T09:58:49.800" v="1108"/>
          <ac:picMkLst>
            <pc:docMk/>
            <pc:sldMk cId="1550021388" sldId="256"/>
            <ac:picMk id="5" creationId="{B2684705-E958-4FD5-BA46-E661E4239B5D}"/>
          </ac:picMkLst>
        </pc:picChg>
        <pc:picChg chg="add del mod">
          <ac:chgData name="hassaan awan" userId="a51d85811057a577" providerId="LiveId" clId="{F7F77DBF-F4DD-41D9-8E24-F416C53CC8DB}" dt="2020-10-10T09:59:55.048" v="1110"/>
          <ac:picMkLst>
            <pc:docMk/>
            <pc:sldMk cId="1550021388" sldId="256"/>
            <ac:picMk id="6" creationId="{FB72DC5B-C343-4A4A-8F54-36EEA31F86DA}"/>
          </ac:picMkLst>
        </pc:picChg>
        <pc:picChg chg="add del mod">
          <ac:chgData name="hassaan awan" userId="a51d85811057a577" providerId="LiveId" clId="{F7F77DBF-F4DD-41D9-8E24-F416C53CC8DB}" dt="2020-10-10T10:02:20.564" v="1113"/>
          <ac:picMkLst>
            <pc:docMk/>
            <pc:sldMk cId="1550021388" sldId="256"/>
            <ac:picMk id="7" creationId="{3CD3DCE5-6D5C-472D-AECD-641E9D5C3D9A}"/>
          </ac:picMkLst>
        </pc:picChg>
        <pc:picChg chg="add del mod">
          <ac:chgData name="hassaan awan" userId="a51d85811057a577" providerId="LiveId" clId="{F7F77DBF-F4DD-41D9-8E24-F416C53CC8DB}" dt="2020-10-10T10:04:58.830" v="1115"/>
          <ac:picMkLst>
            <pc:docMk/>
            <pc:sldMk cId="1550021388" sldId="256"/>
            <ac:picMk id="8" creationId="{A7CED0C2-BF07-4EFA-8AF2-4E21E2FE7425}"/>
          </ac:picMkLst>
        </pc:picChg>
        <pc:picChg chg="add mod">
          <ac:chgData name="hassaan awan" userId="a51d85811057a577" providerId="LiveId" clId="{F7F77DBF-F4DD-41D9-8E24-F416C53CC8DB}" dt="2020-10-10T10:12:14.742" v="1116"/>
          <ac:picMkLst>
            <pc:docMk/>
            <pc:sldMk cId="1550021388" sldId="256"/>
            <ac:picMk id="9" creationId="{19031E61-2F8A-462C-8E12-EB5DEBA96BE0}"/>
          </ac:picMkLst>
        </pc:picChg>
      </pc:sldChg>
      <pc:sldChg chg="del">
        <pc:chgData name="hassaan awan" userId="a51d85811057a577" providerId="LiveId" clId="{F7F77DBF-F4DD-41D9-8E24-F416C53CC8DB}" dt="2020-10-07T06:29:37.589" v="0" actId="47"/>
        <pc:sldMkLst>
          <pc:docMk/>
          <pc:sldMk cId="0" sldId="296"/>
        </pc:sldMkLst>
      </pc:sldChg>
      <pc:sldChg chg="del">
        <pc:chgData name="hassaan awan" userId="a51d85811057a577" providerId="LiveId" clId="{F7F77DBF-F4DD-41D9-8E24-F416C53CC8DB}" dt="2020-10-07T06:29:37.589" v="0" actId="47"/>
        <pc:sldMkLst>
          <pc:docMk/>
          <pc:sldMk cId="2396182002" sldId="341"/>
        </pc:sldMkLst>
      </pc:sldChg>
      <pc:sldChg chg="del">
        <pc:chgData name="hassaan awan" userId="a51d85811057a577" providerId="LiveId" clId="{F7F77DBF-F4DD-41D9-8E24-F416C53CC8DB}" dt="2020-10-07T06:29:37.589" v="0" actId="47"/>
        <pc:sldMkLst>
          <pc:docMk/>
          <pc:sldMk cId="2927770381" sldId="343"/>
        </pc:sldMkLst>
      </pc:sldChg>
      <pc:sldChg chg="del">
        <pc:chgData name="hassaan awan" userId="a51d85811057a577" providerId="LiveId" clId="{F7F77DBF-F4DD-41D9-8E24-F416C53CC8DB}" dt="2020-10-07T06:29:37.589" v="0" actId="47"/>
        <pc:sldMkLst>
          <pc:docMk/>
          <pc:sldMk cId="3437238256" sldId="348"/>
        </pc:sldMkLst>
      </pc:sldChg>
      <pc:sldChg chg="del">
        <pc:chgData name="hassaan awan" userId="a51d85811057a577" providerId="LiveId" clId="{F7F77DBF-F4DD-41D9-8E24-F416C53CC8DB}" dt="2020-10-07T06:29:37.589" v="0" actId="47"/>
        <pc:sldMkLst>
          <pc:docMk/>
          <pc:sldMk cId="3752523767" sldId="356"/>
        </pc:sldMkLst>
      </pc:sldChg>
      <pc:sldChg chg="del">
        <pc:chgData name="hassaan awan" userId="a51d85811057a577" providerId="LiveId" clId="{F7F77DBF-F4DD-41D9-8E24-F416C53CC8DB}" dt="2020-10-07T06:29:37.589" v="0" actId="47"/>
        <pc:sldMkLst>
          <pc:docMk/>
          <pc:sldMk cId="730079068" sldId="357"/>
        </pc:sldMkLst>
      </pc:sldChg>
      <pc:sldChg chg="del">
        <pc:chgData name="hassaan awan" userId="a51d85811057a577" providerId="LiveId" clId="{F7F77DBF-F4DD-41D9-8E24-F416C53CC8DB}" dt="2020-10-07T06:29:37.589" v="0" actId="47"/>
        <pc:sldMkLst>
          <pc:docMk/>
          <pc:sldMk cId="2412249796" sldId="358"/>
        </pc:sldMkLst>
      </pc:sldChg>
      <pc:sldChg chg="del">
        <pc:chgData name="hassaan awan" userId="a51d85811057a577" providerId="LiveId" clId="{F7F77DBF-F4DD-41D9-8E24-F416C53CC8DB}" dt="2020-10-07T06:29:37.589" v="0" actId="47"/>
        <pc:sldMkLst>
          <pc:docMk/>
          <pc:sldMk cId="2685444708" sldId="359"/>
        </pc:sldMkLst>
      </pc:sldChg>
      <pc:sldChg chg="del">
        <pc:chgData name="hassaan awan" userId="a51d85811057a577" providerId="LiveId" clId="{F7F77DBF-F4DD-41D9-8E24-F416C53CC8DB}" dt="2020-10-07T06:29:37.589" v="0" actId="47"/>
        <pc:sldMkLst>
          <pc:docMk/>
          <pc:sldMk cId="3008361465" sldId="360"/>
        </pc:sldMkLst>
      </pc:sldChg>
      <pc:sldChg chg="del">
        <pc:chgData name="hassaan awan" userId="a51d85811057a577" providerId="LiveId" clId="{F7F77DBF-F4DD-41D9-8E24-F416C53CC8DB}" dt="2020-10-07T06:29:37.589" v="0" actId="47"/>
        <pc:sldMkLst>
          <pc:docMk/>
          <pc:sldMk cId="1192702980" sldId="361"/>
        </pc:sldMkLst>
      </pc:sldChg>
      <pc:sldChg chg="del">
        <pc:chgData name="hassaan awan" userId="a51d85811057a577" providerId="LiveId" clId="{F7F77DBF-F4DD-41D9-8E24-F416C53CC8DB}" dt="2020-10-07T06:29:37.589" v="0" actId="47"/>
        <pc:sldMkLst>
          <pc:docMk/>
          <pc:sldMk cId="1911299340" sldId="362"/>
        </pc:sldMkLst>
      </pc:sldChg>
      <pc:sldChg chg="del">
        <pc:chgData name="hassaan awan" userId="a51d85811057a577" providerId="LiveId" clId="{F7F77DBF-F4DD-41D9-8E24-F416C53CC8DB}" dt="2020-10-07T06:29:37.589" v="0" actId="47"/>
        <pc:sldMkLst>
          <pc:docMk/>
          <pc:sldMk cId="3053787472" sldId="363"/>
        </pc:sldMkLst>
      </pc:sldChg>
      <pc:sldChg chg="del">
        <pc:chgData name="hassaan awan" userId="a51d85811057a577" providerId="LiveId" clId="{F7F77DBF-F4DD-41D9-8E24-F416C53CC8DB}" dt="2020-10-07T06:29:37.589" v="0" actId="47"/>
        <pc:sldMkLst>
          <pc:docMk/>
          <pc:sldMk cId="302759279" sldId="364"/>
        </pc:sldMkLst>
      </pc:sldChg>
      <pc:sldChg chg="del">
        <pc:chgData name="hassaan awan" userId="a51d85811057a577" providerId="LiveId" clId="{F7F77DBF-F4DD-41D9-8E24-F416C53CC8DB}" dt="2020-10-07T06:29:37.589" v="0" actId="47"/>
        <pc:sldMkLst>
          <pc:docMk/>
          <pc:sldMk cId="4108940255" sldId="365"/>
        </pc:sldMkLst>
      </pc:sldChg>
      <pc:sldChg chg="del">
        <pc:chgData name="hassaan awan" userId="a51d85811057a577" providerId="LiveId" clId="{F7F77DBF-F4DD-41D9-8E24-F416C53CC8DB}" dt="2020-10-07T06:29:37.589" v="0" actId="47"/>
        <pc:sldMkLst>
          <pc:docMk/>
          <pc:sldMk cId="3616741019" sldId="366"/>
        </pc:sldMkLst>
      </pc:sldChg>
      <pc:sldChg chg="del">
        <pc:chgData name="hassaan awan" userId="a51d85811057a577" providerId="LiveId" clId="{F7F77DBF-F4DD-41D9-8E24-F416C53CC8DB}" dt="2020-10-07T06:29:37.589" v="0" actId="47"/>
        <pc:sldMkLst>
          <pc:docMk/>
          <pc:sldMk cId="560806670" sldId="367"/>
        </pc:sldMkLst>
      </pc:sldChg>
      <pc:sldChg chg="del">
        <pc:chgData name="hassaan awan" userId="a51d85811057a577" providerId="LiveId" clId="{F7F77DBF-F4DD-41D9-8E24-F416C53CC8DB}" dt="2020-10-07T06:29:37.589" v="0" actId="47"/>
        <pc:sldMkLst>
          <pc:docMk/>
          <pc:sldMk cId="2296286258" sldId="368"/>
        </pc:sldMkLst>
      </pc:sldChg>
      <pc:sldChg chg="del">
        <pc:chgData name="hassaan awan" userId="a51d85811057a577" providerId="LiveId" clId="{F7F77DBF-F4DD-41D9-8E24-F416C53CC8DB}" dt="2020-10-07T06:29:37.589" v="0" actId="47"/>
        <pc:sldMkLst>
          <pc:docMk/>
          <pc:sldMk cId="742705317" sldId="383"/>
        </pc:sldMkLst>
      </pc:sldChg>
      <pc:sldChg chg="del">
        <pc:chgData name="hassaan awan" userId="a51d85811057a577" providerId="LiveId" clId="{F7F77DBF-F4DD-41D9-8E24-F416C53CC8DB}" dt="2020-10-07T06:29:37.589" v="0" actId="47"/>
        <pc:sldMkLst>
          <pc:docMk/>
          <pc:sldMk cId="2096186373" sldId="384"/>
        </pc:sldMkLst>
      </pc:sldChg>
      <pc:sldChg chg="del">
        <pc:chgData name="hassaan awan" userId="a51d85811057a577" providerId="LiveId" clId="{F7F77DBF-F4DD-41D9-8E24-F416C53CC8DB}" dt="2020-10-07T06:29:37.589" v="0" actId="47"/>
        <pc:sldMkLst>
          <pc:docMk/>
          <pc:sldMk cId="2694610640" sldId="385"/>
        </pc:sldMkLst>
      </pc:sldChg>
      <pc:sldChg chg="del">
        <pc:chgData name="hassaan awan" userId="a51d85811057a577" providerId="LiveId" clId="{F7F77DBF-F4DD-41D9-8E24-F416C53CC8DB}" dt="2020-10-07T06:29:37.589" v="0" actId="47"/>
        <pc:sldMkLst>
          <pc:docMk/>
          <pc:sldMk cId="139805759" sldId="386"/>
        </pc:sldMkLst>
      </pc:sldChg>
      <pc:sldChg chg="del">
        <pc:chgData name="hassaan awan" userId="a51d85811057a577" providerId="LiveId" clId="{F7F77DBF-F4DD-41D9-8E24-F416C53CC8DB}" dt="2020-10-07T06:29:37.589" v="0" actId="47"/>
        <pc:sldMkLst>
          <pc:docMk/>
          <pc:sldMk cId="13451362" sldId="387"/>
        </pc:sldMkLst>
      </pc:sldChg>
      <pc:sldChg chg="del">
        <pc:chgData name="hassaan awan" userId="a51d85811057a577" providerId="LiveId" clId="{F7F77DBF-F4DD-41D9-8E24-F416C53CC8DB}" dt="2020-10-07T06:29:37.589" v="0" actId="47"/>
        <pc:sldMkLst>
          <pc:docMk/>
          <pc:sldMk cId="1568083708" sldId="388"/>
        </pc:sldMkLst>
      </pc:sldChg>
      <pc:sldChg chg="del">
        <pc:chgData name="hassaan awan" userId="a51d85811057a577" providerId="LiveId" clId="{F7F77DBF-F4DD-41D9-8E24-F416C53CC8DB}" dt="2020-10-07T06:29:37.589" v="0" actId="47"/>
        <pc:sldMkLst>
          <pc:docMk/>
          <pc:sldMk cId="1469538583" sldId="389"/>
        </pc:sldMkLst>
      </pc:sldChg>
      <pc:sldChg chg="del">
        <pc:chgData name="hassaan awan" userId="a51d85811057a577" providerId="LiveId" clId="{F7F77DBF-F4DD-41D9-8E24-F416C53CC8DB}" dt="2020-10-07T06:29:37.589" v="0" actId="47"/>
        <pc:sldMkLst>
          <pc:docMk/>
          <pc:sldMk cId="4062811843" sldId="390"/>
        </pc:sldMkLst>
      </pc:sldChg>
      <pc:sldChg chg="del">
        <pc:chgData name="hassaan awan" userId="a51d85811057a577" providerId="LiveId" clId="{F7F77DBF-F4DD-41D9-8E24-F416C53CC8DB}" dt="2020-10-07T06:29:37.589" v="0" actId="47"/>
        <pc:sldMkLst>
          <pc:docMk/>
          <pc:sldMk cId="3347056519" sldId="391"/>
        </pc:sldMkLst>
      </pc:sldChg>
      <pc:sldChg chg="del">
        <pc:chgData name="hassaan awan" userId="a51d85811057a577" providerId="LiveId" clId="{F7F77DBF-F4DD-41D9-8E24-F416C53CC8DB}" dt="2020-10-07T06:29:37.589" v="0" actId="47"/>
        <pc:sldMkLst>
          <pc:docMk/>
          <pc:sldMk cId="1877039854" sldId="392"/>
        </pc:sldMkLst>
      </pc:sldChg>
      <pc:sldChg chg="del">
        <pc:chgData name="hassaan awan" userId="a51d85811057a577" providerId="LiveId" clId="{F7F77DBF-F4DD-41D9-8E24-F416C53CC8DB}" dt="2020-10-07T06:29:37.589" v="0" actId="47"/>
        <pc:sldMkLst>
          <pc:docMk/>
          <pc:sldMk cId="411741766" sldId="393"/>
        </pc:sldMkLst>
      </pc:sldChg>
      <pc:sldChg chg="del">
        <pc:chgData name="hassaan awan" userId="a51d85811057a577" providerId="LiveId" clId="{F7F77DBF-F4DD-41D9-8E24-F416C53CC8DB}" dt="2020-10-07T06:29:37.589" v="0" actId="47"/>
        <pc:sldMkLst>
          <pc:docMk/>
          <pc:sldMk cId="91367137" sldId="394"/>
        </pc:sldMkLst>
      </pc:sldChg>
      <pc:sldChg chg="addSp delSp modSp mod modTransition setBg modClrScheme modAnim chgLayout modNotesTx">
        <pc:chgData name="hassaan awan" userId="a51d85811057a577" providerId="LiveId" clId="{F7F77DBF-F4DD-41D9-8E24-F416C53CC8DB}" dt="2020-10-10T10:12:14.742" v="1116"/>
        <pc:sldMkLst>
          <pc:docMk/>
          <pc:sldMk cId="1159128342" sldId="395"/>
        </pc:sldMkLst>
        <pc:spChg chg="mod ord">
          <ac:chgData name="hassaan awan" userId="a51d85811057a577" providerId="LiveId" clId="{F7F77DBF-F4DD-41D9-8E24-F416C53CC8DB}" dt="2020-10-07T09:48:21.831" v="627" actId="26606"/>
          <ac:spMkLst>
            <pc:docMk/>
            <pc:sldMk cId="1159128342" sldId="395"/>
            <ac:spMk id="2" creationId="{51E5E972-0EEA-48D0-B47E-04CC5DBF0A66}"/>
          </ac:spMkLst>
        </pc:spChg>
        <pc:spChg chg="add mod ord">
          <ac:chgData name="hassaan awan" userId="a51d85811057a577" providerId="LiveId" clId="{F7F77DBF-F4DD-41D9-8E24-F416C53CC8DB}" dt="2020-10-07T10:25:39.075" v="783" actId="13900"/>
          <ac:spMkLst>
            <pc:docMk/>
            <pc:sldMk cId="1159128342" sldId="395"/>
            <ac:spMk id="3" creationId="{1D0ECDC8-A63B-46B9-98AB-7EC92FF4856A}"/>
          </ac:spMkLst>
        </pc:spChg>
        <pc:spChg chg="add">
          <ac:chgData name="hassaan awan" userId="a51d85811057a577" providerId="LiveId" clId="{F7F77DBF-F4DD-41D9-8E24-F416C53CC8DB}" dt="2020-10-07T09:48:21.831" v="627" actId="26606"/>
          <ac:spMkLst>
            <pc:docMk/>
            <pc:sldMk cId="1159128342" sldId="395"/>
            <ac:spMk id="8" creationId="{7CB4857B-ED7C-444D-9F04-2F885114A1C2}"/>
          </ac:spMkLst>
        </pc:spChg>
        <pc:spChg chg="add">
          <ac:chgData name="hassaan awan" userId="a51d85811057a577" providerId="LiveId" clId="{F7F77DBF-F4DD-41D9-8E24-F416C53CC8DB}" dt="2020-10-07T09:48:21.831" v="627" actId="26606"/>
          <ac:spMkLst>
            <pc:docMk/>
            <pc:sldMk cId="1159128342" sldId="395"/>
            <ac:spMk id="10" creationId="{D18046FB-44EA-4FD8-A585-EA09A319B2D0}"/>
          </ac:spMkLst>
        </pc:spChg>
        <pc:spChg chg="add">
          <ac:chgData name="hassaan awan" userId="a51d85811057a577" providerId="LiveId" clId="{F7F77DBF-F4DD-41D9-8E24-F416C53CC8DB}" dt="2020-10-07T09:48:21.831" v="627" actId="26606"/>
          <ac:spMkLst>
            <pc:docMk/>
            <pc:sldMk cId="1159128342" sldId="395"/>
            <ac:spMk id="12" creationId="{479F5F2B-8B58-4140-AE6A-51F6C67B18D9}"/>
          </ac:spMkLst>
        </pc:spChg>
        <pc:picChg chg="add del mod">
          <ac:chgData name="hassaan awan" userId="a51d85811057a577" providerId="LiveId" clId="{F7F77DBF-F4DD-41D9-8E24-F416C53CC8DB}" dt="2020-10-10T10:02:16.824" v="1112"/>
          <ac:picMkLst>
            <pc:docMk/>
            <pc:sldMk cId="1159128342" sldId="395"/>
            <ac:picMk id="4" creationId="{C96B728F-E79B-4AA5-A7AB-EF92BFFAD9CB}"/>
          </ac:picMkLst>
        </pc:picChg>
        <pc:picChg chg="add del mod">
          <ac:chgData name="hassaan awan" userId="a51d85811057a577" providerId="LiveId" clId="{F7F77DBF-F4DD-41D9-8E24-F416C53CC8DB}" dt="2020-10-10T10:04:58.830" v="1115"/>
          <ac:picMkLst>
            <pc:docMk/>
            <pc:sldMk cId="1159128342" sldId="395"/>
            <ac:picMk id="5" creationId="{0F7A0601-EAB0-435C-B9FB-FE4300D358DB}"/>
          </ac:picMkLst>
        </pc:picChg>
        <pc:picChg chg="add mod">
          <ac:chgData name="hassaan awan" userId="a51d85811057a577" providerId="LiveId" clId="{F7F77DBF-F4DD-41D9-8E24-F416C53CC8DB}" dt="2020-10-10T10:12:14.742" v="1116"/>
          <ac:picMkLst>
            <pc:docMk/>
            <pc:sldMk cId="1159128342" sldId="395"/>
            <ac:picMk id="6" creationId="{9F0AF7E5-ADC2-40E1-B1C2-E623328D8000}"/>
          </ac:picMkLst>
        </pc:picChg>
      </pc:sldChg>
      <pc:sldChg chg="addSp modSp modTransition">
        <pc:chgData name="hassaan awan" userId="a51d85811057a577" providerId="LiveId" clId="{F7F77DBF-F4DD-41D9-8E24-F416C53CC8DB}" dt="2020-10-10T10:33:13.556" v="1123"/>
        <pc:sldMkLst>
          <pc:docMk/>
          <pc:sldMk cId="2068323899" sldId="396"/>
        </pc:sldMkLst>
        <pc:picChg chg="add mod">
          <ac:chgData name="hassaan awan" userId="a51d85811057a577" providerId="LiveId" clId="{F7F77DBF-F4DD-41D9-8E24-F416C53CC8DB}" dt="2020-10-10T10:33:13.556" v="1123"/>
          <ac:picMkLst>
            <pc:docMk/>
            <pc:sldMk cId="2068323899" sldId="396"/>
            <ac:picMk id="18" creationId="{EE5D100B-76B9-4C6C-A9C9-85F13CC52387}"/>
          </ac:picMkLst>
        </pc:picChg>
      </pc:sldChg>
      <pc:sldChg chg="modTransition">
        <pc:chgData name="hassaan awan" userId="a51d85811057a577" providerId="LiveId" clId="{F7F77DBF-F4DD-41D9-8E24-F416C53CC8DB}" dt="2020-10-10T10:04:58.830" v="1115"/>
        <pc:sldMkLst>
          <pc:docMk/>
          <pc:sldMk cId="355619431" sldId="398"/>
        </pc:sldMkLst>
      </pc:sldChg>
      <pc:sldChg chg="addSp modSp ord modTransition">
        <pc:chgData name="hassaan awan" userId="a51d85811057a577" providerId="LiveId" clId="{F7F77DBF-F4DD-41D9-8E24-F416C53CC8DB}" dt="2020-10-10T10:33:13.556" v="1123"/>
        <pc:sldMkLst>
          <pc:docMk/>
          <pc:sldMk cId="0" sldId="400"/>
        </pc:sldMkLst>
        <pc:picChg chg="add mod">
          <ac:chgData name="hassaan awan" userId="a51d85811057a577" providerId="LiveId" clId="{F7F77DBF-F4DD-41D9-8E24-F416C53CC8DB}" dt="2020-10-10T10:33:13.556" v="1123"/>
          <ac:picMkLst>
            <pc:docMk/>
            <pc:sldMk cId="0" sldId="400"/>
            <ac:picMk id="4" creationId="{42578F37-3D39-4456-959A-F007011FEEC7}"/>
          </ac:picMkLst>
        </pc:picChg>
        <pc:inkChg chg="add">
          <ac:chgData name="hassaan awan" userId="a51d85811057a577" providerId="LiveId" clId="{F7F77DBF-F4DD-41D9-8E24-F416C53CC8DB}" dt="2020-10-10T10:33:13.556" v="1123"/>
          <ac:inkMkLst>
            <pc:docMk/>
            <pc:sldMk cId="0" sldId="400"/>
            <ac:inkMk id="3" creationId="{618788D7-3C35-40C4-A7AF-4F943FAFFE20}"/>
          </ac:inkMkLst>
        </pc:inkChg>
      </pc:sldChg>
      <pc:sldChg chg="modTransition">
        <pc:chgData name="hassaan awan" userId="a51d85811057a577" providerId="LiveId" clId="{F7F77DBF-F4DD-41D9-8E24-F416C53CC8DB}" dt="2020-10-10T10:04:58.830" v="1115"/>
        <pc:sldMkLst>
          <pc:docMk/>
          <pc:sldMk cId="3597547103" sldId="401"/>
        </pc:sldMkLst>
      </pc:sldChg>
      <pc:sldChg chg="modTransition">
        <pc:chgData name="hassaan awan" userId="a51d85811057a577" providerId="LiveId" clId="{F7F77DBF-F4DD-41D9-8E24-F416C53CC8DB}" dt="2020-10-10T10:04:58.830" v="1115"/>
        <pc:sldMkLst>
          <pc:docMk/>
          <pc:sldMk cId="2306984805" sldId="402"/>
        </pc:sldMkLst>
      </pc:sldChg>
      <pc:sldChg chg="modTransition">
        <pc:chgData name="hassaan awan" userId="a51d85811057a577" providerId="LiveId" clId="{F7F77DBF-F4DD-41D9-8E24-F416C53CC8DB}" dt="2020-10-10T10:04:58.830" v="1115"/>
        <pc:sldMkLst>
          <pc:docMk/>
          <pc:sldMk cId="0" sldId="403"/>
        </pc:sldMkLst>
      </pc:sldChg>
      <pc:sldChg chg="modTransition">
        <pc:chgData name="hassaan awan" userId="a51d85811057a577" providerId="LiveId" clId="{F7F77DBF-F4DD-41D9-8E24-F416C53CC8DB}" dt="2020-10-10T10:04:58.830" v="1115"/>
        <pc:sldMkLst>
          <pc:docMk/>
          <pc:sldMk cId="0" sldId="404"/>
        </pc:sldMkLst>
      </pc:sldChg>
      <pc:sldChg chg="modTransition">
        <pc:chgData name="hassaan awan" userId="a51d85811057a577" providerId="LiveId" clId="{F7F77DBF-F4DD-41D9-8E24-F416C53CC8DB}" dt="2020-10-10T10:04:58.830" v="1115"/>
        <pc:sldMkLst>
          <pc:docMk/>
          <pc:sldMk cId="0" sldId="405"/>
        </pc:sldMkLst>
      </pc:sldChg>
      <pc:sldChg chg="modTransition">
        <pc:chgData name="hassaan awan" userId="a51d85811057a577" providerId="LiveId" clId="{F7F77DBF-F4DD-41D9-8E24-F416C53CC8DB}" dt="2020-10-10T10:04:58.830" v="1115"/>
        <pc:sldMkLst>
          <pc:docMk/>
          <pc:sldMk cId="0" sldId="407"/>
        </pc:sldMkLst>
      </pc:sldChg>
      <pc:sldChg chg="modTransition">
        <pc:chgData name="hassaan awan" userId="a51d85811057a577" providerId="LiveId" clId="{F7F77DBF-F4DD-41D9-8E24-F416C53CC8DB}" dt="2020-10-10T10:04:58.830" v="1115"/>
        <pc:sldMkLst>
          <pc:docMk/>
          <pc:sldMk cId="0" sldId="408"/>
        </pc:sldMkLst>
      </pc:sldChg>
      <pc:sldChg chg="modTransition">
        <pc:chgData name="hassaan awan" userId="a51d85811057a577" providerId="LiveId" clId="{F7F77DBF-F4DD-41D9-8E24-F416C53CC8DB}" dt="2020-10-10T10:04:58.830" v="1115"/>
        <pc:sldMkLst>
          <pc:docMk/>
          <pc:sldMk cId="0" sldId="409"/>
        </pc:sldMkLst>
      </pc:sldChg>
      <pc:sldChg chg="modTransition">
        <pc:chgData name="hassaan awan" userId="a51d85811057a577" providerId="LiveId" clId="{F7F77DBF-F4DD-41D9-8E24-F416C53CC8DB}" dt="2020-10-10T10:04:58.830" v="1115"/>
        <pc:sldMkLst>
          <pc:docMk/>
          <pc:sldMk cId="0" sldId="410"/>
        </pc:sldMkLst>
      </pc:sldChg>
      <pc:sldChg chg="modTransition">
        <pc:chgData name="hassaan awan" userId="a51d85811057a577" providerId="LiveId" clId="{F7F77DBF-F4DD-41D9-8E24-F416C53CC8DB}" dt="2020-10-10T10:04:58.830" v="1115"/>
        <pc:sldMkLst>
          <pc:docMk/>
          <pc:sldMk cId="0" sldId="411"/>
        </pc:sldMkLst>
      </pc:sldChg>
      <pc:sldChg chg="modTransition">
        <pc:chgData name="hassaan awan" userId="a51d85811057a577" providerId="LiveId" clId="{F7F77DBF-F4DD-41D9-8E24-F416C53CC8DB}" dt="2020-10-10T10:04:58.830" v="1115"/>
        <pc:sldMkLst>
          <pc:docMk/>
          <pc:sldMk cId="0" sldId="412"/>
        </pc:sldMkLst>
      </pc:sldChg>
      <pc:sldChg chg="modTransition">
        <pc:chgData name="hassaan awan" userId="a51d85811057a577" providerId="LiveId" clId="{F7F77DBF-F4DD-41D9-8E24-F416C53CC8DB}" dt="2020-10-10T10:04:58.830" v="1115"/>
        <pc:sldMkLst>
          <pc:docMk/>
          <pc:sldMk cId="0" sldId="482"/>
        </pc:sldMkLst>
      </pc:sldChg>
      <pc:sldChg chg="modTransition">
        <pc:chgData name="hassaan awan" userId="a51d85811057a577" providerId="LiveId" clId="{F7F77DBF-F4DD-41D9-8E24-F416C53CC8DB}" dt="2020-10-10T10:04:58.830" v="1115"/>
        <pc:sldMkLst>
          <pc:docMk/>
          <pc:sldMk cId="0" sldId="483"/>
        </pc:sldMkLst>
      </pc:sldChg>
      <pc:sldChg chg="modTransition">
        <pc:chgData name="hassaan awan" userId="a51d85811057a577" providerId="LiveId" clId="{F7F77DBF-F4DD-41D9-8E24-F416C53CC8DB}" dt="2020-10-10T10:04:58.830" v="1115"/>
        <pc:sldMkLst>
          <pc:docMk/>
          <pc:sldMk cId="0" sldId="484"/>
        </pc:sldMkLst>
      </pc:sldChg>
      <pc:sldChg chg="modTransition">
        <pc:chgData name="hassaan awan" userId="a51d85811057a577" providerId="LiveId" clId="{F7F77DBF-F4DD-41D9-8E24-F416C53CC8DB}" dt="2020-10-10T10:04:58.830" v="1115"/>
        <pc:sldMkLst>
          <pc:docMk/>
          <pc:sldMk cId="0" sldId="485"/>
        </pc:sldMkLst>
      </pc:sldChg>
      <pc:sldChg chg="modTransition">
        <pc:chgData name="hassaan awan" userId="a51d85811057a577" providerId="LiveId" clId="{F7F77DBF-F4DD-41D9-8E24-F416C53CC8DB}" dt="2020-10-10T10:04:58.830" v="1115"/>
        <pc:sldMkLst>
          <pc:docMk/>
          <pc:sldMk cId="0" sldId="486"/>
        </pc:sldMkLst>
      </pc:sldChg>
      <pc:sldChg chg="modTransition">
        <pc:chgData name="hassaan awan" userId="a51d85811057a577" providerId="LiveId" clId="{F7F77DBF-F4DD-41D9-8E24-F416C53CC8DB}" dt="2020-10-10T10:04:58.830" v="1115"/>
        <pc:sldMkLst>
          <pc:docMk/>
          <pc:sldMk cId="0" sldId="487"/>
        </pc:sldMkLst>
      </pc:sldChg>
      <pc:sldChg chg="modTransition">
        <pc:chgData name="hassaan awan" userId="a51d85811057a577" providerId="LiveId" clId="{F7F77DBF-F4DD-41D9-8E24-F416C53CC8DB}" dt="2020-10-10T10:04:58.830" v="1115"/>
        <pc:sldMkLst>
          <pc:docMk/>
          <pc:sldMk cId="0" sldId="488"/>
        </pc:sldMkLst>
      </pc:sldChg>
      <pc:sldChg chg="modTransition">
        <pc:chgData name="hassaan awan" userId="a51d85811057a577" providerId="LiveId" clId="{F7F77DBF-F4DD-41D9-8E24-F416C53CC8DB}" dt="2020-10-10T10:04:58.830" v="1115"/>
        <pc:sldMkLst>
          <pc:docMk/>
          <pc:sldMk cId="0" sldId="489"/>
        </pc:sldMkLst>
      </pc:sldChg>
      <pc:sldChg chg="modTransition">
        <pc:chgData name="hassaan awan" userId="a51d85811057a577" providerId="LiveId" clId="{F7F77DBF-F4DD-41D9-8E24-F416C53CC8DB}" dt="2020-10-10T10:04:58.830" v="1115"/>
        <pc:sldMkLst>
          <pc:docMk/>
          <pc:sldMk cId="0" sldId="490"/>
        </pc:sldMkLst>
      </pc:sldChg>
      <pc:sldChg chg="modTransition">
        <pc:chgData name="hassaan awan" userId="a51d85811057a577" providerId="LiveId" clId="{F7F77DBF-F4DD-41D9-8E24-F416C53CC8DB}" dt="2020-10-10T10:04:58.830" v="1115"/>
        <pc:sldMkLst>
          <pc:docMk/>
          <pc:sldMk cId="0" sldId="491"/>
        </pc:sldMkLst>
      </pc:sldChg>
      <pc:sldChg chg="modTransition">
        <pc:chgData name="hassaan awan" userId="a51d85811057a577" providerId="LiveId" clId="{F7F77DBF-F4DD-41D9-8E24-F416C53CC8DB}" dt="2020-10-10T10:04:58.830" v="1115"/>
        <pc:sldMkLst>
          <pc:docMk/>
          <pc:sldMk cId="0" sldId="492"/>
        </pc:sldMkLst>
      </pc:sldChg>
      <pc:sldChg chg="modTransition">
        <pc:chgData name="hassaan awan" userId="a51d85811057a577" providerId="LiveId" clId="{F7F77DBF-F4DD-41D9-8E24-F416C53CC8DB}" dt="2020-10-10T10:04:58.830" v="1115"/>
        <pc:sldMkLst>
          <pc:docMk/>
          <pc:sldMk cId="0" sldId="493"/>
        </pc:sldMkLst>
      </pc:sldChg>
      <pc:sldChg chg="modTransition">
        <pc:chgData name="hassaan awan" userId="a51d85811057a577" providerId="LiveId" clId="{F7F77DBF-F4DD-41D9-8E24-F416C53CC8DB}" dt="2020-10-10T10:04:58.830" v="1115"/>
        <pc:sldMkLst>
          <pc:docMk/>
          <pc:sldMk cId="0" sldId="495"/>
        </pc:sldMkLst>
      </pc:sldChg>
      <pc:sldChg chg="modTransition">
        <pc:chgData name="hassaan awan" userId="a51d85811057a577" providerId="LiveId" clId="{F7F77DBF-F4DD-41D9-8E24-F416C53CC8DB}" dt="2020-10-10T10:04:58.830" v="1115"/>
        <pc:sldMkLst>
          <pc:docMk/>
          <pc:sldMk cId="0" sldId="496"/>
        </pc:sldMkLst>
      </pc:sldChg>
      <pc:sldChg chg="modTransition">
        <pc:chgData name="hassaan awan" userId="a51d85811057a577" providerId="LiveId" clId="{F7F77DBF-F4DD-41D9-8E24-F416C53CC8DB}" dt="2020-10-10T10:04:58.830" v="1115"/>
        <pc:sldMkLst>
          <pc:docMk/>
          <pc:sldMk cId="0" sldId="497"/>
        </pc:sldMkLst>
      </pc:sldChg>
      <pc:sldChg chg="modTransition">
        <pc:chgData name="hassaan awan" userId="a51d85811057a577" providerId="LiveId" clId="{F7F77DBF-F4DD-41D9-8E24-F416C53CC8DB}" dt="2020-10-10T10:04:58.830" v="1115"/>
        <pc:sldMkLst>
          <pc:docMk/>
          <pc:sldMk cId="0" sldId="498"/>
        </pc:sldMkLst>
      </pc:sldChg>
      <pc:sldChg chg="modTransition">
        <pc:chgData name="hassaan awan" userId="a51d85811057a577" providerId="LiveId" clId="{F7F77DBF-F4DD-41D9-8E24-F416C53CC8DB}" dt="2020-10-10T10:04:58.830" v="1115"/>
        <pc:sldMkLst>
          <pc:docMk/>
          <pc:sldMk cId="0" sldId="499"/>
        </pc:sldMkLst>
      </pc:sldChg>
      <pc:sldChg chg="modTransition">
        <pc:chgData name="hassaan awan" userId="a51d85811057a577" providerId="LiveId" clId="{F7F77DBF-F4DD-41D9-8E24-F416C53CC8DB}" dt="2020-10-10T10:04:58.830" v="1115"/>
        <pc:sldMkLst>
          <pc:docMk/>
          <pc:sldMk cId="0" sldId="502"/>
        </pc:sldMkLst>
      </pc:sldChg>
      <pc:sldChg chg="addSp modSp ord modTransition">
        <pc:chgData name="hassaan awan" userId="a51d85811057a577" providerId="LiveId" clId="{F7F77DBF-F4DD-41D9-8E24-F416C53CC8DB}" dt="2020-10-10T10:33:13.556" v="1123"/>
        <pc:sldMkLst>
          <pc:docMk/>
          <pc:sldMk cId="0" sldId="503"/>
        </pc:sldMkLst>
        <pc:picChg chg="add mod">
          <ac:chgData name="hassaan awan" userId="a51d85811057a577" providerId="LiveId" clId="{F7F77DBF-F4DD-41D9-8E24-F416C53CC8DB}" dt="2020-10-10T10:33:13.556" v="1123"/>
          <ac:picMkLst>
            <pc:docMk/>
            <pc:sldMk cId="0" sldId="503"/>
            <ac:picMk id="3" creationId="{6FC10C68-9DAB-4C23-8EEB-43145242C965}"/>
          </ac:picMkLst>
        </pc:picChg>
      </pc:sldChg>
      <pc:sldChg chg="modTransition">
        <pc:chgData name="hassaan awan" userId="a51d85811057a577" providerId="LiveId" clId="{F7F77DBF-F4DD-41D9-8E24-F416C53CC8DB}" dt="2020-10-10T10:04:58.830" v="1115"/>
        <pc:sldMkLst>
          <pc:docMk/>
          <pc:sldMk cId="0" sldId="504"/>
        </pc:sldMkLst>
      </pc:sldChg>
      <pc:sldChg chg="addSp delSp modSp new mod modTransition modClrScheme chgLayout modNotesTx">
        <pc:chgData name="hassaan awan" userId="a51d85811057a577" providerId="LiveId" clId="{F7F77DBF-F4DD-41D9-8E24-F416C53CC8DB}" dt="2020-10-10T10:12:14.742" v="1116"/>
        <pc:sldMkLst>
          <pc:docMk/>
          <pc:sldMk cId="2117270754" sldId="505"/>
        </pc:sldMkLst>
        <pc:spChg chg="del">
          <ac:chgData name="hassaan awan" userId="a51d85811057a577" providerId="LiveId" clId="{F7F77DBF-F4DD-41D9-8E24-F416C53CC8DB}" dt="2020-10-07T10:17:50.601" v="632" actId="700"/>
          <ac:spMkLst>
            <pc:docMk/>
            <pc:sldMk cId="2117270754" sldId="505"/>
            <ac:spMk id="2" creationId="{06942733-BFBF-4A21-B65C-434B4157671F}"/>
          </ac:spMkLst>
        </pc:spChg>
        <pc:spChg chg="del">
          <ac:chgData name="hassaan awan" userId="a51d85811057a577" providerId="LiveId" clId="{F7F77DBF-F4DD-41D9-8E24-F416C53CC8DB}" dt="2020-10-07T10:17:50.601" v="632" actId="700"/>
          <ac:spMkLst>
            <pc:docMk/>
            <pc:sldMk cId="2117270754" sldId="505"/>
            <ac:spMk id="3" creationId="{97340E0E-6A94-4F1F-88AA-09105C2A1478}"/>
          </ac:spMkLst>
        </pc:spChg>
        <pc:spChg chg="add mod">
          <ac:chgData name="hassaan awan" userId="a51d85811057a577" providerId="LiveId" clId="{F7F77DBF-F4DD-41D9-8E24-F416C53CC8DB}" dt="2020-10-07T10:26:55.911" v="791" actId="164"/>
          <ac:spMkLst>
            <pc:docMk/>
            <pc:sldMk cId="2117270754" sldId="505"/>
            <ac:spMk id="4" creationId="{C0C07B4B-54B5-497B-85DC-BF4566666A86}"/>
          </ac:spMkLst>
        </pc:spChg>
        <pc:spChg chg="add mod ord">
          <ac:chgData name="hassaan awan" userId="a51d85811057a577" providerId="LiveId" clId="{F7F77DBF-F4DD-41D9-8E24-F416C53CC8DB}" dt="2020-10-07T10:26:55.911" v="791" actId="164"/>
          <ac:spMkLst>
            <pc:docMk/>
            <pc:sldMk cId="2117270754" sldId="505"/>
            <ac:spMk id="8" creationId="{83C4C35F-7355-4AF1-9AF0-B9178113D41D}"/>
          </ac:spMkLst>
        </pc:spChg>
        <pc:spChg chg="add mod">
          <ac:chgData name="hassaan awan" userId="a51d85811057a577" providerId="LiveId" clId="{F7F77DBF-F4DD-41D9-8E24-F416C53CC8DB}" dt="2020-10-07T10:28:16.566" v="798" actId="693"/>
          <ac:spMkLst>
            <pc:docMk/>
            <pc:sldMk cId="2117270754" sldId="505"/>
            <ac:spMk id="19" creationId="{F980ED85-9436-4465-8C93-D4F60BF4C508}"/>
          </ac:spMkLst>
        </pc:spChg>
        <pc:spChg chg="add mod">
          <ac:chgData name="hassaan awan" userId="a51d85811057a577" providerId="LiveId" clId="{F7F77DBF-F4DD-41D9-8E24-F416C53CC8DB}" dt="2020-10-07T10:26:55.911" v="791" actId="164"/>
          <ac:spMkLst>
            <pc:docMk/>
            <pc:sldMk cId="2117270754" sldId="505"/>
            <ac:spMk id="21" creationId="{1E5525BA-2DEF-4F1B-A6FD-EE4AA88EB0E7}"/>
          </ac:spMkLst>
        </pc:spChg>
        <pc:grpChg chg="add mod">
          <ac:chgData name="hassaan awan" userId="a51d85811057a577" providerId="LiveId" clId="{F7F77DBF-F4DD-41D9-8E24-F416C53CC8DB}" dt="2020-10-10T08:01:44.304" v="1082" actId="1076"/>
          <ac:grpSpMkLst>
            <pc:docMk/>
            <pc:sldMk cId="2117270754" sldId="505"/>
            <ac:grpSpMk id="24" creationId="{5881ADC3-1D71-4EAF-9744-14D845BDB177}"/>
          </ac:grpSpMkLst>
        </pc:grpChg>
        <pc:picChg chg="add mod">
          <ac:chgData name="hassaan awan" userId="a51d85811057a577" providerId="LiveId" clId="{F7F77DBF-F4DD-41D9-8E24-F416C53CC8DB}" dt="2020-10-10T10:12:14.742" v="1116"/>
          <ac:picMkLst>
            <pc:docMk/>
            <pc:sldMk cId="2117270754" sldId="505"/>
            <ac:picMk id="2" creationId="{4F7D03EF-18EB-49B8-86C7-18AD67BB7C46}"/>
          </ac:picMkLst>
        </pc:picChg>
        <pc:cxnChg chg="add mod ord">
          <ac:chgData name="hassaan awan" userId="a51d85811057a577" providerId="LiveId" clId="{F7F77DBF-F4DD-41D9-8E24-F416C53CC8DB}" dt="2020-10-07T10:26:55.911" v="791" actId="164"/>
          <ac:cxnSpMkLst>
            <pc:docMk/>
            <pc:sldMk cId="2117270754" sldId="505"/>
            <ac:cxnSpMk id="6" creationId="{DBE127CD-C095-42C1-BDE6-79F5AAFE5211}"/>
          </ac:cxnSpMkLst>
        </pc:cxnChg>
        <pc:cxnChg chg="add mod">
          <ac:chgData name="hassaan awan" userId="a51d85811057a577" providerId="LiveId" clId="{F7F77DBF-F4DD-41D9-8E24-F416C53CC8DB}" dt="2020-10-07T10:19:23.256" v="683" actId="571"/>
          <ac:cxnSpMkLst>
            <pc:docMk/>
            <pc:sldMk cId="2117270754" sldId="505"/>
            <ac:cxnSpMk id="9" creationId="{85CF0414-EB89-41DC-9B0D-A09237F53C2D}"/>
          </ac:cxnSpMkLst>
        </pc:cxnChg>
        <pc:cxnChg chg="add mod">
          <ac:chgData name="hassaan awan" userId="a51d85811057a577" providerId="LiveId" clId="{F7F77DBF-F4DD-41D9-8E24-F416C53CC8DB}" dt="2020-10-07T10:26:55.911" v="791" actId="164"/>
          <ac:cxnSpMkLst>
            <pc:docMk/>
            <pc:sldMk cId="2117270754" sldId="505"/>
            <ac:cxnSpMk id="10" creationId="{0FF5C434-5129-4233-971D-26283BF588AC}"/>
          </ac:cxnSpMkLst>
        </pc:cxnChg>
        <pc:cxnChg chg="add mod ord">
          <ac:chgData name="hassaan awan" userId="a51d85811057a577" providerId="LiveId" clId="{F7F77DBF-F4DD-41D9-8E24-F416C53CC8DB}" dt="2020-10-07T10:26:55.911" v="791" actId="164"/>
          <ac:cxnSpMkLst>
            <pc:docMk/>
            <pc:sldMk cId="2117270754" sldId="505"/>
            <ac:cxnSpMk id="12" creationId="{D29CE630-E63C-4A5A-A21D-1ADDAC0ECDCD}"/>
          </ac:cxnSpMkLst>
        </pc:cxnChg>
        <pc:cxnChg chg="add del mod">
          <ac:chgData name="hassaan awan" userId="a51d85811057a577" providerId="LiveId" clId="{F7F77DBF-F4DD-41D9-8E24-F416C53CC8DB}" dt="2020-10-07T10:20:29.044" v="695" actId="478"/>
          <ac:cxnSpMkLst>
            <pc:docMk/>
            <pc:sldMk cId="2117270754" sldId="505"/>
            <ac:cxnSpMk id="16" creationId="{3FCE3A46-0C84-40E0-A958-55AF684A6084}"/>
          </ac:cxnSpMkLst>
        </pc:cxnChg>
        <pc:cxnChg chg="add del mod">
          <ac:chgData name="hassaan awan" userId="a51d85811057a577" providerId="LiveId" clId="{F7F77DBF-F4DD-41D9-8E24-F416C53CC8DB}" dt="2020-10-07T10:28:18.567" v="800"/>
          <ac:cxnSpMkLst>
            <pc:docMk/>
            <pc:sldMk cId="2117270754" sldId="505"/>
            <ac:cxnSpMk id="25" creationId="{0CE3765E-EFA2-4591-B7FC-97C5BFE75695}"/>
          </ac:cxnSpMkLst>
        </pc:cxnChg>
        <pc:cxnChg chg="add del mod">
          <ac:chgData name="hassaan awan" userId="a51d85811057a577" providerId="LiveId" clId="{F7F77DBF-F4DD-41D9-8E24-F416C53CC8DB}" dt="2020-10-07T10:28:18.567" v="800"/>
          <ac:cxnSpMkLst>
            <pc:docMk/>
            <pc:sldMk cId="2117270754" sldId="505"/>
            <ac:cxnSpMk id="26" creationId="{2972D0F1-6B71-4347-A9DB-230DC7297F21}"/>
          </ac:cxnSpMkLst>
        </pc:cxnChg>
      </pc:sldChg>
      <pc:sldChg chg="del">
        <pc:chgData name="hassaan awan" userId="a51d85811057a577" providerId="LiveId" clId="{F7F77DBF-F4DD-41D9-8E24-F416C53CC8DB}" dt="2020-10-07T06:29:37.589" v="0" actId="47"/>
        <pc:sldMkLst>
          <pc:docMk/>
          <pc:sldMk cId="898942323" sldId="506"/>
        </pc:sldMkLst>
      </pc:sldChg>
      <pc:sldChg chg="addSp delSp modSp new mod modTransition setBg modClrScheme chgLayout">
        <pc:chgData name="hassaan awan" userId="a51d85811057a577" providerId="LiveId" clId="{F7F77DBF-F4DD-41D9-8E24-F416C53CC8DB}" dt="2020-10-10T10:24:35.213" v="1121"/>
        <pc:sldMkLst>
          <pc:docMk/>
          <pc:sldMk cId="1276539027" sldId="506"/>
        </pc:sldMkLst>
        <pc:spChg chg="add mod">
          <ac:chgData name="hassaan awan" userId="a51d85811057a577" providerId="LiveId" clId="{F7F77DBF-F4DD-41D9-8E24-F416C53CC8DB}" dt="2020-10-07T11:24:41.162" v="903" actId="26606"/>
          <ac:spMkLst>
            <pc:docMk/>
            <pc:sldMk cId="1276539027" sldId="506"/>
            <ac:spMk id="2" creationId="{2D919429-489B-4057-AB36-996AA3FA8745}"/>
          </ac:spMkLst>
        </pc:spChg>
        <pc:spChg chg="add del mod">
          <ac:chgData name="hassaan awan" userId="a51d85811057a577" providerId="LiveId" clId="{F7F77DBF-F4DD-41D9-8E24-F416C53CC8DB}" dt="2020-10-07T11:24:41.162" v="903" actId="26606"/>
          <ac:spMkLst>
            <pc:docMk/>
            <pc:sldMk cId="1276539027" sldId="506"/>
            <ac:spMk id="3" creationId="{9F9DFEE9-77BA-426F-B316-55C531AEAF61}"/>
          </ac:spMkLst>
        </pc:spChg>
        <pc:spChg chg="add">
          <ac:chgData name="hassaan awan" userId="a51d85811057a577" providerId="LiveId" clId="{F7F77DBF-F4DD-41D9-8E24-F416C53CC8DB}" dt="2020-10-07T11:24:41.162" v="903" actId="26606"/>
          <ac:spMkLst>
            <pc:docMk/>
            <pc:sldMk cId="1276539027" sldId="506"/>
            <ac:spMk id="9" creationId="{96918796-2918-40D6-BE3A-4600C47FCD42}"/>
          </ac:spMkLst>
        </pc:spChg>
        <pc:graphicFrameChg chg="add">
          <ac:chgData name="hassaan awan" userId="a51d85811057a577" providerId="LiveId" clId="{F7F77DBF-F4DD-41D9-8E24-F416C53CC8DB}" dt="2020-10-07T11:24:41.162" v="903" actId="26606"/>
          <ac:graphicFrameMkLst>
            <pc:docMk/>
            <pc:sldMk cId="1276539027" sldId="506"/>
            <ac:graphicFrameMk id="5" creationId="{E1A1F7C7-6EBD-41AE-A5D7-097FA590FF1E}"/>
          </ac:graphicFrameMkLst>
        </pc:graphicFrameChg>
        <pc:picChg chg="add mod">
          <ac:chgData name="hassaan awan" userId="a51d85811057a577" providerId="LiveId" clId="{F7F77DBF-F4DD-41D9-8E24-F416C53CC8DB}" dt="2020-10-10T10:24:35.213" v="1121"/>
          <ac:picMkLst>
            <pc:docMk/>
            <pc:sldMk cId="1276539027" sldId="506"/>
            <ac:picMk id="6" creationId="{83F5359E-3A6C-445A-AB9B-2AF77BB1B050}"/>
          </ac:picMkLst>
        </pc:picChg>
      </pc:sldChg>
      <pc:sldChg chg="addSp delSp modSp new mod modTransition setBg">
        <pc:chgData name="hassaan awan" userId="a51d85811057a577" providerId="LiveId" clId="{F7F77DBF-F4DD-41D9-8E24-F416C53CC8DB}" dt="2020-10-10T10:33:13.556" v="1123"/>
        <pc:sldMkLst>
          <pc:docMk/>
          <pc:sldMk cId="573963380" sldId="507"/>
        </pc:sldMkLst>
        <pc:spChg chg="mod">
          <ac:chgData name="hassaan awan" userId="a51d85811057a577" providerId="LiveId" clId="{F7F77DBF-F4DD-41D9-8E24-F416C53CC8DB}" dt="2020-10-10T09:47:07.827" v="1097" actId="1076"/>
          <ac:spMkLst>
            <pc:docMk/>
            <pc:sldMk cId="573963380" sldId="507"/>
            <ac:spMk id="2" creationId="{4A643B94-8E73-42DF-969F-3C99CF7B56B2}"/>
          </ac:spMkLst>
        </pc:spChg>
        <pc:spChg chg="del mod">
          <ac:chgData name="hassaan awan" userId="a51d85811057a577" providerId="LiveId" clId="{F7F77DBF-F4DD-41D9-8E24-F416C53CC8DB}" dt="2020-10-07T11:27:23.080" v="967" actId="26606"/>
          <ac:spMkLst>
            <pc:docMk/>
            <pc:sldMk cId="573963380" sldId="507"/>
            <ac:spMk id="3" creationId="{6A020016-3BD4-4F47-9CC6-0044BEE59F04}"/>
          </ac:spMkLst>
        </pc:spChg>
        <pc:spChg chg="add mod">
          <ac:chgData name="hassaan awan" userId="a51d85811057a577" providerId="LiveId" clId="{F7F77DBF-F4DD-41D9-8E24-F416C53CC8DB}" dt="2020-10-07T11:54:21.044" v="1058" actId="207"/>
          <ac:spMkLst>
            <pc:docMk/>
            <pc:sldMk cId="573963380" sldId="507"/>
            <ac:spMk id="4" creationId="{B8698BA1-1651-457E-9A96-D595B6968D0F}"/>
          </ac:spMkLst>
        </pc:spChg>
        <pc:spChg chg="add">
          <ac:chgData name="hassaan awan" userId="a51d85811057a577" providerId="LiveId" clId="{F7F77DBF-F4DD-41D9-8E24-F416C53CC8DB}" dt="2020-10-07T11:27:23.080" v="967" actId="26606"/>
          <ac:spMkLst>
            <pc:docMk/>
            <pc:sldMk cId="573963380" sldId="507"/>
            <ac:spMk id="9" creationId="{2F56F8EA-3356-4455-9899-320874F6E465}"/>
          </ac:spMkLst>
        </pc:spChg>
        <pc:graphicFrameChg chg="add mod">
          <ac:chgData name="hassaan awan" userId="a51d85811057a577" providerId="LiveId" clId="{F7F77DBF-F4DD-41D9-8E24-F416C53CC8DB}" dt="2020-10-10T09:47:00.103" v="1095" actId="1076"/>
          <ac:graphicFrameMkLst>
            <pc:docMk/>
            <pc:sldMk cId="573963380" sldId="507"/>
            <ac:graphicFrameMk id="5" creationId="{410982F1-BE32-4B1C-83EF-2E7FD9628480}"/>
          </ac:graphicFrameMkLst>
        </pc:graphicFrameChg>
        <pc:picChg chg="add del mod">
          <ac:chgData name="hassaan awan" userId="a51d85811057a577" providerId="LiveId" clId="{F7F77DBF-F4DD-41D9-8E24-F416C53CC8DB}" dt="2020-10-10T10:33:13.556" v="1123"/>
          <ac:picMkLst>
            <pc:docMk/>
            <pc:sldMk cId="573963380" sldId="507"/>
            <ac:picMk id="3" creationId="{EEA1C831-6E7F-4476-96A2-4DA9DD7F78E8}"/>
          </ac:picMkLst>
        </pc:picChg>
        <pc:picChg chg="add mod">
          <ac:chgData name="hassaan awan" userId="a51d85811057a577" providerId="LiveId" clId="{F7F77DBF-F4DD-41D9-8E24-F416C53CC8DB}" dt="2020-10-10T10:33:13.556" v="1123"/>
          <ac:picMkLst>
            <pc:docMk/>
            <pc:sldMk cId="573963380" sldId="507"/>
            <ac:picMk id="7" creationId="{DBB0B920-B8A6-43F7-8B28-2577E66553D9}"/>
          </ac:picMkLst>
        </pc:picChg>
        <pc:inkChg chg="add">
          <ac:chgData name="hassaan awan" userId="a51d85811057a577" providerId="LiveId" clId="{F7F77DBF-F4DD-41D9-8E24-F416C53CC8DB}" dt="2020-10-10T10:33:13.556" v="1123"/>
          <ac:inkMkLst>
            <pc:docMk/>
            <pc:sldMk cId="573963380" sldId="507"/>
            <ac:inkMk id="6" creationId="{DD1D925D-FF34-4DE7-97E6-4850E7504CCE}"/>
          </ac:inkMkLst>
        </pc:inkChg>
      </pc:sldChg>
      <pc:sldChg chg="addSp delSp modSp modTransition modAnim">
        <pc:chgData name="hassaan awan" userId="a51d85811057a577" providerId="LiveId" clId="{F7F77DBF-F4DD-41D9-8E24-F416C53CC8DB}" dt="2020-10-10T10:33:13.556" v="1123"/>
        <pc:sldMkLst>
          <pc:docMk/>
          <pc:sldMk cId="75752062" sldId="508"/>
        </pc:sldMkLst>
        <pc:picChg chg="add del mod">
          <ac:chgData name="hassaan awan" userId="a51d85811057a577" providerId="LiveId" clId="{F7F77DBF-F4DD-41D9-8E24-F416C53CC8DB}" dt="2020-10-10T10:24:52.111" v="1122"/>
          <ac:picMkLst>
            <pc:docMk/>
            <pc:sldMk cId="75752062" sldId="508"/>
            <ac:picMk id="2" creationId="{B85EE1EC-B6CD-4C54-BD4D-955E3343EF1B}"/>
          </ac:picMkLst>
        </pc:picChg>
        <pc:picChg chg="add mod">
          <ac:chgData name="hassaan awan" userId="a51d85811057a577" providerId="LiveId" clId="{F7F77DBF-F4DD-41D9-8E24-F416C53CC8DB}" dt="2020-10-10T10:33:13.556" v="1123"/>
          <ac:picMkLst>
            <pc:docMk/>
            <pc:sldMk cId="75752062" sldId="508"/>
            <ac:picMk id="4" creationId="{97816D14-F949-4CB8-A2B8-2F5CB693F08D}"/>
          </ac:picMkLst>
        </pc:picChg>
        <pc:inkChg chg="add">
          <ac:chgData name="hassaan awan" userId="a51d85811057a577" providerId="LiveId" clId="{F7F77DBF-F4DD-41D9-8E24-F416C53CC8DB}" dt="2020-10-10T10:33:13.556" v="1123"/>
          <ac:inkMkLst>
            <pc:docMk/>
            <pc:sldMk cId="75752062" sldId="508"/>
            <ac:inkMk id="3" creationId="{E8623A1E-5F21-4E99-94CE-B855D2896EC9}"/>
          </ac:inkMkLst>
        </pc:inkChg>
      </pc:sldChg>
      <pc:sldChg chg="addSp delSp modSp add mod modTransition modAnim">
        <pc:chgData name="hassaan awan" userId="a51d85811057a577" providerId="LiveId" clId="{F7F77DBF-F4DD-41D9-8E24-F416C53CC8DB}" dt="2020-10-10T10:17:17.795" v="1120"/>
        <pc:sldMkLst>
          <pc:docMk/>
          <pc:sldMk cId="84143299" sldId="509"/>
        </pc:sldMkLst>
        <pc:grpChg chg="mod">
          <ac:chgData name="hassaan awan" userId="a51d85811057a577" providerId="LiveId" clId="{F7F77DBF-F4DD-41D9-8E24-F416C53CC8DB}" dt="2020-10-10T07:55:22.026" v="1072" actId="1076"/>
          <ac:grpSpMkLst>
            <pc:docMk/>
            <pc:sldMk cId="84143299" sldId="509"/>
            <ac:grpSpMk id="24" creationId="{5881ADC3-1D71-4EAF-9744-14D845BDB177}"/>
          </ac:grpSpMkLst>
        </pc:grpChg>
        <pc:picChg chg="add del mod">
          <ac:chgData name="hassaan awan" userId="a51d85811057a577" providerId="LiveId" clId="{F7F77DBF-F4DD-41D9-8E24-F416C53CC8DB}" dt="2020-10-10T10:13:00.661" v="1117"/>
          <ac:picMkLst>
            <pc:docMk/>
            <pc:sldMk cId="84143299" sldId="509"/>
            <ac:picMk id="2" creationId="{D7F88ECA-8E0F-495E-809D-725A08929B55}"/>
          </ac:picMkLst>
        </pc:picChg>
        <pc:picChg chg="add del mod">
          <ac:chgData name="hassaan awan" userId="a51d85811057a577" providerId="LiveId" clId="{F7F77DBF-F4DD-41D9-8E24-F416C53CC8DB}" dt="2020-10-10T10:14:25.633" v="1119"/>
          <ac:picMkLst>
            <pc:docMk/>
            <pc:sldMk cId="84143299" sldId="509"/>
            <ac:picMk id="3" creationId="{53045586-8398-4A54-AB46-E976B884BA33}"/>
          </ac:picMkLst>
        </pc:picChg>
        <pc:picChg chg="add mod">
          <ac:chgData name="hassaan awan" userId="a51d85811057a577" providerId="LiveId" clId="{F7F77DBF-F4DD-41D9-8E24-F416C53CC8DB}" dt="2020-10-10T10:17:17.795" v="1120"/>
          <ac:picMkLst>
            <pc:docMk/>
            <pc:sldMk cId="84143299" sldId="509"/>
            <ac:picMk id="5" creationId="{EC87FCF9-1BA4-459E-84F9-B61C3E2AAC54}"/>
          </ac:picMkLst>
        </pc:picChg>
        <pc:picChg chg="add mod">
          <ac:chgData name="hassaan awan" userId="a51d85811057a577" providerId="LiveId" clId="{F7F77DBF-F4DD-41D9-8E24-F416C53CC8DB}" dt="2020-10-10T07:56:23.088" v="1079" actId="1076"/>
          <ac:picMkLst>
            <pc:docMk/>
            <pc:sldMk cId="84143299" sldId="509"/>
            <ac:picMk id="1026" creationId="{6DDD981E-C9B4-4A83-9711-00268C98622B}"/>
          </ac:picMkLst>
        </pc:picChg>
      </pc:sldChg>
      <pc:sldChg chg="addSp delSp modSp new mod modClrScheme chgLayout">
        <pc:chgData name="hassaan awan" userId="a51d85811057a577" providerId="LiveId" clId="{F7F77DBF-F4DD-41D9-8E24-F416C53CC8DB}" dt="2020-10-10T10:35:29.723" v="1251"/>
        <pc:sldMkLst>
          <pc:docMk/>
          <pc:sldMk cId="947909858" sldId="510"/>
        </pc:sldMkLst>
        <pc:spChg chg="del">
          <ac:chgData name="hassaan awan" userId="a51d85811057a577" providerId="LiveId" clId="{F7F77DBF-F4DD-41D9-8E24-F416C53CC8DB}" dt="2020-10-10T10:33:29.045" v="1125" actId="700"/>
          <ac:spMkLst>
            <pc:docMk/>
            <pc:sldMk cId="947909858" sldId="510"/>
            <ac:spMk id="2" creationId="{B41691E3-D98B-4E75-8982-C3DB0898E339}"/>
          </ac:spMkLst>
        </pc:spChg>
        <pc:spChg chg="del">
          <ac:chgData name="hassaan awan" userId="a51d85811057a577" providerId="LiveId" clId="{F7F77DBF-F4DD-41D9-8E24-F416C53CC8DB}" dt="2020-10-10T10:33:29.045" v="1125" actId="700"/>
          <ac:spMkLst>
            <pc:docMk/>
            <pc:sldMk cId="947909858" sldId="510"/>
            <ac:spMk id="3" creationId="{9511B171-6F0B-465F-BB74-350657A468F6}"/>
          </ac:spMkLst>
        </pc:spChg>
        <pc:spChg chg="add mod">
          <ac:chgData name="hassaan awan" userId="a51d85811057a577" providerId="LiveId" clId="{F7F77DBF-F4DD-41D9-8E24-F416C53CC8DB}" dt="2020-10-10T10:34:28.563" v="1250" actId="20577"/>
          <ac:spMkLst>
            <pc:docMk/>
            <pc:sldMk cId="947909858" sldId="510"/>
            <ac:spMk id="4" creationId="{4131DD42-D91B-4850-8388-6258824D2659}"/>
          </ac:spMkLst>
        </pc:spChg>
        <pc:picChg chg="add mod">
          <ac:chgData name="hassaan awan" userId="a51d85811057a577" providerId="LiveId" clId="{F7F77DBF-F4DD-41D9-8E24-F416C53CC8DB}" dt="2020-10-10T10:35:29.723" v="1251"/>
          <ac:picMkLst>
            <pc:docMk/>
            <pc:sldMk cId="947909858" sldId="510"/>
            <ac:picMk id="5" creationId="{DFAFDAED-0BE8-43E1-A9C8-02A874B70F16}"/>
          </ac:picMkLst>
        </pc:picChg>
      </pc:sldChg>
    </pc:docChg>
  </pc:docChgLst>
  <pc:docChgLst>
    <pc:chgData name="hassaan awan" userId="a51d85811057a577" providerId="LiveId" clId="{3468E2B3-FD25-49BD-A37E-B19104CD9E70}"/>
    <pc:docChg chg="delSld delSection modSection">
      <pc:chgData name="hassaan awan" userId="a51d85811057a577" providerId="LiveId" clId="{3468E2B3-FD25-49BD-A37E-B19104CD9E70}" dt="2020-10-10T10:36:39.615" v="1" actId="17851"/>
      <pc:docMkLst>
        <pc:docMk/>
      </pc:docMkLst>
      <pc:sldChg chg="del">
        <pc:chgData name="hassaan awan" userId="a51d85811057a577" providerId="LiveId" clId="{3468E2B3-FD25-49BD-A37E-B19104CD9E70}" dt="2020-10-10T10:36:34.464" v="0" actId="47"/>
        <pc:sldMkLst>
          <pc:docMk/>
          <pc:sldMk cId="2068323899" sldId="396"/>
        </pc:sldMkLst>
      </pc:sldChg>
      <pc:sldChg chg="del">
        <pc:chgData name="hassaan awan" userId="a51d85811057a577" providerId="LiveId" clId="{3468E2B3-FD25-49BD-A37E-B19104CD9E70}" dt="2020-10-10T10:36:34.464" v="0" actId="47"/>
        <pc:sldMkLst>
          <pc:docMk/>
          <pc:sldMk cId="355619431" sldId="398"/>
        </pc:sldMkLst>
      </pc:sldChg>
      <pc:sldChg chg="del">
        <pc:chgData name="hassaan awan" userId="a51d85811057a577" providerId="LiveId" clId="{3468E2B3-FD25-49BD-A37E-B19104CD9E70}" dt="2020-10-10T10:36:34.464" v="0" actId="47"/>
        <pc:sldMkLst>
          <pc:docMk/>
          <pc:sldMk cId="3597547103" sldId="401"/>
        </pc:sldMkLst>
      </pc:sldChg>
      <pc:sldChg chg="del">
        <pc:chgData name="hassaan awan" userId="a51d85811057a577" providerId="LiveId" clId="{3468E2B3-FD25-49BD-A37E-B19104CD9E70}" dt="2020-10-10T10:36:34.464" v="0" actId="47"/>
        <pc:sldMkLst>
          <pc:docMk/>
          <pc:sldMk cId="2306984805" sldId="402"/>
        </pc:sldMkLst>
      </pc:sldChg>
      <pc:sldChg chg="del">
        <pc:chgData name="hassaan awan" userId="a51d85811057a577" providerId="LiveId" clId="{3468E2B3-FD25-49BD-A37E-B19104CD9E70}" dt="2020-10-10T10:36:34.464" v="0" actId="47"/>
        <pc:sldMkLst>
          <pc:docMk/>
          <pc:sldMk cId="0" sldId="403"/>
        </pc:sldMkLst>
      </pc:sldChg>
      <pc:sldChg chg="del">
        <pc:chgData name="hassaan awan" userId="a51d85811057a577" providerId="LiveId" clId="{3468E2B3-FD25-49BD-A37E-B19104CD9E70}" dt="2020-10-10T10:36:34.464" v="0" actId="47"/>
        <pc:sldMkLst>
          <pc:docMk/>
          <pc:sldMk cId="0" sldId="404"/>
        </pc:sldMkLst>
      </pc:sldChg>
      <pc:sldChg chg="del">
        <pc:chgData name="hassaan awan" userId="a51d85811057a577" providerId="LiveId" clId="{3468E2B3-FD25-49BD-A37E-B19104CD9E70}" dt="2020-10-10T10:36:34.464" v="0" actId="47"/>
        <pc:sldMkLst>
          <pc:docMk/>
          <pc:sldMk cId="0" sldId="405"/>
        </pc:sldMkLst>
      </pc:sldChg>
      <pc:sldChg chg="del">
        <pc:chgData name="hassaan awan" userId="a51d85811057a577" providerId="LiveId" clId="{3468E2B3-FD25-49BD-A37E-B19104CD9E70}" dt="2020-10-10T10:36:34.464" v="0" actId="47"/>
        <pc:sldMkLst>
          <pc:docMk/>
          <pc:sldMk cId="0" sldId="407"/>
        </pc:sldMkLst>
      </pc:sldChg>
      <pc:sldChg chg="del">
        <pc:chgData name="hassaan awan" userId="a51d85811057a577" providerId="LiveId" clId="{3468E2B3-FD25-49BD-A37E-B19104CD9E70}" dt="2020-10-10T10:36:34.464" v="0" actId="47"/>
        <pc:sldMkLst>
          <pc:docMk/>
          <pc:sldMk cId="0" sldId="408"/>
        </pc:sldMkLst>
      </pc:sldChg>
      <pc:sldChg chg="del">
        <pc:chgData name="hassaan awan" userId="a51d85811057a577" providerId="LiveId" clId="{3468E2B3-FD25-49BD-A37E-B19104CD9E70}" dt="2020-10-10T10:36:34.464" v="0" actId="47"/>
        <pc:sldMkLst>
          <pc:docMk/>
          <pc:sldMk cId="0" sldId="409"/>
        </pc:sldMkLst>
      </pc:sldChg>
      <pc:sldChg chg="del">
        <pc:chgData name="hassaan awan" userId="a51d85811057a577" providerId="LiveId" clId="{3468E2B3-FD25-49BD-A37E-B19104CD9E70}" dt="2020-10-10T10:36:34.464" v="0" actId="47"/>
        <pc:sldMkLst>
          <pc:docMk/>
          <pc:sldMk cId="0" sldId="410"/>
        </pc:sldMkLst>
      </pc:sldChg>
      <pc:sldChg chg="del">
        <pc:chgData name="hassaan awan" userId="a51d85811057a577" providerId="LiveId" clId="{3468E2B3-FD25-49BD-A37E-B19104CD9E70}" dt="2020-10-10T10:36:34.464" v="0" actId="47"/>
        <pc:sldMkLst>
          <pc:docMk/>
          <pc:sldMk cId="0" sldId="411"/>
        </pc:sldMkLst>
      </pc:sldChg>
      <pc:sldChg chg="del">
        <pc:chgData name="hassaan awan" userId="a51d85811057a577" providerId="LiveId" clId="{3468E2B3-FD25-49BD-A37E-B19104CD9E70}" dt="2020-10-10T10:36:34.464" v="0" actId="47"/>
        <pc:sldMkLst>
          <pc:docMk/>
          <pc:sldMk cId="0" sldId="412"/>
        </pc:sldMkLst>
      </pc:sldChg>
      <pc:sldChg chg="del">
        <pc:chgData name="hassaan awan" userId="a51d85811057a577" providerId="LiveId" clId="{3468E2B3-FD25-49BD-A37E-B19104CD9E70}" dt="2020-10-10T10:36:34.464" v="0" actId="47"/>
        <pc:sldMkLst>
          <pc:docMk/>
          <pc:sldMk cId="0" sldId="482"/>
        </pc:sldMkLst>
      </pc:sldChg>
      <pc:sldChg chg="del">
        <pc:chgData name="hassaan awan" userId="a51d85811057a577" providerId="LiveId" clId="{3468E2B3-FD25-49BD-A37E-B19104CD9E70}" dt="2020-10-10T10:36:34.464" v="0" actId="47"/>
        <pc:sldMkLst>
          <pc:docMk/>
          <pc:sldMk cId="0" sldId="483"/>
        </pc:sldMkLst>
      </pc:sldChg>
      <pc:sldChg chg="del">
        <pc:chgData name="hassaan awan" userId="a51d85811057a577" providerId="LiveId" clId="{3468E2B3-FD25-49BD-A37E-B19104CD9E70}" dt="2020-10-10T10:36:34.464" v="0" actId="47"/>
        <pc:sldMkLst>
          <pc:docMk/>
          <pc:sldMk cId="0" sldId="484"/>
        </pc:sldMkLst>
      </pc:sldChg>
      <pc:sldChg chg="del">
        <pc:chgData name="hassaan awan" userId="a51d85811057a577" providerId="LiveId" clId="{3468E2B3-FD25-49BD-A37E-B19104CD9E70}" dt="2020-10-10T10:36:34.464" v="0" actId="47"/>
        <pc:sldMkLst>
          <pc:docMk/>
          <pc:sldMk cId="0" sldId="485"/>
        </pc:sldMkLst>
      </pc:sldChg>
      <pc:sldChg chg="del">
        <pc:chgData name="hassaan awan" userId="a51d85811057a577" providerId="LiveId" clId="{3468E2B3-FD25-49BD-A37E-B19104CD9E70}" dt="2020-10-10T10:36:34.464" v="0" actId="47"/>
        <pc:sldMkLst>
          <pc:docMk/>
          <pc:sldMk cId="0" sldId="486"/>
        </pc:sldMkLst>
      </pc:sldChg>
      <pc:sldChg chg="del">
        <pc:chgData name="hassaan awan" userId="a51d85811057a577" providerId="LiveId" clId="{3468E2B3-FD25-49BD-A37E-B19104CD9E70}" dt="2020-10-10T10:36:34.464" v="0" actId="47"/>
        <pc:sldMkLst>
          <pc:docMk/>
          <pc:sldMk cId="0" sldId="487"/>
        </pc:sldMkLst>
      </pc:sldChg>
      <pc:sldChg chg="del">
        <pc:chgData name="hassaan awan" userId="a51d85811057a577" providerId="LiveId" clId="{3468E2B3-FD25-49BD-A37E-B19104CD9E70}" dt="2020-10-10T10:36:34.464" v="0" actId="47"/>
        <pc:sldMkLst>
          <pc:docMk/>
          <pc:sldMk cId="0" sldId="488"/>
        </pc:sldMkLst>
      </pc:sldChg>
      <pc:sldChg chg="del">
        <pc:chgData name="hassaan awan" userId="a51d85811057a577" providerId="LiveId" clId="{3468E2B3-FD25-49BD-A37E-B19104CD9E70}" dt="2020-10-10T10:36:34.464" v="0" actId="47"/>
        <pc:sldMkLst>
          <pc:docMk/>
          <pc:sldMk cId="0" sldId="489"/>
        </pc:sldMkLst>
      </pc:sldChg>
      <pc:sldChg chg="del">
        <pc:chgData name="hassaan awan" userId="a51d85811057a577" providerId="LiveId" clId="{3468E2B3-FD25-49BD-A37E-B19104CD9E70}" dt="2020-10-10T10:36:34.464" v="0" actId="47"/>
        <pc:sldMkLst>
          <pc:docMk/>
          <pc:sldMk cId="0" sldId="490"/>
        </pc:sldMkLst>
      </pc:sldChg>
      <pc:sldChg chg="del">
        <pc:chgData name="hassaan awan" userId="a51d85811057a577" providerId="LiveId" clId="{3468E2B3-FD25-49BD-A37E-B19104CD9E70}" dt="2020-10-10T10:36:34.464" v="0" actId="47"/>
        <pc:sldMkLst>
          <pc:docMk/>
          <pc:sldMk cId="0" sldId="491"/>
        </pc:sldMkLst>
      </pc:sldChg>
      <pc:sldChg chg="del">
        <pc:chgData name="hassaan awan" userId="a51d85811057a577" providerId="LiveId" clId="{3468E2B3-FD25-49BD-A37E-B19104CD9E70}" dt="2020-10-10T10:36:34.464" v="0" actId="47"/>
        <pc:sldMkLst>
          <pc:docMk/>
          <pc:sldMk cId="0" sldId="492"/>
        </pc:sldMkLst>
      </pc:sldChg>
      <pc:sldChg chg="del">
        <pc:chgData name="hassaan awan" userId="a51d85811057a577" providerId="LiveId" clId="{3468E2B3-FD25-49BD-A37E-B19104CD9E70}" dt="2020-10-10T10:36:34.464" v="0" actId="47"/>
        <pc:sldMkLst>
          <pc:docMk/>
          <pc:sldMk cId="0" sldId="493"/>
        </pc:sldMkLst>
      </pc:sldChg>
      <pc:sldChg chg="del">
        <pc:chgData name="hassaan awan" userId="a51d85811057a577" providerId="LiveId" clId="{3468E2B3-FD25-49BD-A37E-B19104CD9E70}" dt="2020-10-10T10:36:34.464" v="0" actId="47"/>
        <pc:sldMkLst>
          <pc:docMk/>
          <pc:sldMk cId="0" sldId="495"/>
        </pc:sldMkLst>
      </pc:sldChg>
      <pc:sldChg chg="del">
        <pc:chgData name="hassaan awan" userId="a51d85811057a577" providerId="LiveId" clId="{3468E2B3-FD25-49BD-A37E-B19104CD9E70}" dt="2020-10-10T10:36:34.464" v="0" actId="47"/>
        <pc:sldMkLst>
          <pc:docMk/>
          <pc:sldMk cId="0" sldId="496"/>
        </pc:sldMkLst>
      </pc:sldChg>
      <pc:sldChg chg="del">
        <pc:chgData name="hassaan awan" userId="a51d85811057a577" providerId="LiveId" clId="{3468E2B3-FD25-49BD-A37E-B19104CD9E70}" dt="2020-10-10T10:36:34.464" v="0" actId="47"/>
        <pc:sldMkLst>
          <pc:docMk/>
          <pc:sldMk cId="0" sldId="497"/>
        </pc:sldMkLst>
      </pc:sldChg>
      <pc:sldChg chg="del">
        <pc:chgData name="hassaan awan" userId="a51d85811057a577" providerId="LiveId" clId="{3468E2B3-FD25-49BD-A37E-B19104CD9E70}" dt="2020-10-10T10:36:34.464" v="0" actId="47"/>
        <pc:sldMkLst>
          <pc:docMk/>
          <pc:sldMk cId="0" sldId="498"/>
        </pc:sldMkLst>
      </pc:sldChg>
      <pc:sldChg chg="del">
        <pc:chgData name="hassaan awan" userId="a51d85811057a577" providerId="LiveId" clId="{3468E2B3-FD25-49BD-A37E-B19104CD9E70}" dt="2020-10-10T10:36:34.464" v="0" actId="47"/>
        <pc:sldMkLst>
          <pc:docMk/>
          <pc:sldMk cId="0" sldId="499"/>
        </pc:sldMkLst>
      </pc:sldChg>
      <pc:sldChg chg="del">
        <pc:chgData name="hassaan awan" userId="a51d85811057a577" providerId="LiveId" clId="{3468E2B3-FD25-49BD-A37E-B19104CD9E70}" dt="2020-10-10T10:36:34.464" v="0" actId="47"/>
        <pc:sldMkLst>
          <pc:docMk/>
          <pc:sldMk cId="0" sldId="502"/>
        </pc:sldMkLst>
      </pc:sldChg>
      <pc:sldChg chg="del">
        <pc:chgData name="hassaan awan" userId="a51d85811057a577" providerId="LiveId" clId="{3468E2B3-FD25-49BD-A37E-B19104CD9E70}" dt="2020-10-10T10:36:34.464" v="0" actId="47"/>
        <pc:sldMkLst>
          <pc:docMk/>
          <pc:sldMk cId="0" sldId="504"/>
        </pc:sldMkLst>
      </pc:sldChg>
    </pc:docChg>
  </pc:docChgLst>
</pc:chgInfo>
</file>

<file path=ppt/ink/inkAction1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ax="2736" units="cm"/>
          <inkml:channel name="Y" type="integer" max="1824" units="cm"/>
          <inkml:channel name="T" type="integer" max="2.14748E9" units="dev"/>
        </inkml:traceFormat>
        <inkml:channelProperties>
          <inkml:channelProperty channel="X" name="resolution" value="105.23077" units="1/cm"/>
          <inkml:channelProperty channel="Y" name="resolution" value="105.43353" units="1/cm"/>
          <inkml:channelProperty channel="T" name="resolution" value="1" units="1/dev"/>
        </inkml:channelProperties>
      </inkml:inkSource>
      <inkml:timestamp xml:id="ts0" timeString="2020-10-10T09:58:45.735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act:action type="add" startTime="116744">
    <iact:property name="dataType"/>
    <iact:actionData xml:id="d0">
      <inkml:trace xmlns:inkml="http://www.w3.org/2003/InkML" xml:id="stk0" contextRef="#ctx0" brushRef="#br0">13969 12268 0</inkml:trace>
    </iact:actionData>
  </iact:action>
</iact:action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E57753-1E6D-4CCD-98F0-4BACE0EDCA5F}" type="datetimeFigureOut">
              <a:rPr lang="en-US" smtClean="0"/>
              <a:t>6/27/25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17F938-8B6F-4DCA-B4AC-5D06F31B7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388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is important first step towards structural &amp; functional analysis of newly determined sequences.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17F938-8B6F-4DCA-B4AC-5D06F31B781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728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EC80E-473F-4242-AE7E-4928F2BD78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187368-7684-49F7-9C84-42C397940C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42B3A-36CA-47A8-A1F2-26927F003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8EF2A-C4E1-46A4-8DB6-BE3229092984}" type="datetimeFigureOut">
              <a:rPr lang="en-US" smtClean="0"/>
              <a:t>6/27/25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3D63F-8E76-457D-B590-697861D55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08FB0-7C5D-446A-BBD5-54445784C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47BBA-4FA5-42F5-ACE2-2EEA6BC57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647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AB395-B1AF-4388-875B-11936020D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4B0D6-D7C7-4D6A-8D85-D5F121306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39CFCD-6F98-4A50-AA6C-3C5205109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8EF2A-C4E1-46A4-8DB6-BE3229092984}" type="datetimeFigureOut">
              <a:rPr lang="en-US" smtClean="0"/>
              <a:t>6/27/25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0F2D24-7EC2-4820-BD6C-008B2141B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E2A99B-59D9-48D0-AFC6-3EFDD6180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47BBA-4FA5-42F5-ACE2-2EEA6BC57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013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DCE3E-0C50-4D12-8B9E-43E6FA753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3CA752-4C50-4497-A0FA-DFE51F0E71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4B3CE-4C3F-4547-A246-90535ACE5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8EF2A-C4E1-46A4-8DB6-BE3229092984}" type="datetimeFigureOut">
              <a:rPr lang="en-US" smtClean="0"/>
              <a:t>6/27/25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8060F2-2EBD-4F6B-BDC0-24C71BEAD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66838B-3E8B-403C-AF64-6B49BA787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47BBA-4FA5-42F5-ACE2-2EEA6BC57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159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47C0D-E669-4050-9AEA-A92C5D88D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C2A89-888D-49AD-8058-6DAA26C761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53573D-674B-4896-800B-3354C358AD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C2B052-777D-4DD9-A301-532B990CB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8EF2A-C4E1-46A4-8DB6-BE3229092984}" type="datetimeFigureOut">
              <a:rPr lang="en-US" smtClean="0"/>
              <a:t>6/27/25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D01756-FF96-40A5-9C75-B14AB9D95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413919-86E4-4514-ABEE-FFF799B68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47BBA-4FA5-42F5-ACE2-2EEA6BC57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297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D8736-41DF-4ED5-BA54-A23E966E8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8A53A5-A6D6-4832-A53C-14FACC87DB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A3A53B-4AB7-44EF-AE0B-25D889DEC2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8A1B7-CCEF-4612-A254-688E108974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94EA68-7779-4668-99CF-6D65DD763C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B577B8-3DCE-4748-9619-9AF869D8D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8EF2A-C4E1-46A4-8DB6-BE3229092984}" type="datetimeFigureOut">
              <a:rPr lang="en-US" smtClean="0"/>
              <a:t>6/27/25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56E151-722A-4477-AB67-AF74AACE0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71A3B2-E718-4E9B-858F-3D4339AF6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47BBA-4FA5-42F5-ACE2-2EEA6BC57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589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F1C10-7E8F-4634-B518-46F7BE13C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30D5E8-9E69-4A3E-96D5-9D1F626ED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8EF2A-C4E1-46A4-8DB6-BE3229092984}" type="datetimeFigureOut">
              <a:rPr lang="en-US" smtClean="0"/>
              <a:t>6/27/25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770EF2-0200-441B-B049-960479372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1B9BD7-0AE4-4994-A67F-DA9A834F1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47BBA-4FA5-42F5-ACE2-2EEA6BC57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226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4DB3E0-2D4D-431C-8E54-3DB39034C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8EF2A-C4E1-46A4-8DB6-BE3229092984}" type="datetimeFigureOut">
              <a:rPr lang="en-US" smtClean="0"/>
              <a:t>6/27/25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76D562-B2B5-42D1-82C9-95BEC7FFB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1F5D65-DC49-47BC-B38F-ABD39DF77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47BBA-4FA5-42F5-ACE2-2EEA6BC57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999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E546E-6282-405E-B6B9-A0D06036F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8DAC03-5D35-43FE-9BDB-BE354826AB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C00B35-470F-44E2-9ED3-765B78A00D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CCC171-7C93-4472-94E6-00F066F70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8EF2A-C4E1-46A4-8DB6-BE3229092984}" type="datetimeFigureOut">
              <a:rPr lang="en-US" smtClean="0"/>
              <a:t>6/27/25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90DB31-0209-43BA-AD4D-07CDE3674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DA4CAB-4480-4CCC-B70A-B7A51FAB7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47BBA-4FA5-42F5-ACE2-2EEA6BC57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569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8E6EE-30A1-4795-A3D6-43FECF566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0FB10-2B2A-4174-85D8-6281D2295B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1B70E9-98C2-4777-A5B3-60203749B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046446-E41A-4346-BD5B-4CA021DC2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8EF2A-C4E1-46A4-8DB6-BE3229092984}" type="datetimeFigureOut">
              <a:rPr lang="en-US" smtClean="0"/>
              <a:t>6/27/25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1116CB-C65F-4D16-984F-F39D3051D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7DEC72-5068-438A-A6C4-3BA5088A9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47BBA-4FA5-42F5-ACE2-2EEA6BC57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739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05228-E5A9-4668-9646-246FC332B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E7AE90-A167-449D-8E8F-E99D406EC6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42D5B5-595B-4631-A240-11309F0C4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8EF2A-C4E1-46A4-8DB6-BE3229092984}" type="datetimeFigureOut">
              <a:rPr lang="en-US" smtClean="0"/>
              <a:t>6/27/25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DDC06-827D-46E9-A7B2-7D0808D42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E808B5-5CD3-4C8C-A151-DAC6B4003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47BBA-4FA5-42F5-ACE2-2EEA6BC57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633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BC5F1B-4644-42C1-8D53-D722D1A831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A8D828-2500-436E-B6C1-D587468DFC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0D6565-77CF-4CC3-BECF-3B90CF594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8EF2A-C4E1-46A4-8DB6-BE3229092984}" type="datetimeFigureOut">
              <a:rPr lang="en-US" smtClean="0"/>
              <a:t>6/27/25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7272A5-6DAE-4ED8-991F-1780D39E5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6BCCA3-05F3-4007-88D4-43E9571FA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47BBA-4FA5-42F5-ACE2-2EEA6BC57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712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B4FA6E-C4A4-4364-BD7A-217FEEFB0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C305E-63C3-4AA3-8A64-879DCD115D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08E2E3-AB44-4E7D-AF3E-643A0F21A4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68EF2A-C4E1-46A4-8DB6-BE3229092984}" type="datetimeFigureOut">
              <a:rPr lang="en-US" smtClean="0"/>
              <a:t>6/27/25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44A07-7062-41FD-9876-776F91BE8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9F9801-1E79-4767-BF71-7FFC3A8A76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D47BBA-4FA5-42F5-ACE2-2EEA6BC57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488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microsoft.com/office/2011/relationships/inkAction" Target="../ink/inkAction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5E972-0EEA-48D0-B47E-04CC5DBF0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en-US" b="1" dirty="0"/>
              <a:t>Pairwise Sequence Alignment 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ECDC8-A63B-46B9-98AB-7EC92FF48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5948" y="2080592"/>
            <a:ext cx="9814618" cy="379012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GB" sz="2400" b="1" dirty="0"/>
              <a:t>What is Pairwise Sequence Alignment?</a:t>
            </a:r>
          </a:p>
          <a:p>
            <a:pPr lvl="1"/>
            <a:r>
              <a:rPr lang="en-GB" dirty="0"/>
              <a:t>It’s a way to </a:t>
            </a:r>
            <a:r>
              <a:rPr lang="en-GB" b="1" dirty="0"/>
              <a:t>compare two DNA, RNA, or protein sequences</a:t>
            </a:r>
            <a:r>
              <a:rPr lang="en-GB" dirty="0"/>
              <a:t> to find out how similar they are.</a:t>
            </a:r>
          </a:p>
          <a:p>
            <a:pPr lvl="1"/>
            <a:r>
              <a:rPr lang="en-GB" dirty="0"/>
              <a:t>It checks for matching letters (like A, T, G, C in DNA or amino acids in proteins).</a:t>
            </a:r>
          </a:p>
          <a:p>
            <a:pPr lvl="1"/>
            <a:r>
              <a:rPr lang="en-GB" dirty="0"/>
              <a:t>This helps scientists see if two sequences might be </a:t>
            </a:r>
            <a:r>
              <a:rPr lang="en-GB" b="1" dirty="0"/>
              <a:t>related</a:t>
            </a:r>
            <a:r>
              <a:rPr lang="en-GB" dirty="0"/>
              <a:t> or do similar things.</a:t>
            </a:r>
          </a:p>
          <a:p>
            <a:pPr algn="just"/>
            <a:endParaRPr lang="en-US" sz="2200" dirty="0"/>
          </a:p>
          <a:p>
            <a:pPr algn="just"/>
            <a:r>
              <a:rPr lang="en-US" sz="2200" dirty="0"/>
              <a:t>These molecules can be considered </a:t>
            </a:r>
            <a:r>
              <a:rPr lang="en-US" sz="2200" dirty="0">
                <a:solidFill>
                  <a:schemeClr val="accent6"/>
                </a:solidFill>
              </a:rPr>
              <a:t>molecular fossils </a:t>
            </a:r>
            <a:r>
              <a:rPr lang="en-US" sz="2200" dirty="0"/>
              <a:t>that encode the history of millions of years of </a:t>
            </a:r>
            <a:r>
              <a:rPr lang="en-US" sz="2200" dirty="0">
                <a:solidFill>
                  <a:schemeClr val="accent6"/>
                </a:solidFill>
              </a:rPr>
              <a:t>evolution</a:t>
            </a:r>
            <a:r>
              <a:rPr lang="en-US" sz="2200" dirty="0"/>
              <a:t>.</a:t>
            </a:r>
          </a:p>
          <a:p>
            <a:pPr algn="just"/>
            <a:endParaRPr lang="en-US" sz="2200" dirty="0"/>
          </a:p>
          <a:p>
            <a:pPr algn="just"/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159128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6918796-2918-40D6-BE3A-4600C47FCD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919429-489B-4057-AB36-996AA3FA8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2747"/>
            <a:ext cx="10515600" cy="715556"/>
          </a:xfrm>
        </p:spPr>
        <p:txBody>
          <a:bodyPr>
            <a:normAutofit/>
          </a:bodyPr>
          <a:lstStyle/>
          <a:p>
            <a:pPr algn="ctr"/>
            <a:endParaRPr lang="en-US" sz="3200" dirty="0">
              <a:solidFill>
                <a:schemeClr val="bg1"/>
              </a:solidFill>
            </a:endParaRP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B2275E41-6F90-DE1E-0D27-1EFF6934C3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3461084"/>
              </p:ext>
            </p:extLst>
          </p:nvPr>
        </p:nvGraphicFramePr>
        <p:xfrm>
          <a:off x="556591" y="1908313"/>
          <a:ext cx="10918135" cy="3962862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2328530">
                  <a:extLst>
                    <a:ext uri="{9D8B030D-6E8A-4147-A177-3AD203B41FA5}">
                      <a16:colId xmlns:a16="http://schemas.microsoft.com/office/drawing/2014/main" val="3394537878"/>
                    </a:ext>
                  </a:extLst>
                </a:gridCol>
                <a:gridCol w="8589605">
                  <a:extLst>
                    <a:ext uri="{9D8B030D-6E8A-4147-A177-3AD203B41FA5}">
                      <a16:colId xmlns:a16="http://schemas.microsoft.com/office/drawing/2014/main" val="1815280691"/>
                    </a:ext>
                  </a:extLst>
                </a:gridCol>
              </a:tblGrid>
              <a:tr h="880636">
                <a:tc>
                  <a:txBody>
                    <a:bodyPr/>
                    <a:lstStyle/>
                    <a:p>
                      <a:r>
                        <a:rPr lang="en-GB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451802"/>
                  </a:ext>
                </a:extLst>
              </a:tr>
              <a:tr h="880636">
                <a:tc>
                  <a:txBody>
                    <a:bodyPr/>
                    <a:lstStyle/>
                    <a:p>
                      <a:r>
                        <a:rPr lang="en-GB" b="1"/>
                        <a:t>Qualitative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Simply checks </a:t>
                      </a:r>
                      <a:r>
                        <a:rPr lang="en-GB" b="1" dirty="0"/>
                        <a:t>whether residues (characters)</a:t>
                      </a:r>
                      <a:r>
                        <a:rPr lang="en-GB" dirty="0"/>
                        <a:t> match.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3355829"/>
                  </a:ext>
                </a:extLst>
              </a:tr>
              <a:tr h="2201590">
                <a:tc>
                  <a:txBody>
                    <a:bodyPr/>
                    <a:lstStyle/>
                    <a:p>
                      <a:r>
                        <a:rPr lang="en-GB" b="1" dirty="0"/>
                        <a:t>Quantitative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Measures the </a:t>
                      </a:r>
                      <a:r>
                        <a:rPr lang="en-GB" b="1" dirty="0"/>
                        <a:t>percentage of aligned residues</a:t>
                      </a:r>
                      <a:r>
                        <a:rPr lang="en-GB" dirty="0"/>
                        <a:t> that have </a:t>
                      </a:r>
                      <a:r>
                        <a:rPr lang="en-GB" b="1" dirty="0"/>
                        <a:t>similar physicochemical properties</a:t>
                      </a:r>
                      <a:r>
                        <a:rPr lang="en-GB" dirty="0"/>
                        <a:t> (e.g., size, charge, hydrophobicity), not just identical letters.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61600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6539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BBFB1A1-B4F3-4DE7-BAC7-DE7D715A72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1392" y="1825625"/>
            <a:ext cx="10492408" cy="1036845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Breaking down a larger problem into smaller sub-problems/tasks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Solves each sub-problem in order to solve the bigger problem</a:t>
            </a:r>
          </a:p>
        </p:txBody>
      </p:sp>
      <p:sp>
        <p:nvSpPr>
          <p:cNvPr id="6147" name="Title 2">
            <a:extLst>
              <a:ext uri="{FF2B5EF4-FFF2-40B4-BE49-F238E27FC236}">
                <a16:creationId xmlns:a16="http://schemas.microsoft.com/office/drawing/2014/main" id="{20F0A135-B72F-46E3-9549-11D8DE2FF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397566"/>
            <a:ext cx="8229600" cy="777875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What is dynamic programming?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4A5A36-B728-EECF-4ED1-F131337211DF}"/>
              </a:ext>
            </a:extLst>
          </p:cNvPr>
          <p:cNvSpPr txBox="1"/>
          <p:nvPr/>
        </p:nvSpPr>
        <p:spPr>
          <a:xfrm>
            <a:off x="477078" y="3008243"/>
            <a:ext cx="11474824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Dynamic programming is the </a:t>
            </a:r>
            <a:r>
              <a:rPr lang="en-GB" sz="2800" b="1" dirty="0"/>
              <a:t>core algorithmic method</a:t>
            </a:r>
            <a:r>
              <a:rPr lang="en-GB" sz="2800" dirty="0"/>
              <a:t> used in pairwise alignment. It: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400" dirty="0"/>
              <a:t>Breaks down a large problem (e.g., aligning entire sequences) into </a:t>
            </a:r>
            <a:r>
              <a:rPr lang="en-GB" sz="2400" b="1" dirty="0"/>
              <a:t>smaller sub-problems</a:t>
            </a:r>
            <a:r>
              <a:rPr lang="en-GB" sz="2400" dirty="0"/>
              <a:t> (e.g., aligning prefixes).</a:t>
            </a:r>
          </a:p>
          <a:p>
            <a:pPr lvl="1"/>
            <a:endParaRPr lang="en-GB" sz="2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400" b="1" dirty="0"/>
              <a:t>Stores intermediate results</a:t>
            </a:r>
            <a:r>
              <a:rPr lang="en-GB" sz="2400" dirty="0"/>
              <a:t> in a table to avoid redundant calculations.</a:t>
            </a:r>
          </a:p>
          <a:p>
            <a:pPr lvl="1"/>
            <a:endParaRPr lang="en-GB" sz="2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400" dirty="0"/>
              <a:t>Finds the </a:t>
            </a:r>
            <a:r>
              <a:rPr lang="en-GB" sz="2400" b="1" dirty="0"/>
              <a:t>optimal alignment</a:t>
            </a:r>
            <a:r>
              <a:rPr lang="en-GB" sz="2400" dirty="0"/>
              <a:t> between two sequences by comparing </a:t>
            </a:r>
            <a:r>
              <a:rPr lang="en-GB" sz="2400" b="1" dirty="0"/>
              <a:t>every character</a:t>
            </a:r>
            <a:r>
              <a:rPr lang="en-GB" sz="2400" dirty="0"/>
              <a:t>.</a:t>
            </a:r>
          </a:p>
          <a:p>
            <a:endParaRPr lang="en-PK" dirty="0"/>
          </a:p>
        </p:txBody>
      </p:sp>
    </p:spTree>
    <p:custDataLst>
      <p:tags r:id="rId1"/>
    </p:custData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D5AC5F99-D2A7-9D35-36F7-AC294B8835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021861"/>
              </p:ext>
            </p:extLst>
          </p:nvPr>
        </p:nvGraphicFramePr>
        <p:xfrm>
          <a:off x="569843" y="1391477"/>
          <a:ext cx="10783956" cy="4611759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3594652">
                  <a:extLst>
                    <a:ext uri="{9D8B030D-6E8A-4147-A177-3AD203B41FA5}">
                      <a16:colId xmlns:a16="http://schemas.microsoft.com/office/drawing/2014/main" val="4265409034"/>
                    </a:ext>
                  </a:extLst>
                </a:gridCol>
                <a:gridCol w="3594652">
                  <a:extLst>
                    <a:ext uri="{9D8B030D-6E8A-4147-A177-3AD203B41FA5}">
                      <a16:colId xmlns:a16="http://schemas.microsoft.com/office/drawing/2014/main" val="3705204867"/>
                    </a:ext>
                  </a:extLst>
                </a:gridCol>
                <a:gridCol w="3594652">
                  <a:extLst>
                    <a:ext uri="{9D8B030D-6E8A-4147-A177-3AD203B41FA5}">
                      <a16:colId xmlns:a16="http://schemas.microsoft.com/office/drawing/2014/main" val="3535700031"/>
                    </a:ext>
                  </a:extLst>
                </a:gridCol>
              </a:tblGrid>
              <a:tr h="636105">
                <a:tc>
                  <a:txBody>
                    <a:bodyPr/>
                    <a:lstStyle/>
                    <a:p>
                      <a:r>
                        <a:rPr lang="en-GB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Global Alignment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Local Alignment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1609077"/>
                  </a:ext>
                </a:extLst>
              </a:tr>
              <a:tr h="1113183">
                <a:tc>
                  <a:txBody>
                    <a:bodyPr/>
                    <a:lstStyle/>
                    <a:p>
                      <a:r>
                        <a:rPr lang="en-GB"/>
                        <a:t>Goal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Align </a:t>
                      </a:r>
                      <a:r>
                        <a:rPr lang="en-GB" b="1"/>
                        <a:t>entire</a:t>
                      </a:r>
                      <a:r>
                        <a:rPr lang="en-GB"/>
                        <a:t> sequences from end to 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Align </a:t>
                      </a:r>
                      <a:r>
                        <a:rPr lang="en-GB" b="1"/>
                        <a:t>sub-segments</a:t>
                      </a:r>
                      <a:r>
                        <a:rPr lang="en-GB"/>
                        <a:t> with highest similarity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2646657"/>
                  </a:ext>
                </a:extLst>
              </a:tr>
              <a:tr h="1113183">
                <a:tc>
                  <a:txBody>
                    <a:bodyPr/>
                    <a:lstStyle/>
                    <a:p>
                      <a:r>
                        <a:rPr lang="en-GB"/>
                        <a:t>Use-case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Sequences are </a:t>
                      </a:r>
                      <a:r>
                        <a:rPr lang="en-GB" b="1"/>
                        <a:t>very similar</a:t>
                      </a:r>
                      <a:r>
                        <a:rPr lang="en-GB"/>
                        <a:t> and </a:t>
                      </a:r>
                      <a:r>
                        <a:rPr lang="en-GB" b="1"/>
                        <a:t>equal in length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Sequences are </a:t>
                      </a:r>
                      <a:r>
                        <a:rPr lang="en-GB" b="1"/>
                        <a:t>partially similar</a:t>
                      </a:r>
                      <a:r>
                        <a:rPr lang="en-GB"/>
                        <a:t> or of </a:t>
                      </a:r>
                      <a:r>
                        <a:rPr lang="en-GB" b="1"/>
                        <a:t>different lengths</a:t>
                      </a:r>
                      <a:endParaRPr lang="en-GB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4509902"/>
                  </a:ext>
                </a:extLst>
              </a:tr>
              <a:tr h="1113183">
                <a:tc>
                  <a:txBody>
                    <a:bodyPr/>
                    <a:lstStyle/>
                    <a:p>
                      <a:r>
                        <a:rPr lang="en-GB"/>
                        <a:t>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Single alignment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Multiple aligned regions (sub-alignments)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5052017"/>
                  </a:ext>
                </a:extLst>
              </a:tr>
              <a:tr h="636105">
                <a:tc>
                  <a:txBody>
                    <a:bodyPr/>
                    <a:lstStyle/>
                    <a:p>
                      <a:r>
                        <a:rPr lang="en-GB"/>
                        <a:t>Example tools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b="1"/>
                        <a:t>Needleman-Wunsch</a:t>
                      </a:r>
                      <a:r>
                        <a:rPr lang="en-GB"/>
                        <a:t> algorithm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Smith-Waterman</a:t>
                      </a:r>
                      <a:r>
                        <a:rPr lang="en-GB" dirty="0"/>
                        <a:t> algorithm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291916"/>
                  </a:ext>
                </a:extLst>
              </a:tr>
            </a:tbl>
          </a:graphicData>
        </a:graphic>
      </p:graphicFrame>
      <p:sp>
        <p:nvSpPr>
          <p:cNvPr id="4099" name="Title 2">
            <a:extLst>
              <a:ext uri="{FF2B5EF4-FFF2-40B4-BE49-F238E27FC236}">
                <a16:creationId xmlns:a16="http://schemas.microsoft.com/office/drawing/2014/main" id="{7C8848E7-BFC9-49AA-BE21-719F6EC6F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15889"/>
            <a:ext cx="8229600" cy="922337"/>
          </a:xfrm>
        </p:spPr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Global vs. Local alignment</a:t>
            </a:r>
          </a:p>
        </p:txBody>
      </p:sp>
      <mc:AlternateContent xmlns:mc="http://schemas.openxmlformats.org/markup-compatibility/2006" xmlns:p14="http://schemas.microsoft.com/office/powerpoint/2010/main" xmlns:iact="http://schemas.microsoft.com/office/powerpoint/2014/inkAction">
        <mc:Choice Requires="p14 iact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18788D7-3C35-40C4-A7AF-4F943FAFFE20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5028840" y="4416480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18788D7-3C35-40C4-A7AF-4F943FAFFE2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19480" y="440712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9885D919DB99A4B9F7C3E2BF41598A2" ma:contentTypeVersion="4" ma:contentTypeDescription="Create a new document." ma:contentTypeScope="" ma:versionID="ba3e817eb67cc8367b8d95e658cff018">
  <xsd:schema xmlns:xsd="http://www.w3.org/2001/XMLSchema" xmlns:xs="http://www.w3.org/2001/XMLSchema" xmlns:p="http://schemas.microsoft.com/office/2006/metadata/properties" xmlns:ns2="5b17cc69-8e44-468c-9cff-e58fbb120827" targetNamespace="http://schemas.microsoft.com/office/2006/metadata/properties" ma:root="true" ma:fieldsID="0a0aea8af201911dadc8767c9b796200" ns2:_="">
    <xsd:import namespace="5b17cc69-8e44-468c-9cff-e58fbb12082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17cc69-8e44-468c-9cff-e58fbb12082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2CFC8EC-1B79-48E0-9B88-5915551B8BA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18E48EC-58B2-4365-B753-AF4093266BC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b17cc69-8e44-468c-9cff-e58fbb12082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440CCC0-BEB8-4A78-AD1E-70C979FF580A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480</TotalTime>
  <Words>283</Words>
  <Application>Microsoft Macintosh PowerPoint</Application>
  <PresentationFormat>Widescreen</PresentationFormat>
  <Paragraphs>40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ＭＳ Ｐゴシック</vt:lpstr>
      <vt:lpstr>Arial</vt:lpstr>
      <vt:lpstr>Calibri</vt:lpstr>
      <vt:lpstr>Calibri Light</vt:lpstr>
      <vt:lpstr>Office Theme</vt:lpstr>
      <vt:lpstr>Pairwise Sequence Alignment </vt:lpstr>
      <vt:lpstr>PowerPoint Presentation</vt:lpstr>
      <vt:lpstr>What is dynamic programming?</vt:lpstr>
      <vt:lpstr>Global vs. Local alignment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Pairwise Sequence Alignment</dc:title>
  <dc:creator>Hassaan Mehboob Awan</dc:creator>
  <cp:lastModifiedBy>(FA24-BSE-042) MUHAMMAD ABDULLAH</cp:lastModifiedBy>
  <cp:revision>8</cp:revision>
  <dcterms:created xsi:type="dcterms:W3CDTF">2020-10-07T11:27:23Z</dcterms:created>
  <dcterms:modified xsi:type="dcterms:W3CDTF">2025-06-27T11:55:16Z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0x010100F9885D919DB99A4B9F7C3E2BF41598A2</vt:lpwstr>
  </property>
</Properties>
</file>