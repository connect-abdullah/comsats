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ink/ink1.xml" ContentType="application/inkml+xml"/>
  <Override PartName="/ppt/tags/tag8.xml" ContentType="application/vnd.openxmlformats-officedocument.presentationml.tags+xml"/>
  <Override PartName="/ppt/ink/ink2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506" r:id="rId3"/>
    <p:sldId id="503" r:id="rId4"/>
    <p:sldId id="404" r:id="rId5"/>
    <p:sldId id="403" r:id="rId6"/>
    <p:sldId id="505" r:id="rId7"/>
    <p:sldId id="400" r:id="rId8"/>
    <p:sldId id="507" r:id="rId9"/>
    <p:sldId id="508" r:id="rId10"/>
    <p:sldId id="509" r:id="rId11"/>
    <p:sldId id="510" r:id="rId12"/>
    <p:sldId id="512" r:id="rId13"/>
    <p:sldId id="513" r:id="rId14"/>
    <p:sldId id="49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32AE3C-8EE5-4163-806F-FA5614C3AD0E}" v="17" dt="2023-03-13T07:43:40.4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481" autoAdjust="0"/>
  </p:normalViewPr>
  <p:slideViewPr>
    <p:cSldViewPr snapToGrid="0">
      <p:cViewPr varScale="1">
        <p:scale>
          <a:sx n="86" d="100"/>
          <a:sy n="86" d="100"/>
        </p:scale>
        <p:origin x="42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saan awan" userId="a51d85811057a577" providerId="LiveId" clId="{6632AE3C-8EE5-4163-806F-FA5614C3AD0E}"/>
    <pc:docChg chg="custSel modSld">
      <pc:chgData name="hassaan awan" userId="a51d85811057a577" providerId="LiveId" clId="{6632AE3C-8EE5-4163-806F-FA5614C3AD0E}" dt="2023-03-13T07:43:40.439" v="34"/>
      <pc:docMkLst>
        <pc:docMk/>
      </pc:docMkLst>
      <pc:sldChg chg="delSp mod modTransition delAnim">
        <pc:chgData name="hassaan awan" userId="a51d85811057a577" providerId="LiveId" clId="{6632AE3C-8EE5-4163-806F-FA5614C3AD0E}" dt="2023-03-13T06:40:41.261" v="20"/>
        <pc:sldMkLst>
          <pc:docMk/>
          <pc:sldMk cId="3351907696" sldId="260"/>
        </pc:sldMkLst>
        <pc:picChg chg="del">
          <ac:chgData name="hassaan awan" userId="a51d85811057a577" providerId="LiveId" clId="{6632AE3C-8EE5-4163-806F-FA5614C3AD0E}" dt="2023-03-13T06:03:02.056" v="0" actId="478"/>
          <ac:picMkLst>
            <pc:docMk/>
            <pc:sldMk cId="3351907696" sldId="260"/>
            <ac:picMk id="6" creationId="{82818740-81EA-4FB4-BF19-BAAFCDCAE530}"/>
          </ac:picMkLst>
        </pc:picChg>
      </pc:sldChg>
      <pc:sldChg chg="delSp mod modTransition delAnim">
        <pc:chgData name="hassaan awan" userId="a51d85811057a577" providerId="LiveId" clId="{6632AE3C-8EE5-4163-806F-FA5614C3AD0E}" dt="2023-03-13T06:40:46.288" v="26"/>
        <pc:sldMkLst>
          <pc:docMk/>
          <pc:sldMk cId="0" sldId="400"/>
        </pc:sldMkLst>
        <pc:picChg chg="del">
          <ac:chgData name="hassaan awan" userId="a51d85811057a577" providerId="LiveId" clId="{6632AE3C-8EE5-4163-806F-FA5614C3AD0E}" dt="2023-03-13T06:03:09.508" v="6" actId="478"/>
          <ac:picMkLst>
            <pc:docMk/>
            <pc:sldMk cId="0" sldId="400"/>
            <ac:picMk id="3" creationId="{EC21D485-F744-493E-8829-5138ADC8F114}"/>
          </ac:picMkLst>
        </pc:picChg>
      </pc:sldChg>
      <pc:sldChg chg="delSp mod modTransition delAnim">
        <pc:chgData name="hassaan awan" userId="a51d85811057a577" providerId="LiveId" clId="{6632AE3C-8EE5-4163-806F-FA5614C3AD0E}" dt="2023-03-13T06:40:44.521" v="24"/>
        <pc:sldMkLst>
          <pc:docMk/>
          <pc:sldMk cId="0" sldId="403"/>
        </pc:sldMkLst>
        <pc:picChg chg="del">
          <ac:chgData name="hassaan awan" userId="a51d85811057a577" providerId="LiveId" clId="{6632AE3C-8EE5-4163-806F-FA5614C3AD0E}" dt="2023-03-13T06:03:06.768" v="4" actId="478"/>
          <ac:picMkLst>
            <pc:docMk/>
            <pc:sldMk cId="0" sldId="403"/>
            <ac:picMk id="2" creationId="{FA7B4604-42FC-45CF-AD8B-1F56886313A4}"/>
          </ac:picMkLst>
        </pc:picChg>
      </pc:sldChg>
      <pc:sldChg chg="delSp mod modTransition delAnim">
        <pc:chgData name="hassaan awan" userId="a51d85811057a577" providerId="LiveId" clId="{6632AE3C-8EE5-4163-806F-FA5614C3AD0E}" dt="2023-03-13T06:40:43.588" v="23"/>
        <pc:sldMkLst>
          <pc:docMk/>
          <pc:sldMk cId="0" sldId="404"/>
        </pc:sldMkLst>
        <pc:picChg chg="del">
          <ac:chgData name="hassaan awan" userId="a51d85811057a577" providerId="LiveId" clId="{6632AE3C-8EE5-4163-806F-FA5614C3AD0E}" dt="2023-03-13T06:03:05.738" v="3" actId="478"/>
          <ac:picMkLst>
            <pc:docMk/>
            <pc:sldMk cId="0" sldId="404"/>
            <ac:picMk id="3" creationId="{05E6BB8A-D075-4C89-8D57-BEBD1E46B4DD}"/>
          </ac:picMkLst>
        </pc:picChg>
      </pc:sldChg>
      <pc:sldChg chg="delSp mod modTransition delAnim">
        <pc:chgData name="hassaan awan" userId="a51d85811057a577" providerId="LiveId" clId="{6632AE3C-8EE5-4163-806F-FA5614C3AD0E}" dt="2023-03-13T06:40:52.511" v="33"/>
        <pc:sldMkLst>
          <pc:docMk/>
          <pc:sldMk cId="0" sldId="496"/>
        </pc:sldMkLst>
        <pc:picChg chg="del">
          <ac:chgData name="hassaan awan" userId="a51d85811057a577" providerId="LiveId" clId="{6632AE3C-8EE5-4163-806F-FA5614C3AD0E}" dt="2023-03-13T06:03:26.513" v="14" actId="478"/>
          <ac:picMkLst>
            <pc:docMk/>
            <pc:sldMk cId="0" sldId="496"/>
            <ac:picMk id="5" creationId="{37F78A99-B732-4FAF-9714-97E957552F21}"/>
          </ac:picMkLst>
        </pc:picChg>
        <pc:inkChg chg="del">
          <ac:chgData name="hassaan awan" userId="a51d85811057a577" providerId="LiveId" clId="{6632AE3C-8EE5-4163-806F-FA5614C3AD0E}" dt="2023-03-13T06:04:24.828" v="19" actId="478"/>
          <ac:inkMkLst>
            <pc:docMk/>
            <pc:sldMk cId="0" sldId="496"/>
            <ac:inkMk id="4" creationId="{E41CAC89-670E-4C75-95AE-DA33CD3FE63C}"/>
          </ac:inkMkLst>
        </pc:inkChg>
      </pc:sldChg>
      <pc:sldChg chg="delSp mod modTransition delAnim">
        <pc:chgData name="hassaan awan" userId="a51d85811057a577" providerId="LiveId" clId="{6632AE3C-8EE5-4163-806F-FA5614C3AD0E}" dt="2023-03-13T06:40:42.754" v="22"/>
        <pc:sldMkLst>
          <pc:docMk/>
          <pc:sldMk cId="3046365072" sldId="503"/>
        </pc:sldMkLst>
        <pc:picChg chg="del">
          <ac:chgData name="hassaan awan" userId="a51d85811057a577" providerId="LiveId" clId="{6632AE3C-8EE5-4163-806F-FA5614C3AD0E}" dt="2023-03-13T06:03:04.635" v="2" actId="478"/>
          <ac:picMkLst>
            <pc:docMk/>
            <pc:sldMk cId="3046365072" sldId="503"/>
            <ac:picMk id="3" creationId="{CABA11E2-916B-4525-8FDE-711A581F98D1}"/>
          </ac:picMkLst>
        </pc:picChg>
      </pc:sldChg>
      <pc:sldChg chg="delSp mod modTransition delAnim">
        <pc:chgData name="hassaan awan" userId="a51d85811057a577" providerId="LiveId" clId="{6632AE3C-8EE5-4163-806F-FA5614C3AD0E}" dt="2023-03-13T06:40:45.422" v="25"/>
        <pc:sldMkLst>
          <pc:docMk/>
          <pc:sldMk cId="3690252786" sldId="505"/>
        </pc:sldMkLst>
        <pc:picChg chg="del">
          <ac:chgData name="hassaan awan" userId="a51d85811057a577" providerId="LiveId" clId="{6632AE3C-8EE5-4163-806F-FA5614C3AD0E}" dt="2023-03-13T06:03:07.984" v="5" actId="478"/>
          <ac:picMkLst>
            <pc:docMk/>
            <pc:sldMk cId="3690252786" sldId="505"/>
            <ac:picMk id="2" creationId="{98C53F78-E6FF-484B-AC80-D0881D4DBEB3}"/>
          </ac:picMkLst>
        </pc:picChg>
      </pc:sldChg>
      <pc:sldChg chg="delSp mod modTransition delAnim">
        <pc:chgData name="hassaan awan" userId="a51d85811057a577" providerId="LiveId" clId="{6632AE3C-8EE5-4163-806F-FA5614C3AD0E}" dt="2023-03-13T06:40:42.123" v="21"/>
        <pc:sldMkLst>
          <pc:docMk/>
          <pc:sldMk cId="0" sldId="506"/>
        </pc:sldMkLst>
        <pc:picChg chg="del">
          <ac:chgData name="hassaan awan" userId="a51d85811057a577" providerId="LiveId" clId="{6632AE3C-8EE5-4163-806F-FA5614C3AD0E}" dt="2023-03-13T06:03:03.445" v="1" actId="478"/>
          <ac:picMkLst>
            <pc:docMk/>
            <pc:sldMk cId="0" sldId="506"/>
            <ac:picMk id="4" creationId="{2E10658C-C63C-4A4E-A40F-8F5A9613E29D}"/>
          </ac:picMkLst>
        </pc:picChg>
      </pc:sldChg>
      <pc:sldChg chg="delSp mod modTransition delAnim">
        <pc:chgData name="hassaan awan" userId="a51d85811057a577" providerId="LiveId" clId="{6632AE3C-8EE5-4163-806F-FA5614C3AD0E}" dt="2023-03-13T06:40:47.182" v="27"/>
        <pc:sldMkLst>
          <pc:docMk/>
          <pc:sldMk cId="2285628000" sldId="507"/>
        </pc:sldMkLst>
        <pc:picChg chg="del">
          <ac:chgData name="hassaan awan" userId="a51d85811057a577" providerId="LiveId" clId="{6632AE3C-8EE5-4163-806F-FA5614C3AD0E}" dt="2023-03-13T06:03:10.569" v="7" actId="478"/>
          <ac:picMkLst>
            <pc:docMk/>
            <pc:sldMk cId="2285628000" sldId="507"/>
            <ac:picMk id="4" creationId="{C8D79FBD-B611-4DB2-9F17-5DBDD0D5E056}"/>
          </ac:picMkLst>
        </pc:picChg>
      </pc:sldChg>
      <pc:sldChg chg="delSp mod modTransition delAnim">
        <pc:chgData name="hassaan awan" userId="a51d85811057a577" providerId="LiveId" clId="{6632AE3C-8EE5-4163-806F-FA5614C3AD0E}" dt="2023-03-13T06:40:47.961" v="28"/>
        <pc:sldMkLst>
          <pc:docMk/>
          <pc:sldMk cId="180738466" sldId="508"/>
        </pc:sldMkLst>
        <pc:picChg chg="del">
          <ac:chgData name="hassaan awan" userId="a51d85811057a577" providerId="LiveId" clId="{6632AE3C-8EE5-4163-806F-FA5614C3AD0E}" dt="2023-03-13T06:03:13.822" v="8" actId="478"/>
          <ac:picMkLst>
            <pc:docMk/>
            <pc:sldMk cId="180738466" sldId="508"/>
            <ac:picMk id="7" creationId="{97A8A91E-7F73-49D7-A66C-4521187EF178}"/>
          </ac:picMkLst>
        </pc:picChg>
      </pc:sldChg>
      <pc:sldChg chg="addSp delSp mod modTransition delAnim">
        <pc:chgData name="hassaan awan" userId="a51d85811057a577" providerId="LiveId" clId="{6632AE3C-8EE5-4163-806F-FA5614C3AD0E}" dt="2023-03-13T07:43:40.439" v="34"/>
        <pc:sldMkLst>
          <pc:docMk/>
          <pc:sldMk cId="1540684917" sldId="509"/>
        </pc:sldMkLst>
        <pc:picChg chg="del">
          <ac:chgData name="hassaan awan" userId="a51d85811057a577" providerId="LiveId" clId="{6632AE3C-8EE5-4163-806F-FA5614C3AD0E}" dt="2023-03-13T06:03:15.634" v="9" actId="478"/>
          <ac:picMkLst>
            <pc:docMk/>
            <pc:sldMk cId="1540684917" sldId="509"/>
            <ac:picMk id="10" creationId="{274D3EA8-6BE7-40E0-9F92-28B00147D944}"/>
          </ac:picMkLst>
        </pc:picChg>
        <pc:inkChg chg="add">
          <ac:chgData name="hassaan awan" userId="a51d85811057a577" providerId="LiveId" clId="{6632AE3C-8EE5-4163-806F-FA5614C3AD0E}" dt="2023-03-13T07:43:40.439" v="34"/>
          <ac:inkMkLst>
            <pc:docMk/>
            <pc:sldMk cId="1540684917" sldId="509"/>
            <ac:inkMk id="3" creationId="{2C64DFB0-7CB1-0207-5195-D2BA79BCAE6A}"/>
          </ac:inkMkLst>
        </pc:inkChg>
        <pc:inkChg chg="del">
          <ac:chgData name="hassaan awan" userId="a51d85811057a577" providerId="LiveId" clId="{6632AE3C-8EE5-4163-806F-FA5614C3AD0E}" dt="2023-03-13T06:03:55.564" v="15" actId="478"/>
          <ac:inkMkLst>
            <pc:docMk/>
            <pc:sldMk cId="1540684917" sldId="509"/>
            <ac:inkMk id="8" creationId="{0F2E79CF-63A7-42A9-95F1-297055BF9118}"/>
          </ac:inkMkLst>
        </pc:inkChg>
      </pc:sldChg>
      <pc:sldChg chg="delSp modSp mod modTransition delAnim">
        <pc:chgData name="hassaan awan" userId="a51d85811057a577" providerId="LiveId" clId="{6632AE3C-8EE5-4163-806F-FA5614C3AD0E}" dt="2023-03-13T06:40:49.745" v="30"/>
        <pc:sldMkLst>
          <pc:docMk/>
          <pc:sldMk cId="3776948309" sldId="510"/>
        </pc:sldMkLst>
        <pc:picChg chg="del mod">
          <ac:chgData name="hassaan awan" userId="a51d85811057a577" providerId="LiveId" clId="{6632AE3C-8EE5-4163-806F-FA5614C3AD0E}" dt="2023-03-13T06:03:19.705" v="11" actId="478"/>
          <ac:picMkLst>
            <pc:docMk/>
            <pc:sldMk cId="3776948309" sldId="510"/>
            <ac:picMk id="7" creationId="{FAA66529-8A1E-4539-B490-A770FA853C5F}"/>
          </ac:picMkLst>
        </pc:picChg>
        <pc:inkChg chg="del">
          <ac:chgData name="hassaan awan" userId="a51d85811057a577" providerId="LiveId" clId="{6632AE3C-8EE5-4163-806F-FA5614C3AD0E}" dt="2023-03-13T06:04:03.084" v="16" actId="478"/>
          <ac:inkMkLst>
            <pc:docMk/>
            <pc:sldMk cId="3776948309" sldId="510"/>
            <ac:inkMk id="3" creationId="{6365EC5E-5192-49A5-86FD-683A0EC058F0}"/>
          </ac:inkMkLst>
        </pc:inkChg>
      </pc:sldChg>
      <pc:sldChg chg="addSp delSp mod modTransition delAnim">
        <pc:chgData name="hassaan awan" userId="a51d85811057a577" providerId="LiveId" clId="{6632AE3C-8EE5-4163-806F-FA5614C3AD0E}" dt="2023-03-13T07:43:40.439" v="34"/>
        <pc:sldMkLst>
          <pc:docMk/>
          <pc:sldMk cId="3661946314" sldId="512"/>
        </pc:sldMkLst>
        <pc:picChg chg="del">
          <ac:chgData name="hassaan awan" userId="a51d85811057a577" providerId="LiveId" clId="{6632AE3C-8EE5-4163-806F-FA5614C3AD0E}" dt="2023-03-13T06:03:22.282" v="12" actId="478"/>
          <ac:picMkLst>
            <pc:docMk/>
            <pc:sldMk cId="3661946314" sldId="512"/>
            <ac:picMk id="22" creationId="{18CC9664-2A66-4302-97E1-D5ED19025A7C}"/>
          </ac:picMkLst>
        </pc:picChg>
        <pc:inkChg chg="add">
          <ac:chgData name="hassaan awan" userId="a51d85811057a577" providerId="LiveId" clId="{6632AE3C-8EE5-4163-806F-FA5614C3AD0E}" dt="2023-03-13T07:43:40.439" v="34"/>
          <ac:inkMkLst>
            <pc:docMk/>
            <pc:sldMk cId="3661946314" sldId="512"/>
            <ac:inkMk id="3" creationId="{089573D4-5848-EEC6-C501-75E55B993701}"/>
          </ac:inkMkLst>
        </pc:inkChg>
        <pc:inkChg chg="del">
          <ac:chgData name="hassaan awan" userId="a51d85811057a577" providerId="LiveId" clId="{6632AE3C-8EE5-4163-806F-FA5614C3AD0E}" dt="2023-03-13T06:04:11.311" v="17" actId="478"/>
          <ac:inkMkLst>
            <pc:docMk/>
            <pc:sldMk cId="3661946314" sldId="512"/>
            <ac:inkMk id="21" creationId="{79577095-4B63-4CF9-9823-44A6FAD1B820}"/>
          </ac:inkMkLst>
        </pc:inkChg>
      </pc:sldChg>
      <pc:sldChg chg="delSp mod modTransition delAnim">
        <pc:chgData name="hassaan awan" userId="a51d85811057a577" providerId="LiveId" clId="{6632AE3C-8EE5-4163-806F-FA5614C3AD0E}" dt="2023-03-13T06:40:51.478" v="32"/>
        <pc:sldMkLst>
          <pc:docMk/>
          <pc:sldMk cId="2463372319" sldId="513"/>
        </pc:sldMkLst>
        <pc:picChg chg="del">
          <ac:chgData name="hassaan awan" userId="a51d85811057a577" providerId="LiveId" clId="{6632AE3C-8EE5-4163-806F-FA5614C3AD0E}" dt="2023-03-13T06:03:23.942" v="13" actId="478"/>
          <ac:picMkLst>
            <pc:docMk/>
            <pc:sldMk cId="2463372319" sldId="513"/>
            <ac:picMk id="7" creationId="{830B4700-CF09-498C-8C65-B13ADA03BD75}"/>
          </ac:picMkLst>
        </pc:picChg>
        <pc:inkChg chg="del">
          <ac:chgData name="hassaan awan" userId="a51d85811057a577" providerId="LiveId" clId="{6632AE3C-8EE5-4163-806F-FA5614C3AD0E}" dt="2023-03-13T06:04:17.496" v="18" actId="478"/>
          <ac:inkMkLst>
            <pc:docMk/>
            <pc:sldMk cId="2463372319" sldId="513"/>
            <ac:inkMk id="6" creationId="{157B3299-9DE1-4185-9E99-95D05C2F5EB1}"/>
          </ac:inkMkLst>
        </pc:ink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883981-E4C1-4423-834F-B18D328414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EFC8F22-F576-4B02-B3F4-C2665C4B201B}">
      <dgm:prSet/>
      <dgm:spPr/>
      <dgm:t>
        <a:bodyPr/>
        <a:lstStyle/>
        <a:p>
          <a:r>
            <a:rPr lang="en-US"/>
            <a:t>There should be some score for </a:t>
          </a:r>
          <a:r>
            <a:rPr lang="en-US" b="1"/>
            <a:t>matches</a:t>
          </a:r>
          <a:endParaRPr lang="en-US"/>
        </a:p>
      </dgm:t>
    </dgm:pt>
    <dgm:pt modelId="{29136EA5-721C-4CA2-A919-48D2444FD6D2}" type="parTrans" cxnId="{946EF3CB-C2C6-40BB-9B2C-DD76262935FB}">
      <dgm:prSet/>
      <dgm:spPr/>
      <dgm:t>
        <a:bodyPr/>
        <a:lstStyle/>
        <a:p>
          <a:endParaRPr lang="en-US"/>
        </a:p>
      </dgm:t>
    </dgm:pt>
    <dgm:pt modelId="{252B099A-F68C-498B-84D7-04DB59CEA1B5}" type="sibTrans" cxnId="{946EF3CB-C2C6-40BB-9B2C-DD76262935FB}">
      <dgm:prSet/>
      <dgm:spPr/>
      <dgm:t>
        <a:bodyPr/>
        <a:lstStyle/>
        <a:p>
          <a:endParaRPr lang="en-US"/>
        </a:p>
      </dgm:t>
    </dgm:pt>
    <dgm:pt modelId="{D5573C47-E8A9-4096-AF78-7146F5EE1A50}">
      <dgm:prSet/>
      <dgm:spPr/>
      <dgm:t>
        <a:bodyPr/>
        <a:lstStyle/>
        <a:p>
          <a:r>
            <a:rPr lang="en-US"/>
            <a:t>There must be a penalty for </a:t>
          </a:r>
          <a:r>
            <a:rPr lang="en-US" b="1"/>
            <a:t>mismatches</a:t>
          </a:r>
          <a:endParaRPr lang="en-US"/>
        </a:p>
      </dgm:t>
    </dgm:pt>
    <dgm:pt modelId="{1F7FCD15-4A8D-483C-B00D-82BE61DD2886}" type="parTrans" cxnId="{A2403E95-12D8-45F1-87DE-67271AEF3903}">
      <dgm:prSet/>
      <dgm:spPr/>
      <dgm:t>
        <a:bodyPr/>
        <a:lstStyle/>
        <a:p>
          <a:endParaRPr lang="en-US"/>
        </a:p>
      </dgm:t>
    </dgm:pt>
    <dgm:pt modelId="{AFA38585-9DB8-46F1-BCDE-DA75672FA037}" type="sibTrans" cxnId="{A2403E95-12D8-45F1-87DE-67271AEF3903}">
      <dgm:prSet/>
      <dgm:spPr/>
      <dgm:t>
        <a:bodyPr/>
        <a:lstStyle/>
        <a:p>
          <a:endParaRPr lang="en-US"/>
        </a:p>
      </dgm:t>
    </dgm:pt>
    <dgm:pt modelId="{588783A6-B701-41E2-A508-9C5301973150}">
      <dgm:prSet/>
      <dgm:spPr/>
      <dgm:t>
        <a:bodyPr/>
        <a:lstStyle/>
        <a:p>
          <a:r>
            <a:rPr lang="en-US"/>
            <a:t>There must be a penalty for </a:t>
          </a:r>
          <a:r>
            <a:rPr lang="en-US" b="1"/>
            <a:t>gaps</a:t>
          </a:r>
          <a:endParaRPr lang="en-US"/>
        </a:p>
      </dgm:t>
    </dgm:pt>
    <dgm:pt modelId="{9D70365D-AFEC-43EA-9E43-6EEA19B83CBF}" type="parTrans" cxnId="{5BDB81A1-2E52-4613-BB14-9613457B0DBB}">
      <dgm:prSet/>
      <dgm:spPr/>
      <dgm:t>
        <a:bodyPr/>
        <a:lstStyle/>
        <a:p>
          <a:endParaRPr lang="en-US"/>
        </a:p>
      </dgm:t>
    </dgm:pt>
    <dgm:pt modelId="{DD802CAD-4062-40DF-B99A-3582B7CBE669}" type="sibTrans" cxnId="{5BDB81A1-2E52-4613-BB14-9613457B0DBB}">
      <dgm:prSet/>
      <dgm:spPr/>
      <dgm:t>
        <a:bodyPr/>
        <a:lstStyle/>
        <a:p>
          <a:endParaRPr lang="en-US"/>
        </a:p>
      </dgm:t>
    </dgm:pt>
    <dgm:pt modelId="{61177E28-FC06-431C-A009-043998A2C86E}">
      <dgm:prSet/>
      <dgm:spPr/>
      <dgm:t>
        <a:bodyPr/>
        <a:lstStyle/>
        <a:p>
          <a:r>
            <a:rPr lang="en-US"/>
            <a:t>The total score is the sum of all matches and penalties</a:t>
          </a:r>
        </a:p>
      </dgm:t>
    </dgm:pt>
    <dgm:pt modelId="{B9B305F6-FDD1-4221-BAD4-D893CC14E449}" type="parTrans" cxnId="{2223B2DA-B121-4DAD-ABAF-6AE827F46A1D}">
      <dgm:prSet/>
      <dgm:spPr/>
      <dgm:t>
        <a:bodyPr/>
        <a:lstStyle/>
        <a:p>
          <a:endParaRPr lang="en-US"/>
        </a:p>
      </dgm:t>
    </dgm:pt>
    <dgm:pt modelId="{18C2F2B7-BDD3-40A1-88B7-42EAD2382F37}" type="sibTrans" cxnId="{2223B2DA-B121-4DAD-ABAF-6AE827F46A1D}">
      <dgm:prSet/>
      <dgm:spPr/>
      <dgm:t>
        <a:bodyPr/>
        <a:lstStyle/>
        <a:p>
          <a:endParaRPr lang="en-US"/>
        </a:p>
      </dgm:t>
    </dgm:pt>
    <dgm:pt modelId="{E65D8AD6-1922-49AA-8030-1B08D0614755}">
      <dgm:prSet/>
      <dgm:spPr/>
      <dgm:t>
        <a:bodyPr/>
        <a:lstStyle/>
        <a:p>
          <a:r>
            <a:rPr lang="en-US"/>
            <a:t>Total score will reflect the quality of alignment</a:t>
          </a:r>
        </a:p>
      </dgm:t>
    </dgm:pt>
    <dgm:pt modelId="{12929A17-4F61-41E8-837E-8E400CD62711}" type="parTrans" cxnId="{C760DF14-1E28-4E05-BD5E-8F46E78C904F}">
      <dgm:prSet/>
      <dgm:spPr/>
      <dgm:t>
        <a:bodyPr/>
        <a:lstStyle/>
        <a:p>
          <a:endParaRPr lang="en-US"/>
        </a:p>
      </dgm:t>
    </dgm:pt>
    <dgm:pt modelId="{6B778673-483F-4B29-8E39-30997F91D025}" type="sibTrans" cxnId="{C760DF14-1E28-4E05-BD5E-8F46E78C904F}">
      <dgm:prSet/>
      <dgm:spPr/>
      <dgm:t>
        <a:bodyPr/>
        <a:lstStyle/>
        <a:p>
          <a:endParaRPr lang="en-US"/>
        </a:p>
      </dgm:t>
    </dgm:pt>
    <dgm:pt modelId="{92B9924A-949E-4D66-AE0B-7AA9EF16153E}" type="pres">
      <dgm:prSet presAssocID="{B3883981-E4C1-4423-834F-B18D328414EA}" presName="root" presStyleCnt="0">
        <dgm:presLayoutVars>
          <dgm:dir/>
          <dgm:resizeHandles val="exact"/>
        </dgm:presLayoutVars>
      </dgm:prSet>
      <dgm:spPr/>
    </dgm:pt>
    <dgm:pt modelId="{5049DD44-AB95-4079-881C-5867CDAF95DB}" type="pres">
      <dgm:prSet presAssocID="{FEFC8F22-F576-4B02-B3F4-C2665C4B201B}" presName="compNode" presStyleCnt="0"/>
      <dgm:spPr/>
    </dgm:pt>
    <dgm:pt modelId="{F3CC7011-7CBC-4DF0-A5EE-9B72AA8AEBA7}" type="pres">
      <dgm:prSet presAssocID="{FEFC8F22-F576-4B02-B3F4-C2665C4B201B}" presName="bgRect" presStyleLbl="bgShp" presStyleIdx="0" presStyleCnt="4"/>
      <dgm:spPr/>
    </dgm:pt>
    <dgm:pt modelId="{C52952D6-1E1E-4E3C-8ED8-DE4EE5BABCD4}" type="pres">
      <dgm:prSet presAssocID="{FEFC8F22-F576-4B02-B3F4-C2665C4B20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47661E-418C-4BC3-922E-6EC27E333D5A}" type="pres">
      <dgm:prSet presAssocID="{FEFC8F22-F576-4B02-B3F4-C2665C4B201B}" presName="spaceRect" presStyleCnt="0"/>
      <dgm:spPr/>
    </dgm:pt>
    <dgm:pt modelId="{7ED4E31E-53AE-4EA2-8E4E-F1AD795990B4}" type="pres">
      <dgm:prSet presAssocID="{FEFC8F22-F576-4B02-B3F4-C2665C4B201B}" presName="parTx" presStyleLbl="revTx" presStyleIdx="0" presStyleCnt="5">
        <dgm:presLayoutVars>
          <dgm:chMax val="0"/>
          <dgm:chPref val="0"/>
        </dgm:presLayoutVars>
      </dgm:prSet>
      <dgm:spPr/>
    </dgm:pt>
    <dgm:pt modelId="{06C4FF7B-5DF5-49AA-8AEC-DC044D4B1369}" type="pres">
      <dgm:prSet presAssocID="{252B099A-F68C-498B-84D7-04DB59CEA1B5}" presName="sibTrans" presStyleCnt="0"/>
      <dgm:spPr/>
    </dgm:pt>
    <dgm:pt modelId="{6D7DF467-7FF1-4F37-9B2D-014B0D5699D1}" type="pres">
      <dgm:prSet presAssocID="{D5573C47-E8A9-4096-AF78-7146F5EE1A50}" presName="compNode" presStyleCnt="0"/>
      <dgm:spPr/>
    </dgm:pt>
    <dgm:pt modelId="{B0E88546-9E07-4E69-9710-94D2FC9F1EBE}" type="pres">
      <dgm:prSet presAssocID="{D5573C47-E8A9-4096-AF78-7146F5EE1A50}" presName="bgRect" presStyleLbl="bgShp" presStyleIdx="1" presStyleCnt="4"/>
      <dgm:spPr/>
    </dgm:pt>
    <dgm:pt modelId="{5191C635-5526-44D0-8DA7-915A0AED5D0E}" type="pres">
      <dgm:prSet presAssocID="{D5573C47-E8A9-4096-AF78-7146F5EE1A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82DABDC2-FA89-4933-AAD1-49C6C2640F11}" type="pres">
      <dgm:prSet presAssocID="{D5573C47-E8A9-4096-AF78-7146F5EE1A50}" presName="spaceRect" presStyleCnt="0"/>
      <dgm:spPr/>
    </dgm:pt>
    <dgm:pt modelId="{6F9E9BA0-2325-4039-8CC2-8FE5FEC81094}" type="pres">
      <dgm:prSet presAssocID="{D5573C47-E8A9-4096-AF78-7146F5EE1A50}" presName="parTx" presStyleLbl="revTx" presStyleIdx="1" presStyleCnt="5">
        <dgm:presLayoutVars>
          <dgm:chMax val="0"/>
          <dgm:chPref val="0"/>
        </dgm:presLayoutVars>
      </dgm:prSet>
      <dgm:spPr/>
    </dgm:pt>
    <dgm:pt modelId="{F31ABCF0-ABFF-45B7-B30A-AE12DC1C6006}" type="pres">
      <dgm:prSet presAssocID="{AFA38585-9DB8-46F1-BCDE-DA75672FA037}" presName="sibTrans" presStyleCnt="0"/>
      <dgm:spPr/>
    </dgm:pt>
    <dgm:pt modelId="{C94D96D3-13AC-4D31-BD01-4796415A20BA}" type="pres">
      <dgm:prSet presAssocID="{588783A6-B701-41E2-A508-9C5301973150}" presName="compNode" presStyleCnt="0"/>
      <dgm:spPr/>
    </dgm:pt>
    <dgm:pt modelId="{09F92665-E925-4454-BD4B-808262590C85}" type="pres">
      <dgm:prSet presAssocID="{588783A6-B701-41E2-A508-9C5301973150}" presName="bgRect" presStyleLbl="bgShp" presStyleIdx="2" presStyleCnt="4"/>
      <dgm:spPr/>
    </dgm:pt>
    <dgm:pt modelId="{70CF3B79-9DE7-44BC-BDF2-B0B673542572}" type="pres">
      <dgm:prSet presAssocID="{588783A6-B701-41E2-A508-9C530197315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18C47576-615D-410B-A1B5-F5C3309AE88C}" type="pres">
      <dgm:prSet presAssocID="{588783A6-B701-41E2-A508-9C5301973150}" presName="spaceRect" presStyleCnt="0"/>
      <dgm:spPr/>
    </dgm:pt>
    <dgm:pt modelId="{8F97AAB2-6D50-4C75-A494-5537398E3F6E}" type="pres">
      <dgm:prSet presAssocID="{588783A6-B701-41E2-A508-9C5301973150}" presName="parTx" presStyleLbl="revTx" presStyleIdx="2" presStyleCnt="5">
        <dgm:presLayoutVars>
          <dgm:chMax val="0"/>
          <dgm:chPref val="0"/>
        </dgm:presLayoutVars>
      </dgm:prSet>
      <dgm:spPr/>
    </dgm:pt>
    <dgm:pt modelId="{24FEB57C-6F17-4BE4-9BEE-005D423C7034}" type="pres">
      <dgm:prSet presAssocID="{DD802CAD-4062-40DF-B99A-3582B7CBE669}" presName="sibTrans" presStyleCnt="0"/>
      <dgm:spPr/>
    </dgm:pt>
    <dgm:pt modelId="{3C4C447D-C2BB-4C08-A97F-B2B587F311DF}" type="pres">
      <dgm:prSet presAssocID="{61177E28-FC06-431C-A009-043998A2C86E}" presName="compNode" presStyleCnt="0"/>
      <dgm:spPr/>
    </dgm:pt>
    <dgm:pt modelId="{B0892CD0-244F-4504-8CCB-A18E9EA71C3F}" type="pres">
      <dgm:prSet presAssocID="{61177E28-FC06-431C-A009-043998A2C86E}" presName="bgRect" presStyleLbl="bgShp" presStyleIdx="3" presStyleCnt="4"/>
      <dgm:spPr/>
    </dgm:pt>
    <dgm:pt modelId="{F4263E6D-2C63-450C-8F67-755DE477CD80}" type="pres">
      <dgm:prSet presAssocID="{61177E28-FC06-431C-A009-043998A2C86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E7A4592-318E-4E14-9668-840BD2076005}" type="pres">
      <dgm:prSet presAssocID="{61177E28-FC06-431C-A009-043998A2C86E}" presName="spaceRect" presStyleCnt="0"/>
      <dgm:spPr/>
    </dgm:pt>
    <dgm:pt modelId="{F95298CB-78F0-468F-9AFC-BB02A850CCB1}" type="pres">
      <dgm:prSet presAssocID="{61177E28-FC06-431C-A009-043998A2C86E}" presName="parTx" presStyleLbl="revTx" presStyleIdx="3" presStyleCnt="5">
        <dgm:presLayoutVars>
          <dgm:chMax val="0"/>
          <dgm:chPref val="0"/>
        </dgm:presLayoutVars>
      </dgm:prSet>
      <dgm:spPr/>
    </dgm:pt>
    <dgm:pt modelId="{2142B1F3-5205-443B-8B8B-92A7479945A5}" type="pres">
      <dgm:prSet presAssocID="{61177E28-FC06-431C-A009-043998A2C86E}" presName="desTx" presStyleLbl="revTx" presStyleIdx="4" presStyleCnt="5">
        <dgm:presLayoutVars/>
      </dgm:prSet>
      <dgm:spPr/>
    </dgm:pt>
  </dgm:ptLst>
  <dgm:cxnLst>
    <dgm:cxn modelId="{C760DF14-1E28-4E05-BD5E-8F46E78C904F}" srcId="{61177E28-FC06-431C-A009-043998A2C86E}" destId="{E65D8AD6-1922-49AA-8030-1B08D0614755}" srcOrd="0" destOrd="0" parTransId="{12929A17-4F61-41E8-837E-8E400CD62711}" sibTransId="{6B778673-483F-4B29-8E39-30997F91D025}"/>
    <dgm:cxn modelId="{C2066D5C-73ED-434C-9B34-DCA3A539A3C1}" type="presOf" srcId="{588783A6-B701-41E2-A508-9C5301973150}" destId="{8F97AAB2-6D50-4C75-A494-5537398E3F6E}" srcOrd="0" destOrd="0" presId="urn:microsoft.com/office/officeart/2018/2/layout/IconVerticalSolidList"/>
    <dgm:cxn modelId="{EB268084-13AF-427A-A353-10067A19BE36}" type="presOf" srcId="{61177E28-FC06-431C-A009-043998A2C86E}" destId="{F95298CB-78F0-468F-9AFC-BB02A850CCB1}" srcOrd="0" destOrd="0" presId="urn:microsoft.com/office/officeart/2018/2/layout/IconVerticalSolidList"/>
    <dgm:cxn modelId="{3F077E85-8A83-45C6-9ADC-6AF3AEE907C6}" type="presOf" srcId="{E65D8AD6-1922-49AA-8030-1B08D0614755}" destId="{2142B1F3-5205-443B-8B8B-92A7479945A5}" srcOrd="0" destOrd="0" presId="urn:microsoft.com/office/officeart/2018/2/layout/IconVerticalSolidList"/>
    <dgm:cxn modelId="{A2403E95-12D8-45F1-87DE-67271AEF3903}" srcId="{B3883981-E4C1-4423-834F-B18D328414EA}" destId="{D5573C47-E8A9-4096-AF78-7146F5EE1A50}" srcOrd="1" destOrd="0" parTransId="{1F7FCD15-4A8D-483C-B00D-82BE61DD2886}" sibTransId="{AFA38585-9DB8-46F1-BCDE-DA75672FA037}"/>
    <dgm:cxn modelId="{2E8CC099-B1F6-4A77-BD16-CEA9D360E475}" type="presOf" srcId="{FEFC8F22-F576-4B02-B3F4-C2665C4B201B}" destId="{7ED4E31E-53AE-4EA2-8E4E-F1AD795990B4}" srcOrd="0" destOrd="0" presId="urn:microsoft.com/office/officeart/2018/2/layout/IconVerticalSolidList"/>
    <dgm:cxn modelId="{5BDB81A1-2E52-4613-BB14-9613457B0DBB}" srcId="{B3883981-E4C1-4423-834F-B18D328414EA}" destId="{588783A6-B701-41E2-A508-9C5301973150}" srcOrd="2" destOrd="0" parTransId="{9D70365D-AFEC-43EA-9E43-6EEA19B83CBF}" sibTransId="{DD802CAD-4062-40DF-B99A-3582B7CBE669}"/>
    <dgm:cxn modelId="{946EF3CB-C2C6-40BB-9B2C-DD76262935FB}" srcId="{B3883981-E4C1-4423-834F-B18D328414EA}" destId="{FEFC8F22-F576-4B02-B3F4-C2665C4B201B}" srcOrd="0" destOrd="0" parTransId="{29136EA5-721C-4CA2-A919-48D2444FD6D2}" sibTransId="{252B099A-F68C-498B-84D7-04DB59CEA1B5}"/>
    <dgm:cxn modelId="{2223B2DA-B121-4DAD-ABAF-6AE827F46A1D}" srcId="{B3883981-E4C1-4423-834F-B18D328414EA}" destId="{61177E28-FC06-431C-A009-043998A2C86E}" srcOrd="3" destOrd="0" parTransId="{B9B305F6-FDD1-4221-BAD4-D893CC14E449}" sibTransId="{18C2F2B7-BDD3-40A1-88B7-42EAD2382F37}"/>
    <dgm:cxn modelId="{7CA46CDC-02F8-483D-BC67-FAFA6AB3F96C}" type="presOf" srcId="{D5573C47-E8A9-4096-AF78-7146F5EE1A50}" destId="{6F9E9BA0-2325-4039-8CC2-8FE5FEC81094}" srcOrd="0" destOrd="0" presId="urn:microsoft.com/office/officeart/2018/2/layout/IconVerticalSolidList"/>
    <dgm:cxn modelId="{D747D3F8-98C3-47EC-B005-938810B998F8}" type="presOf" srcId="{B3883981-E4C1-4423-834F-B18D328414EA}" destId="{92B9924A-949E-4D66-AE0B-7AA9EF16153E}" srcOrd="0" destOrd="0" presId="urn:microsoft.com/office/officeart/2018/2/layout/IconVerticalSolidList"/>
    <dgm:cxn modelId="{E8CE99C9-7EE7-4EFA-BA56-3AB5334D3FDA}" type="presParOf" srcId="{92B9924A-949E-4D66-AE0B-7AA9EF16153E}" destId="{5049DD44-AB95-4079-881C-5867CDAF95DB}" srcOrd="0" destOrd="0" presId="urn:microsoft.com/office/officeart/2018/2/layout/IconVerticalSolidList"/>
    <dgm:cxn modelId="{076783A3-F74D-4E82-9F54-71100D7992AA}" type="presParOf" srcId="{5049DD44-AB95-4079-881C-5867CDAF95DB}" destId="{F3CC7011-7CBC-4DF0-A5EE-9B72AA8AEBA7}" srcOrd="0" destOrd="0" presId="urn:microsoft.com/office/officeart/2018/2/layout/IconVerticalSolidList"/>
    <dgm:cxn modelId="{B76FB76B-9F0C-47D1-B2EA-A7F6BFC0647C}" type="presParOf" srcId="{5049DD44-AB95-4079-881C-5867CDAF95DB}" destId="{C52952D6-1E1E-4E3C-8ED8-DE4EE5BABCD4}" srcOrd="1" destOrd="0" presId="urn:microsoft.com/office/officeart/2018/2/layout/IconVerticalSolidList"/>
    <dgm:cxn modelId="{373379B2-69A4-4487-8BF4-F9BD0F5CC545}" type="presParOf" srcId="{5049DD44-AB95-4079-881C-5867CDAF95DB}" destId="{E747661E-418C-4BC3-922E-6EC27E333D5A}" srcOrd="2" destOrd="0" presId="urn:microsoft.com/office/officeart/2018/2/layout/IconVerticalSolidList"/>
    <dgm:cxn modelId="{9C4AAE06-60B4-43C1-B8F0-5662B52A9CAB}" type="presParOf" srcId="{5049DD44-AB95-4079-881C-5867CDAF95DB}" destId="{7ED4E31E-53AE-4EA2-8E4E-F1AD795990B4}" srcOrd="3" destOrd="0" presId="urn:microsoft.com/office/officeart/2018/2/layout/IconVerticalSolidList"/>
    <dgm:cxn modelId="{81015B18-6A84-4A49-87E3-1BD1D1C35BBD}" type="presParOf" srcId="{92B9924A-949E-4D66-AE0B-7AA9EF16153E}" destId="{06C4FF7B-5DF5-49AA-8AEC-DC044D4B1369}" srcOrd="1" destOrd="0" presId="urn:microsoft.com/office/officeart/2018/2/layout/IconVerticalSolidList"/>
    <dgm:cxn modelId="{1EF92CEF-C0FE-4ED9-B26A-DBC836C3463A}" type="presParOf" srcId="{92B9924A-949E-4D66-AE0B-7AA9EF16153E}" destId="{6D7DF467-7FF1-4F37-9B2D-014B0D5699D1}" srcOrd="2" destOrd="0" presId="urn:microsoft.com/office/officeart/2018/2/layout/IconVerticalSolidList"/>
    <dgm:cxn modelId="{D3E278AB-2CA6-4A71-A3EF-5E2F498FEA83}" type="presParOf" srcId="{6D7DF467-7FF1-4F37-9B2D-014B0D5699D1}" destId="{B0E88546-9E07-4E69-9710-94D2FC9F1EBE}" srcOrd="0" destOrd="0" presId="urn:microsoft.com/office/officeart/2018/2/layout/IconVerticalSolidList"/>
    <dgm:cxn modelId="{B5260C4E-F03B-434A-A88F-03832755A897}" type="presParOf" srcId="{6D7DF467-7FF1-4F37-9B2D-014B0D5699D1}" destId="{5191C635-5526-44D0-8DA7-915A0AED5D0E}" srcOrd="1" destOrd="0" presId="urn:microsoft.com/office/officeart/2018/2/layout/IconVerticalSolidList"/>
    <dgm:cxn modelId="{88849095-1412-4CA8-93C0-D65225724EAD}" type="presParOf" srcId="{6D7DF467-7FF1-4F37-9B2D-014B0D5699D1}" destId="{82DABDC2-FA89-4933-AAD1-49C6C2640F11}" srcOrd="2" destOrd="0" presId="urn:microsoft.com/office/officeart/2018/2/layout/IconVerticalSolidList"/>
    <dgm:cxn modelId="{265FBDE1-566D-4101-B373-E7CB42D5D3A0}" type="presParOf" srcId="{6D7DF467-7FF1-4F37-9B2D-014B0D5699D1}" destId="{6F9E9BA0-2325-4039-8CC2-8FE5FEC81094}" srcOrd="3" destOrd="0" presId="urn:microsoft.com/office/officeart/2018/2/layout/IconVerticalSolidList"/>
    <dgm:cxn modelId="{9C708980-FAB3-457A-8989-0EB9E652F666}" type="presParOf" srcId="{92B9924A-949E-4D66-AE0B-7AA9EF16153E}" destId="{F31ABCF0-ABFF-45B7-B30A-AE12DC1C6006}" srcOrd="3" destOrd="0" presId="urn:microsoft.com/office/officeart/2018/2/layout/IconVerticalSolidList"/>
    <dgm:cxn modelId="{65A1A1F3-A81A-4E07-9716-1AEC7096A1BC}" type="presParOf" srcId="{92B9924A-949E-4D66-AE0B-7AA9EF16153E}" destId="{C94D96D3-13AC-4D31-BD01-4796415A20BA}" srcOrd="4" destOrd="0" presId="urn:microsoft.com/office/officeart/2018/2/layout/IconVerticalSolidList"/>
    <dgm:cxn modelId="{B11E2617-99BE-43DA-AB26-4B3600CFD73F}" type="presParOf" srcId="{C94D96D3-13AC-4D31-BD01-4796415A20BA}" destId="{09F92665-E925-4454-BD4B-808262590C85}" srcOrd="0" destOrd="0" presId="urn:microsoft.com/office/officeart/2018/2/layout/IconVerticalSolidList"/>
    <dgm:cxn modelId="{7A803B36-F9C0-4911-B69E-88EE54EB812B}" type="presParOf" srcId="{C94D96D3-13AC-4D31-BD01-4796415A20BA}" destId="{70CF3B79-9DE7-44BC-BDF2-B0B673542572}" srcOrd="1" destOrd="0" presId="urn:microsoft.com/office/officeart/2018/2/layout/IconVerticalSolidList"/>
    <dgm:cxn modelId="{F0318EAB-FC7F-4492-9739-A0D82F03004D}" type="presParOf" srcId="{C94D96D3-13AC-4D31-BD01-4796415A20BA}" destId="{18C47576-615D-410B-A1B5-F5C3309AE88C}" srcOrd="2" destOrd="0" presId="urn:microsoft.com/office/officeart/2018/2/layout/IconVerticalSolidList"/>
    <dgm:cxn modelId="{72359761-A817-4F1A-A3DB-86F995A8FC90}" type="presParOf" srcId="{C94D96D3-13AC-4D31-BD01-4796415A20BA}" destId="{8F97AAB2-6D50-4C75-A494-5537398E3F6E}" srcOrd="3" destOrd="0" presId="urn:microsoft.com/office/officeart/2018/2/layout/IconVerticalSolidList"/>
    <dgm:cxn modelId="{AF5D6B8E-BA87-4624-947E-1B4E4B2B7C8D}" type="presParOf" srcId="{92B9924A-949E-4D66-AE0B-7AA9EF16153E}" destId="{24FEB57C-6F17-4BE4-9BEE-005D423C7034}" srcOrd="5" destOrd="0" presId="urn:microsoft.com/office/officeart/2018/2/layout/IconVerticalSolidList"/>
    <dgm:cxn modelId="{8334923E-76FB-4C3C-B274-5ACC44CB3CF4}" type="presParOf" srcId="{92B9924A-949E-4D66-AE0B-7AA9EF16153E}" destId="{3C4C447D-C2BB-4C08-A97F-B2B587F311DF}" srcOrd="6" destOrd="0" presId="urn:microsoft.com/office/officeart/2018/2/layout/IconVerticalSolidList"/>
    <dgm:cxn modelId="{A5974160-1379-4566-8CBD-8CCAFFB36A35}" type="presParOf" srcId="{3C4C447D-C2BB-4C08-A97F-B2B587F311DF}" destId="{B0892CD0-244F-4504-8CCB-A18E9EA71C3F}" srcOrd="0" destOrd="0" presId="urn:microsoft.com/office/officeart/2018/2/layout/IconVerticalSolidList"/>
    <dgm:cxn modelId="{C6CACBC8-BF4A-4D48-B19C-124754949422}" type="presParOf" srcId="{3C4C447D-C2BB-4C08-A97F-B2B587F311DF}" destId="{F4263E6D-2C63-450C-8F67-755DE477CD80}" srcOrd="1" destOrd="0" presId="urn:microsoft.com/office/officeart/2018/2/layout/IconVerticalSolidList"/>
    <dgm:cxn modelId="{D3E07736-050C-4C43-BA15-01F55CDF3A35}" type="presParOf" srcId="{3C4C447D-C2BB-4C08-A97F-B2B587F311DF}" destId="{0E7A4592-318E-4E14-9668-840BD2076005}" srcOrd="2" destOrd="0" presId="urn:microsoft.com/office/officeart/2018/2/layout/IconVerticalSolidList"/>
    <dgm:cxn modelId="{7C64C624-A1CD-4903-A9D3-79860E8D8A24}" type="presParOf" srcId="{3C4C447D-C2BB-4C08-A97F-B2B587F311DF}" destId="{F95298CB-78F0-468F-9AFC-BB02A850CCB1}" srcOrd="3" destOrd="0" presId="urn:microsoft.com/office/officeart/2018/2/layout/IconVerticalSolidList"/>
    <dgm:cxn modelId="{35A76187-14E8-4880-A36D-6CBA82082E88}" type="presParOf" srcId="{3C4C447D-C2BB-4C08-A97F-B2B587F311DF}" destId="{2142B1F3-5205-443B-8B8B-92A7479945A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C7011-7CBC-4DF0-A5EE-9B72AA8AEBA7}">
      <dsp:nvSpPr>
        <dsp:cNvPr id="0" name=""/>
        <dsp:cNvSpPr/>
      </dsp:nvSpPr>
      <dsp:spPr>
        <a:xfrm>
          <a:off x="0" y="2312"/>
          <a:ext cx="6269038" cy="11721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952D6-1E1E-4E3C-8ED8-DE4EE5BABCD4}">
      <dsp:nvSpPr>
        <dsp:cNvPr id="0" name=""/>
        <dsp:cNvSpPr/>
      </dsp:nvSpPr>
      <dsp:spPr>
        <a:xfrm>
          <a:off x="354561" y="266036"/>
          <a:ext cx="644657" cy="644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4E31E-53AE-4EA2-8E4E-F1AD795990B4}">
      <dsp:nvSpPr>
        <dsp:cNvPr id="0" name=""/>
        <dsp:cNvSpPr/>
      </dsp:nvSpPr>
      <dsp:spPr>
        <a:xfrm>
          <a:off x="1353781" y="2312"/>
          <a:ext cx="4915256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There should be some score for </a:t>
          </a:r>
          <a:r>
            <a:rPr lang="en-US" sz="2200" b="1" kern="1200"/>
            <a:t>matches</a:t>
          </a:r>
          <a:endParaRPr lang="en-US" sz="2200" kern="1200"/>
        </a:p>
      </dsp:txBody>
      <dsp:txXfrm>
        <a:off x="1353781" y="2312"/>
        <a:ext cx="4915256" cy="1172105"/>
      </dsp:txXfrm>
    </dsp:sp>
    <dsp:sp modelId="{B0E88546-9E07-4E69-9710-94D2FC9F1EBE}">
      <dsp:nvSpPr>
        <dsp:cNvPr id="0" name=""/>
        <dsp:cNvSpPr/>
      </dsp:nvSpPr>
      <dsp:spPr>
        <a:xfrm>
          <a:off x="0" y="1467444"/>
          <a:ext cx="6269038" cy="11721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1C635-5526-44D0-8DA7-915A0AED5D0E}">
      <dsp:nvSpPr>
        <dsp:cNvPr id="0" name=""/>
        <dsp:cNvSpPr/>
      </dsp:nvSpPr>
      <dsp:spPr>
        <a:xfrm>
          <a:off x="354561" y="1731167"/>
          <a:ext cx="644657" cy="644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E9BA0-2325-4039-8CC2-8FE5FEC81094}">
      <dsp:nvSpPr>
        <dsp:cNvPr id="0" name=""/>
        <dsp:cNvSpPr/>
      </dsp:nvSpPr>
      <dsp:spPr>
        <a:xfrm>
          <a:off x="1353781" y="1467444"/>
          <a:ext cx="4915256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There must be a penalty for </a:t>
          </a:r>
          <a:r>
            <a:rPr lang="en-US" sz="2200" b="1" kern="1200"/>
            <a:t>mismatches</a:t>
          </a:r>
          <a:endParaRPr lang="en-US" sz="2200" kern="1200"/>
        </a:p>
      </dsp:txBody>
      <dsp:txXfrm>
        <a:off x="1353781" y="1467444"/>
        <a:ext cx="4915256" cy="1172105"/>
      </dsp:txXfrm>
    </dsp:sp>
    <dsp:sp modelId="{09F92665-E925-4454-BD4B-808262590C85}">
      <dsp:nvSpPr>
        <dsp:cNvPr id="0" name=""/>
        <dsp:cNvSpPr/>
      </dsp:nvSpPr>
      <dsp:spPr>
        <a:xfrm>
          <a:off x="0" y="2932575"/>
          <a:ext cx="6269038" cy="11721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F3B79-9DE7-44BC-BDF2-B0B673542572}">
      <dsp:nvSpPr>
        <dsp:cNvPr id="0" name=""/>
        <dsp:cNvSpPr/>
      </dsp:nvSpPr>
      <dsp:spPr>
        <a:xfrm>
          <a:off x="354561" y="3196299"/>
          <a:ext cx="644657" cy="644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7AAB2-6D50-4C75-A494-5537398E3F6E}">
      <dsp:nvSpPr>
        <dsp:cNvPr id="0" name=""/>
        <dsp:cNvSpPr/>
      </dsp:nvSpPr>
      <dsp:spPr>
        <a:xfrm>
          <a:off x="1353781" y="2932575"/>
          <a:ext cx="4915256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There must be a penalty for </a:t>
          </a:r>
          <a:r>
            <a:rPr lang="en-US" sz="2200" b="1" kern="1200"/>
            <a:t>gaps</a:t>
          </a:r>
          <a:endParaRPr lang="en-US" sz="2200" kern="1200"/>
        </a:p>
      </dsp:txBody>
      <dsp:txXfrm>
        <a:off x="1353781" y="2932575"/>
        <a:ext cx="4915256" cy="1172105"/>
      </dsp:txXfrm>
    </dsp:sp>
    <dsp:sp modelId="{B0892CD0-244F-4504-8CCB-A18E9EA71C3F}">
      <dsp:nvSpPr>
        <dsp:cNvPr id="0" name=""/>
        <dsp:cNvSpPr/>
      </dsp:nvSpPr>
      <dsp:spPr>
        <a:xfrm>
          <a:off x="0" y="4397707"/>
          <a:ext cx="6269038" cy="11721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63E6D-2C63-450C-8F67-755DE477CD80}">
      <dsp:nvSpPr>
        <dsp:cNvPr id="0" name=""/>
        <dsp:cNvSpPr/>
      </dsp:nvSpPr>
      <dsp:spPr>
        <a:xfrm>
          <a:off x="354561" y="4661430"/>
          <a:ext cx="644657" cy="644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298CB-78F0-468F-9AFC-BB02A850CCB1}">
      <dsp:nvSpPr>
        <dsp:cNvPr id="0" name=""/>
        <dsp:cNvSpPr/>
      </dsp:nvSpPr>
      <dsp:spPr>
        <a:xfrm>
          <a:off x="1353781" y="4397707"/>
          <a:ext cx="2821067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total score is the sum of all matches and penalties</a:t>
          </a:r>
        </a:p>
      </dsp:txBody>
      <dsp:txXfrm>
        <a:off x="1353781" y="4397707"/>
        <a:ext cx="2821067" cy="1172105"/>
      </dsp:txXfrm>
    </dsp:sp>
    <dsp:sp modelId="{2142B1F3-5205-443B-8B8B-92A7479945A5}">
      <dsp:nvSpPr>
        <dsp:cNvPr id="0" name=""/>
        <dsp:cNvSpPr/>
      </dsp:nvSpPr>
      <dsp:spPr>
        <a:xfrm>
          <a:off x="4174848" y="4397707"/>
          <a:ext cx="2094189" cy="1172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048" tIns="124048" rIns="124048" bIns="12404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Total score will reflect the quality of alignment</a:t>
          </a:r>
        </a:p>
      </dsp:txBody>
      <dsp:txXfrm>
        <a:off x="4174848" y="4397707"/>
        <a:ext cx="2094189" cy="1172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13T07:03:23.6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10224 9862 72 0,'-5'5'30'0,"5"-5"-24"0,0 0-1 0,0 0-2 15,0 0-34-15,0 0-14 16</inkml:trace>
  <inkml:trace contextRef="#ctx0" brushRef="#br0" timeOffset="1526.95">10343 9627 148 0,'0'0'57'0,"0"0"-44"0,0 10-1 0,0-10-5 15,0 0-5-15,0 5-4 16,0 5 1-16,0 5 1 15,-23 5-3-15,0 10 2 16,-10 10 1-16,-7 0 0 16,-5 0 4-16,0 0 9 15,6 0-7-15,-12 0 6 0,6 0-9 16,6-5-1-16,5-5 11 16,12-10 8-16,-7-5-1 15,18-5 9 1,-6 5-16-16,6-5 2 0,5 0-5 15,1-5-1-15,5-5-8 16,5-10-2 0,7 5 0-16,10-15-2 0,-5-5 1 15,6-5 0 1,5 5 0-16,11-10 2 0,-5 0 0 16,-6 0 0-1,6 10 0-15,-6-5-3 16,0 10 2-16,0 0 1 0,-17 5-5 0,6 0 1 15,-5 5 0-15,-1 0 2 16,0 0 1-16,0 5-2 0,-5 0 0 16,0-5-7-1,5 10 5-15,-11 0-2 16,0 5 2-16,0 15 1 16,0 10 4-16,-17 10 2 15,0 5 0-15,0 5-2 0,-5 0 1 16,-1 0-1-16,-5 0 0 15,0-5 0-15,5-5 2 16,6 0-1-16,-5-10-1 16,11-5-2-16,5-5 1 0,-5-5-1 15,5 0-2-15,6-10 0 32,17 5 3-32,0-15 2 0,11-10-2 15,6-5 0-15,5-5-1 16,-5-5 3-1,5 0-1-15,1-10 3 16,-1 10-2-16,-16-5-3 16,11 10 1-16,5-5 1 0,-11 5-3 15,0 0 2-15,0 5-1 16,0 5 0-16,-5 0-9 16,-6 5-19-1,0 5 16-15,-6 5-6 0,0 10 14 0,-11 5 7 16,-17 15 5-16,0 10 4 15,-5 5-5-15,-12 5-1 0,0 5 2 16,6 0 3-16,-5 0 2 16,4-10 12-1,13 0-12-15,-7-5 1 16,6-5-6-16,0-10 4 16,6 0-6-16,5-5 0 15,1-5-7-15,5-15 0 16,5 0 1-16,12-30 3 15,0 5 0-15,23-25-1 16,-1 5 1-16,6-15 3 16,6 10-2-16,5-5 6 15,0 10-3-15,-16 10 3 16,-1 5-5-16,-11 0-2 16,0 15 0-16,-17 0-1 15,6 5 0-15,-5 0-3 16,-1 5 2-16,-17 20 1 15,-11 10 4-15,-11 5 0 16,-6 10 3-16,1 5-4 16,5 0 0-16,-6 5 1 0,11-10 2 31,1 5-3-31,5-5-2 0,0-10 0 16,6-5-1-16,-1-5 6 15,7-5 4-15,-1-5-5 16,6-10-3-16,11-15 1 0,12-10 0 0,11-10 3 15,11-10-3-15,0 5-2 16,-6 5-3 0,6 5 1-16,-17 0 1 15,1 15 0-15,-7 0 0 16,-5 0 2-16,-11 5 1 16,5 0-4-16,-17 10-1 15,6 10 1-15,-22 15-2 16,-12 20 4-16,-6 10-1 15,12 5 0-15,-11 15 1 16,0-10-4-16,10-15-4 16,13 5 3-16,4-19-2 0,-5-6-1 15,12-5 1-15,10-10 8 16,1-15 4 0,11-5-3-16,17-30-2 0,11-10 0 15,5-21-1-15,7 6-3 16,-12 10 2-1,5 5 1-15,-5 0 0 16,-5 10 0-16,-7 5 0 0,-4 5-5 16,-7 5 3-1,-16 25 10 1,-1 10-5-16,-33 45 4 0,-17 25 7 16,0 5 3-16,6-5 3 15,5-24-3 1,6-1-9-16,11-5-4 0,6-5-30 0,5-10-129 15,6 0 83-15</inkml:trace>
  <inkml:trace contextRef="#ctx0" brushRef="#br0" timeOffset="23701.95">11930 9912 132 0,'5'-15'52'16,"-5"15"-41"-16,0 0-7 0,0 0-4 0,0 0-51 15,0-5-20-15,0 0 31 16,0 0 16-16</inkml:trace>
  <inkml:trace contextRef="#ctx0" brushRef="#br0" timeOffset="24736.69">11935 9852 192 0,'-11'0'74'0,"11"0"-58"0,-23-5-4 0,12 0-6 15,11 10-6-15,-11-5-3 16,0 0 2-16,-1 0 3 16,12 0-1-16,-16 0 10 15,16 0-5-15,-6 0 8 16,6 0-11-16,6 0 8 16,10 0-6-16,-10-5 8 15,17 5-7-15,5-5-1 16,11-5-3-16,-5-5 1 15,11 0-4-15,-6 0-6 16,6 0 3-16,6-5 0 16,-6 0 0-16,-17 5-4 15,6 5 4-15,-12 5-2 16,-5 0-6-16,-5 0 1 16,-1 10 5-16,-11 0 5 15,-11 10 2-15,-12 10-1 16,6 0 1-16,-17-5-4 15,12 5 2-15,-18-5 3 16,12 5-1-16,-5-5 2 16,4 0-2-16,1-5 2 15,11 5-2-15,1-10-5 16,4 0 2-16,7-5-6 0,5 5 7 16,5-10 5-16,18 5-2 15,-1-5-1 1,12 5 0-16,11-5-1 0,6 0 0 15,5 0 2-15,0 0-1 0,-5 0-3 16,-6 0 1-16,-11 0-1 16,-6 0-13-16,-6 0-9 15,1 10 12-15,-23 0 0 16,-6 10 7-16,-27 0 3 16,-12 10 2-16,-6-5 6 15,6 5-3-15,-17-5 12 16,11 5-8-16,-5-5 5 15,11-5-4-15,11 0-1 16,6-5 6-16,6-5 3 16,10 0-8-16,7-10 0 15,10 5-5-15,18-10-2 16,-1 0 0-16,12-5-1 16,5 5 0-16,-5-5-3 15,0 10 2-15,-6-10-17 16,-5 10 10-16,-6-5-14 15,-1 10 12-15,-21 0 5 16,-1 5 4-16,-28 10 3 0,-11 10 1 16,-5 0 12-1,5 0-8-15,-6 0 5 0,6-5-2 16,11-10 1 0,12 5-6-16,-1-10 1 15,6 0-3-15,17-5 0 16,12 0-1-16,16-15-2 0,11 5 1 15,12-15-1-15,5 5 0 0,0 0-7 16,-5 5 4-16,-6 5-27 16,-6 5 16-16,-16 5-22 15,-1 10 20-15,-27 10 4 16,-18 10 7-16,-22 5 13 16,0 5-5-16,-11 0 20 15,11-4-14-15,6-11 23 16,10-5-18-16,1-10 4 15,17 0-10-15,11-15 1 16,11 5-5-16,17-10 9 16,6 5-7-16,11-5 8 15,0 5-8-15,0 0 3 16,0 5-5-16,-11-5 2 0,0 5-76 16,-17-10-78-1,5 0 76-15</inkml:trace>
  <inkml:trace contextRef="#ctx0" brushRef="#br0" timeOffset="42769.06">10207 11283 188 0,'0'0'71'0,"0"0"-55"0,0 10-9 0,0-5-10 16,0 10-2-16,0 15 1 0,-5 10-4 15,-6 10 0-15,-12 15 10 16,-5-5 6-16,0 0-3 16,-6-5-1-16,11-5 2 0,-5-10-3 15,17-5 0-15,-6-15 1 31,6 5-2-31,11-10 1 0,11-10 0 0,6-10 3 16,6 0-3-16,5-20 0 16,11 0-1-16,12-30-6 15,5 0 2-15,0-10-1 16,-5 5 1-16,-17 15 6 16,5 10-2-16,-11 0 10 15,-5 20-6-15,-12 10 12 16,0 15-10-16,-16 20 7 15,5 0-8-15,-12 15 2 16,1 0-3-16,-11-15-3 16,16 0-2-16,-5-10-22 15,11 5 11-15,-6 0-14 0,6-10 10 16,6 0 2-16,5-10 10 16,6-5 6-16,5-10-2 15,7-5 1-15,-13 0 3 0,7 0 3 16,-6 5 5-16,-6 0-6 15,0 5 0-15,-5 0-6 16,5 15-2-16,-22 15 2 16,0 5 1-16,-6 5-4 31,0 10 1-31,-17 20-5 16,6 0 3-16,0-10 1 0,11-10-2 15,0-15 9 1,12 0-4-16,5-20 9 0,16-15 0 15,7-20 1-15,5 0-9 0,-5 5-1 16,16-15-2-16,17-10 0 16,-28 20 0-16,1 5-7 0,-1 0 0 15,-11 10-10 1,5 5 9-16,-22 25 13 16,-11 15-3-16,-6 10 3 15,0-10-8-15,6-10-7 16,5 5 5-16,17-5-2 15,18-20 11-15,21-15 4 16,18-15-1-16,-1-5-4 16,1 0-2-16,16-10-3 15,-22 5-1-15,-17 10 8 16,0 5-3-16,-11 20 11 0,-12 10 6 16,-10 10-39-1,-1 5 12-15,-5 15-38 0,16-5-56 16,23-35-28-16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13T07:16:20.4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7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1" units="1/dev"/>
        </inkml:channelProperties>
      </inkml:inkSource>
      <inkml:timestamp xml:id="ts1" timeString="2023-03-13T07:32:29.056"/>
    </inkml:context>
  </inkml:definitions>
  <inkml:trace contextRef="#ctx0" brushRef="#br0">6763 6777 136 0,'17'-5'52'0,"-17"5"-41"0,0 5 13 0,0-5 2 16,0 0-1-16,0 0 2 16,0 0-9-16,0 0 0 15,0 0-11-15,0 0-2 0,0 0-1 16,0 0 6-16,6 0 6 15,-6 0 3-15,11 0 1 16,0 0 0-16,6 0 2 16,0 0-6-16,0-5-1 15,0 10-14-15,0-5-3 0,-6 0-8 16,0 5-4-16,6-5 8 16,-11 5 2-16,-1-5 4 15,-5 0 0-15,0 0 0 16,0 0 2-16,0 0-10 15,0 0-2-15,0 0-26 16,0 0-9-16,0 0-65 16</inkml:trace>
  <inkml:trace contextRef="#ctx0" brushRef="#br0" timeOffset="1137.84">7230 6577 172 0,'-11'0'66'0,"11"0"-52"0,0 0 3 16,0 0-2-16,0 0-15 15,-11 0-4-15,5 0-18 0,-5 0-9 16,5 0 17-16,-5 0 9 0,5 0 8 16,1 0 22-16,5 0 8 15,-12 0-1-15,12 0 1 16,-5 0-10-16,5-5-2 16,0 0-8-16,0 0-3 15,0-5-5-15,0 0-4 16,5 0 4-16,7 0 1 15,-1 0 2-15,6-5 2 16,11 0 1-16,-6 0 1 16,7 0-4-16,-1 5 0 15,0 0-7-15,0 5-1 16,-5 5-2-16,-7 0-2 16,-4 10 3-16,5 5 0 0,-6-5-2 15,6 5 0-15,-12 0 2 16,12 0 2-16,-11 0-2 15,5 0-2-15,-11 0 4 16,6 5 3-16,-1 0-1 16,-5 0-2-16,0 5 2 15,-5 0 0-15,-1-5 1 16,-5 0 2-16,5 0-3 16,-11 0-2-16,0 5 0 15,-5-5-1-15,-1 5 4 16,-16 0 2-16,0 0-5 15,5 5-2-15,-6 5 2 0,1 0 1 16,0 0 0-16,11-5 1 16,5 0 0-16,1-5 3 15,5 0-1-15,11 0 0 16,-11-10 1-16,17-5 1 16,-11 0-1-16,5-5 1 15,6-5-4-15,17-5 0 16,-11 0-3-16,11-5-3 15,16 0 2-15,-4 0 0 16,10-5-2-16,6 5 2 16,0 0-4-16,6 5-1 15,-6 0 3-15,5 5 3 16,1 0 1-16,0 0-1 16,5 0 1-16,-17 0-1 0,1 0-3 15,-7 0 2-15,-10 0-6 16,-6 0-3-16,0 0-8 15,-6 5-3-15,-11 10 0 16,-6 0 0-16,1 5-6 16,5-5 0-16,0-5-85 15</inkml:trace>
  <inkml:trace contextRef="#ctx0" brushRef="#br0" timeOffset="11811.75">6645 6292 184 0,'0'0'71'0,"0"0"-55"0,0 0 17 0,0 0 7 0,0 0-19 16,0 0-6-16,6-10-5 16,-1 5-2-16,6 0-4 15,-5 0 4-15,5-5 4 0,-11 5-2 16,0 5 2-16,6 0-7 15,-6 0-3-15,0 0-4 16,0 0 1-16,0 0-4 16,0 0 1-16,-6 0 0 15,6 5 2-15,-11 5 1 16,5-5 1-16,-10-5 0 16,-1 0 2-16,11 0-1 15,-16 0 2-15,5 0-2 0,0-5 2 16,-6 5-2-16,-11 0-1 15,-5 5-2 1,0 0-1-16,-12 0-1 0,6 5 3 16,-11-5 0-16,5 0 3 15,6 0-1-15,6 0-1 16,-1-5 3-16,1 0 0 16,-1 0-1-16,12-5 1 15,6 0-2-15,-1 5 2 16,6 0-2-16,12 0 2 15,-12 0-2-15,6 0 2 16,5 0 0-16,6 0 1 16,-11 0-5-16,5 0 1 15,6 0-2-15,0 0-2 0,0 0-15 16,0 0-5-16,0 0-17 16,0 0-4-16,-5 0-58 15</inkml:trace>
  <inkml:trace contextRef="#ctx0" brushRef="#br0" timeOffset="12173.33">5998 6082 192 0,'0'0'71'0,"0"-10"-55"0,0 20-9 0,0-10-6 0,0 0-34 16,0 0-11-16,0 0-26 16,0-10-8-16</inkml:trace>
  <inkml:trace contextRef="#ctx0" brushRef="#br0" timeOffset="12908.23">5998 6062 236 0,'0'-5'90'0,"0"0"-70"0,0 5 10 16,0 0 2-16,0 0-16 16,0 0-1-16,0 0-11 15,0 0-3-15,0 0-1 16,0 0 0-16,0 0 2 0,0 0 3 16,0 0 2-16,0 0-1 15,0 0-1-15,0 0-3 16,0 0-2-16,0 0 3 15,0 0 0-15,0 0-1 0,0 0 1 16,-12 0-7-16,1 5 1 16,-6-5 1-16,-5 5 3 15,-12 0 0-15,-5 0-1 16,-1 5 1-16,-10-5-1 16,5 0 0-16,5 0 0 15,-10 5 2-15,10-10 3 16,6 5 0-16,6 0 0 15,6 0-3-15,-12 5 1 16,11-5-4-16,7 0 0 16,-7 5 1-16,6-5 0 15,0 0 0-15,0 0 0 16,12 0 0-16,-12-5 0 0,17 5 2 16,-11-5 1-16,5 0 1 15,6 0 0-15,-6 0-2 16,6 0 1-16,0 0-4 15,0 0 0-15,0 0 1 16,0 0 2-16,0 0-1 16,0 0 2-16,0 0 2 15,0 0 4-15,0 0 2 16,0 0 1-16,0 0-9 16,0 0-1-16,0 0-2 15,0 0 2-15,0 0-3 16,6 10-2-16,0 5 4 15,10 0 1-15,7 5 8 16,11 0 6-16,0 5-4 0,5-5-2 16,0 0-5-16,-16 0-2 15,11-5-1-15,-18-5-2 16,7 0 1-16,-17 0 1 16,5-5-1-16,-5 0-1 15,5 5-2-15,-11 0-1 16,5 5 2-16,1 5 2 15,5-10-5-15,-11 5-1 16,6 0-7-16,5-5 0 16,-11 0-18-16,6 0-8 15,-1 0-62-15,-16-10-80 16</inkml:trace>
  <inkml:trace contextRef="#ctx0" brushRef="#br0" timeOffset="65587.83">9059 6772 76 0,'6'-5'30'0,"11"5"-24"0,17 0-34 15,-12 5-15-15</inkml:trace>
  <inkml:trace contextRef="#ctx0" brushRef="#br0" timeOffset="65859.13">9617 7192 288 0,'0'0'107'0,"0"0"-83"0,-12 0-3 0,12 0-4 16,-5 0-22-16,-1 0-3 16,0 0-17-16,-5 0-4 15,0 0 15-15,0 0 3 0,-6 0 3 16,0 0 5-16,-6 0 3 16,6-10 3-16,1 5 3 15,4 0 1-15,1 0 3 0,0 0-7 16,5 0-4-16,-11-5-38 15,0-20-16-15,1 5-38 16</inkml:trace>
  <inkml:trace contextRef="#ctx0" brushRef="#br0" timeOffset="-214677.75">8373 6942 212 0,'17'-5'82'0,"-17"10"-64"0,5-5 9 16,-5 0 0-16,0 0-14 15,11 0-4-15,1 0-6 16,5 0-3-16,0 0 1 0,16 0 12 0,-10 0 6 16,11 0-3-16,5 0-1 15,-11-5-3-15,6 5 2 16,0 0-1-16,5-5 0 15,-16 0-5-15,10 0 0 16,-16 5-7-16,6 0-3 16,-6 0-4-16,-6 0 1 15,0 0-10-15,-5 0-3 16,5 0-18-16,-11 0-4 16,0 0-164-1,0-5 93 1</inkml:trace>
  <inkml:trace contextRef="#ctx0" brushRef="#br0" timeOffset="-213946.9">8924 6212 220 0,'0'0'85'0,"0"0"-66"0,0 0-3 0,0 0-5 0,0 0-10 16,0 0-1-16,0 0-2 16,0 0 0-16,0 5 2 15,6 5 8-15,0 5 7 0,5 0 10 16,-11 20 5-16,0-5-5 16,0 15-1-16,0 10-9 15,0 0-2-15,-11 5-5 16,5-5 0-16,6 0-5 15,0-5-2-15,6-5 4 16,5-5 4-16,-6 0-1 16,7-15 3-16,-1 5-8 15,6-5-2-15,11-5 8 16,0-5 3-16,23-5-1 16,-6-5 1-16,11-5-9 0,6-5-2 15,5-10 1-15,7 5 1 16,4-5-4-16,-4 0 1 15,-7 5 0-15,-5 5 0 16,-6 0-3-16,-5 0 2 16,-12 5-8-16,-5 0-4 15,-6 0-24-15,-11 0-9 16,-6 0-20-16,-11 0-7 16,0 5-46-1</inkml:trace>
  <inkml:trace contextRef="#ctx0" brushRef="#br0" timeOffset="-213601.61">9617 6452 296 0,'0'10'110'0,"0"5"-86"0,0 10-6 15,0-10-8-15,0 5-9 16,0 5-1-16,0 10-2 16,0 10-1-16,-12 5 2 15,7 5 11-15,-1 20 6 0,-5 0 7 0,5 15 6 16,-11 0-12-1,6 5-2-15,0-15-14 0,11-10-3 16,0-10-6-16,0-10 0 16,0-15-27-16,-12-10-12 15,7 0-92 1</inkml:trace>
  <inkml:trace contextRef="#ctx0" brushRef="#br0" timeOffset="-212816.33">8587 6392 240 0,'0'0'90'16,"5"5"-70"-16,-5-5 10 0,0 0-1 0,0 0-11 15,0 0-3-15,-5 0-15 16,-1-5-5-16,-17 5 2 16,7 0-3-16,-24 5-1 0,1 0 4 15,-6 0 3-15,0-5 7 0,5 0 4 16,1 0-6-1,5 0-3-15,12 0-1 16,-1 0 1-16,6 0-1 0,0 0-1 16,6 0-17-16,0 0-6 15,11 5-16-15,-11 0-5 16,5 5-40 0,-11 5-34-16,0-5 47 15</inkml:trace>
  <inkml:trace contextRef="#ctx0" brushRef="#br0" timeOffset="-212086">8238 6052 228 0,'5'-5'88'0,"-5"10"-69"0,0 0-3 0,0-5-6 15,0 0-13-15,0 0-2 16,0 5-5-16,-5 0-1 16,5 0 6-16,-17 5 4 0,11-10 6 15,-11 5 7-15,-11 0 2 16,6 10 8-16,-7-10 6 16,1 5-9-16,0 5-1 15,0-5-10-15,0 5-5 16,5 0-7-16,7 0 0 15,-1 0 0-15,-6 0-1 16,12 0 1-16,5 0 3 16,-11 5 0-16,12 0 3 15,-1-10 3-15,0 0 2 0,1 0 1 16,5 0 0-16,0 0-4 16,0 0-1-16,0 0 3 15,0 0 3-15,0 0 0 16,5 0 2-16,-5 0-2 15,0 0 2-15,6 5-2 16,-6-5 0-16,0 5-5 16,0-5-3-16,0 5 2 15,0-10 0-15,0 5-1 16,0-10 1-16,6 10 7 16,-6-10 3-16,5 5 0 15,1 5 0-15,5 0-5 16,6 0 0-16,6 0-1 0,5 5 3 15,6 0-7 1,16 0-2-16,-5 0-1 0,6 0 2 16,-12 0-12-16,6-5-6 15,-11-5-27-15,0 5-10 16,5-10-104 0</inkml:trace>
  <inkml:trace contextRef="#ctx0" brushRef="#br0" timeOffset="-67977.97">10117 7077 88 0,'-5'0'35'0,"-1"5"-27"16,1-5 0-16,5 0-2 0,0 0 2 16,0 5 5-16,-6-5 6 15,6 0 3-15,0 0 8 0,0 0 4 16,0 0-7-16,0 0-4 16,0 0-13-16,0 0-4 0,0 0-2 15,0 0-7-15,11 5 0 16,0 5-1-16,1-5 2 15,-1 5 3-15,6-5 2 16,-6 5-4-16,0-5-1 16,1-5 12-16,-1 5 7 15,-11-5-2-15,0 0 2 16,0 0-8-16,5 0-1 16,1 0-2-16,0 0-1 0,5-5-3 15,6 0 1-15,-17-5-4 16,5 5 0-16,1 0-19 15,-6 5-7 1,6-5-19-16,-6 5-9 0,0 0-76 31,0 0 71-31,0 0 8 0</inkml:trace>
  <inkml:trace contextRef="#ctx0" brushRef="#br0" timeOffset="-67167.07">9971 7017 132 0,'0'0'52'0,"6"0"-41"0,-1 0 0 0,1 0-4 15,5 0-5-15,-5-5-2 16,5 5 5-16,0-5 4 16,1 5 6-16,4 0 3 15,7 0-9-15,0 0 3 0,5 0 2 0,-6 0 4 31,18 0-10-31,-12 0-4 0,0 0-3 16,0-10-1-16,0 5-5 16,-5 0 1-16,-6 0 2 15,-6 0 1-15,0 5 3 0,-5 0-10 16,5 0-2-16,-11 0-15 16,0 0-4-16,0 0-14 15,0 0-38 1,0 0 13-16</inkml:trace>
  <inkml:trace contextRef="#ctx0" brushRef="#br0" timeOffset="-66585.67">10776 6662 188 0,'0'0'71'0,"0"0"-55"0,0 0 4 0,0 0-6 15,0 0-10-15,0 0-6 16,0 0-6-16,-6 0-10 15,6 5 10-15,-5 0-5 0,-24 10 10 16,7 0 4-16,-6 0 4 16,0 5 4-16,0 0-4 15,-1 0 4-15,1 5 3 0,6 0-8 16,5 0-5-16,0 5-2 16,6 5 2-16,-1 0-9 15,1 5-1-15,6 0-1 16,5 0 0-16,0 0 0 15,5 0 0-15,6-10 9 16,6-5 4-16,6-5 11 16,5-10 7-16,0-10-1 15,12-10 1-15,-18-10 3 32,12 5-12-32,-6-20-3 15,6 0-5-15,-6-5-4 0,0 10 1 16,-5-5 1-16,-7 0-5 0,1 5 1 15,-11 0-11-15,-12 5-21 16,-11 5 19-16,-22 0-7 16,-23 15 5-16,0 5 5 15,12 5 5-15,-7 0 5 16,-5 5-48-16,12 0-22 16</inkml:trace>
  <inkml:trace contextRef="#ctx0" brushRef="#br0" timeOffset="-66119.44">10748 6127 148 0,'0'0'55'0,"0"0"-43"0,0 0-10 0,0 0-8 16,-6 10-12-16,-11 0-3 15,0 0 2-15,-16 0 3 16,-1 0 32-16,6 5 13 16,-12-5 4-16,-10 5 3 15,5 0-11-15,-17-5-3 16,0 5-13-16,-6 5 3 0,-16 0 2 16,5 0-3-16,11 0 1 15,-5 0-5-15,17-5-2 16,5-5-5-16,12 0 0 15,11 0-22-15,-6-5-10 16,12 0-46-16,-1-5-35 16,12 0 42-16</inkml:trace>
  <inkml:trace contextRef="#ctx0" brushRef="#br0" timeOffset="-65729.65">10061 6117 208 0,'0'-5'77'0,"6"0"-60"0,-6 10-9 0,0-5-7 15,-6 0-23-15,0 0-6 16,-16 5-3-16,5 0-1 15,-22 5 13-15,-1 0 6 16,-5 5 20-16,-5 5 9 16,-1 0 6-16,0 0 4 15,1 5-8-15,10 0-3 16,7 0-8-16,4-15 8 0,7 5 5 16,11 0-8-16,5 0-2 15,12-5-2-15,16 0 2 16,1 0-3-16,10 0-2 15,7 0-16-15,-1 0-5 16,1 0-8-16,-1 5-2 16,0-5-24-16,1 0-45 15,-6-10 15-15</inkml:trace>
  <inkml:trace contextRef="#ctx0" brushRef="#br0" timeOffset="-64837.47">11665 7197 192 0,'-11'5'71'0,"11"-5"-55"0,0-5 0 0,0 0-11 15,0 5-5-15,-6 0-13 16,6 0 6-16,-11-10 10 16,11 5-1-16,-6-5 20 15,12 10-13-15,0-10 21 16,5 10-17-16,6-10 9 16,11 10-13-16,-6-5 0 15,7 5-6-15,-1 0 0 0,0 0-8 16,-6 0-2-16,-5 0-9 15,-6 0-19 1,6 0 19-16,-17 0-16 16,6 0 18-16,-6 0-38 15,0 0 28-15,6 0-26 0,5-10-4 16</inkml:trace>
  <inkml:trace contextRef="#ctx0" brushRef="#br0" timeOffset="-64678.28">12093 6977 224 0,'0'0'85'0,"0"0"-66"0,5 5 8 0,-5-5 0 15,0 0-18-15,0 0-7 16,0 0-2-16,0 0-3 15</inkml:trace>
  <inkml:trace contextRef="#ctx0" brushRef="#br0" timeOffset="-63820.54">12093 6997 371 0,'-6'15'-9'16,"6"0"4"-16,-5 5 4 15,-1 0 1-15,-5 0 2 16,11 5-1-16,-12 5 4 16,12 0-3-16,-5 0-5 15,5 0 1-15,0-5-6 16,0 5 5-16,0-10 6 15,11 5-2-15,-5-10 13 16,5 5-7-16,0-10 5 0,6-5 4 16,0-5 12-1,5 0-16-15,-10-5 4 16,10-5-11-16,-5-5 0 16,6 0-3-16,-1-10-4 15,-11 10 1-15,1-15-6 16,-1 10 4-16,0-10-3 0,-5 5-6 15,-6-10-6-15,5 10 9 16,-10-10 0-16,5 10 6 16,-11-5-2-16,-1 10 2 0,-5-5 0 15,6 10 1-15,-11-5 2 16,10 10 0-16,-10-10 2 16,11 10-1-16,-6 0-1 15,5 0 1-15,-10-5-1 16,11 10 0-16,-6-5-5 15,6 10 3-15,-12-10-6 16,12 10 5-16,-6-5 1 16,6 0-1-16,-1 0 9 15,12 5-4-15,-11-10 18 16,11 10-12-16,-11-5 12 16,11 10-11-16,-6-10-3 15,12 0-3-15,-6 0-7 16,6-10 2-16,-1 0-1 0,6 0 1 15,-5 0 2 1,5 10 0-16,1-5 0 0,4 0 0 16,-4 0 2-1,10 0-1-15,1 0-1 0,-1 0-2 16,-5 0 1-16,0 5-1 16,0 5-2-16,0 0 0 15,-6 0 0 1,6 5 3-16,0 0 0 0,0 5 3 15,-6-5 1 1,6 5-1-16,-6 0-2 0,6 0 1 16,0-5-4-16,-12 5 2 15,1 5 1-15,-6 0 2 0,-6-5 3 16,6 5-2-16,-5 0-2 16,-6 10 2-16,-6-15 0 15,5 10-1-15,-4 0-2 16,-1 0 1-16,0-5 1 15,11 5-1-15,-5-5-1 16,5-5-2-16,1 0-5 16,-1 0 3-16,0 0 0 15,6-10-9-15,0 0-3 16,0 0-23-16,0 0-83 16,0 0 66-16</inkml:trace>
  <inkml:trace contextRef="#ctx0" brushRef="#br0" timeOffset="-63252.78">12295 6367 160 0,'23'0'63'0,"-23"0"-49"0,22 10-2 0,-16-10-2 16,0 5-7-16,-6-5 3 16,5 5-4-16,-5-5 21 15,0 0-12-15,0-5 23 16,0 10-19-16,-5 0 8 0,-7-5-9 16,7 0-5-1,-12 0-6-15,-6 0-2 16,12 0 0-16,-17-5-6 15,11 10 3-15,-11 0-6 0,0 0-6 16,-6 0-4-16,0 5 7 16,1-5 6-1,4 5 4-15,1 0 3 0,6 0 3 16,-1-5 2 0,12 0-3-16,-6 0-1 0,6 5-6 15,0-10-11 1,5 0 7-16,-5 0-30 15,11 0 21-15,-12 0-53 16,12 0 39-16,-5 0-23 0,-1 0 4 16</inkml:trace>
  <inkml:trace contextRef="#ctx0" brushRef="#br0" timeOffset="-62605.18">12065 6182 108 0,'-6'0'44'0,"6"0"-35"0,-11 0-26 0,0 0-15 0,-1 0-5 16,-5-5 26 0,6 10 6-16,-11 0 31 0,-1 0 20 15,-5 0 22 1,0 0-35-16,-12 0 0 15,7 0-21-15,-12 0-3 0,0 0 2 16,0 0-3 0,5 0-4-16,1 0-2 0,-1 0-1 0,7 0 1 15,10 5-1-15,1 0-1 16,5-5 3-16,0 0 2 16,6-5-2-16,-1 0-2 15,12 5 0-15,-11 5-1 0,11 0 0 16,0 0 4-1,11 5-2-15,-11 0 1 16,12 0-1-16,4 10 1 16,1-5 7-16,6 0 3 15,5 0-2-15,-11-5 1 16,5 5-3-16,-5-15 0 16,0 5-5-16,6 0-3 0,-18 0 0 15,7 0-4 1,-1 0 2-16,0 0 1 0,0 0 0 15,-5 0-18 1,5 5 10-16,0-5-41 16,6 0 28-16,-11 0-86 15,5 0 60-15</inkml:trace>
  <inkml:trace contextRef="#ctx0" brushRef="#br0" timeOffset="-61916.44">13168 7132 204 0,'0'-10'77'0,"0"20"-60"0,0-10 2 15,0 0 2 1,0 0-13-16,0 0 16 16,0 0-14-16,0 0 11 0,0 0-12 0,0 0-3 15,5 0-3-15,7-10 0 16,10 5 9-16,6-5 13 16,0 5-13-16,12-5 1 15,-1 10-8-15,6 0-3 16,-5 0-8-16,-7 0-1 15,1 0-2-15,-6 0 3 16,-16 0 4-16,-1 0 7 16,6 0-2-16,-6 0 6 15,0 0-6-15,-11 0-3 16,6 0-1-16,-6 0-19 16,5 0 11-16,-5 0-14 15,0 0-16-15,0 0-5 16,0 0-63-16</inkml:trace>
  <inkml:trace contextRef="#ctx0" brushRef="#br0" timeOffset="-61585.47">13725 6882 260 0,'-6'-5'96'0,"12"15"-75"0,-6-10 12 15,0 0 2 1,0 0-21-16,0 0-3 0,0 0-7 16,0 0-5-1,0 0 0-15,0 0-1 0,6 5-4 0,-1 5-1 16,1 5 6-16,-1 5 2 16,1 10 1-16,0-5 1 15,5 10-2-15,-5 5 2 16,5 0-2-16,0 5-3 15,0-5 1-15,1-10 1 16,-1 0-9-16,0-5-4 16,0-5-9-16,1-5-3 15,-1-10 13-15,0-10-23 0,0-10-5 16,6-10-55 0</inkml:trace>
  <inkml:trace contextRef="#ctx0" brushRef="#br0" timeOffset="-61195.96">14091 6917 252 0,'0'0'93'0,"0"0"-72"0,0 0 3 0,0 0-7 15,0 0-12-15,0 0-9 16,0 0 2-16,0 0-13 16,0 0 8-16,0 0-5 0,0 10 5 15,0-5 8 1,0 5-1-16,0 5 10 15,0 10-6-15,0 0 1 16,5 5-3-16,1 0-2 16,0 5 1-16,5 5 5 15,6-10-3-15,-6-5 6 16,12-5-6-16,5-10-1 0,5-5-1 16,1-15 1-16,6 5-1 15,-7-15 10-15,1 5-5 0,-6-15 8 16,-5-5-6-16,-1 5 0 15,-5 0-13-15,-11 0-4 16,-12 10-3-16,-16-10-9 16,5 15 12-16,-45-5-18 15,11 5 16-15,-22 10-6 16,6 0-4-16,5 0-1 16,5 0-68-16,-5 0-30 15</inkml:trace>
  <inkml:trace contextRef="#ctx0" brushRef="#br0" timeOffset="-60805.81">14102 6342 208 0,'0'5'77'0,"0"-5"-60"0,0 0-3 16,-6 0-25-16,6 10 4 0,-16-5-33 16,-1 5 22-16,-17 0-9 15,-11 0 25-15,-6 0 43 16,6 0-21-16,-11 0 47 15,5 0-38-15,-11 0 19 16,12 0-28-16,-12 0-5 16,17 5-9-16,-6-15-15 15,12 5 5-15,-1 0-41 16,18 0 25-16,-1-5-25 16,6 0-42-16,-5 0-36 15,11 0 63-15</inkml:trace>
  <inkml:trace contextRef="#ctx0" brushRef="#br0" timeOffset="-60400.11">13348 6162 228 0,'0'0'88'0,"0"5"-69"0,0-5-5 16,0 0-5-16,0 5-28 15,-6 5-9-15,-5 0-2 16,-23 0 16-16,12 10 8 0,-18-5 38 16,1 5-17-16,-6 5 27 15,5 0-24-15,-5 0 6 16,6-5-16-16,5-5-3 15,6 5-3 1,11-10 5-16,-5 0-10 0,11 0-3 16,5 0 7-16,6 0 6 15,11 5-3-15,0 0 9 0,6 0 6 16,0-5-8-16,6 5-3 16,-6-5-16-1,5 5 3-15,1 0-4 16,-1 0-37-16,-5 0-93 15,0 0 73-15,0-5-50 16</inkml:trace>
  <inkml:trace contextRef="#ctx1" brushRef="#br0">5694 15308 0,'0'0'0,"0"0"16,0 0-1,0 0-15,0 0 16,0 0 0,0 0-16,0 0 15,0 0-15,0 0 16,0 0 15,169-90-31,-124 90 0,5 15 16,-10-5-1,-23 0-15,-1-10 16,-10 0 0,0-15-16,-6 25 15,17 5 1,-17-10-16,11 0 15,-11-5 1,0 0-16,0 0 16,0 0-16</inkml:trace>
  <inkml:trace contextRef="#ctx0" brushRef="#br0" timeOffset="-179557.3">6819 8512 152 0,'-11'-20'57'0,"11"20"-44"0,11 0 10 0,-11 0 0 0,6 5-13 16,5 0-6-16,-11 0 9 15,0 0 3-15,0 5-24 16,0-5-8-1,0 5 7-15,0-5 6 0,0-5 12 16,0 0 6-16,0 5-25 16,0-5-12-16,0 0 17 15,0 0 8-15,0 10 9 16,0-10 6-16,6 10-8 0,0-5-1 16,-6-5-29-16,0 0-14 15,0 10 14-15,73 65 11 16</inkml:trace>
  <inkml:trace contextRef="#ctx0" brushRef="#br0" timeOffset="-178916.77">6842 8582 140 0,'0'0'52'0,"0"0"-41"0,0 0-4 0,0 0-5 16,0 0-4-16,0 0-4 15,0 0 3-15,0 0 2 16,6 25-2-16,5-5 2 16,-22-10-1-16,11 0-2 15,0 0 3-15,0-10-2 16,0 5 1-16,0 0 0 15,0 0-2-15,0 0 0 0,-12-5 0 16,12 0 3 0,-11-5-2-16,5 0 1 15,6 0 2-15,0 0 0 0,-16 5-3 16,10 0 0-16,-5-5 2 16,5 5 0-16,-5 0-2 15,5 0 0-15,6-5-1 16,0 0 3-16,0-5 59 15,0 0 31-15,0 0 34 16,0 0 14-16,0 0-51 16,0 5-26-16,0 0-23 15,0 0-10-15,0 5-7 16,0 0-2-16,0 0-4 16,0 0 1-16,0 0-4 0,0 0-1 15,17 0-2-15,-17 0 2 16,17 0-7-16,-6 0-2 15,17 0-3-15,-5 0 0 16,11 0-3-16,-6 0-1 16,5 0-4-16,-4 0-1 15,4 0 3-15,-10 0 3 16,5 0-2-16,-5 0 2 16,10 0-2-16,-10 0 2 15,-1-5-8-15,1 0-2 16,5 0-19-16,-17 5-7 15,6-5-83-15,0 5-34 16,0 5 11-16,-11 0 8 16,5 5 79-16,-11 0 34 0,0 10 17 15,0-5 6-15,0-5-3 16,0-5 1 0,0 0 3-16,0-5-1 15,0 0 1-15,0-5-3 16,5 5 3-16</inkml:trace>
  <inkml:trace contextRef="#ctx0" brushRef="#br0" timeOffset="-178510.81">7545 8162 440 0,'0'-5'165'0,"0"5"-129"0,0 0 105 31,0 0-68-31,0 0-31 16,0 0-27-16,0 5-3 15,0 5-8-15,0 0 14 16,6 20-10-16,-6-5-4 16,-6 15-9-16,6 0-2 0,-11 10-6 15,6-10-2-15,-7 5 2 16,7-10 0-16,-7 5-6 16,1-10-2-16,-6 5-20 15,6-5-7-15,0-5 10 16,-1-5 5-16,7 0-22 15,-6-5-9-15,5 0-110 16,0-5-47-16</inkml:trace>
  <inkml:trace contextRef="#ctx0" brushRef="#br0" timeOffset="-171485.62">6893 7967 184 0,'-6'10'68'0,"6"-10"-52"0,6 15 17 0,-6-5 26 16,5-5-33 0,1 5 23-16,5 5-29 0,-11 0 14 31,17 5-20-31,-17-5 3 0,11 0-9 0,0 0 1 15,-5 0-5-15,5-5 2 16,-11 0-3-16,6 0 18 16,0 0-12-16,-6-5 14 15,0-5 14-15,0 0 19 16,0 0-29-16,-6-5-3 16,6 5-15-16,-6-5-2 15,6 0-4-15,-11-10 0 16,5 5-1-16,-16-5 5 15,11 5-4-15,-6-10 8 16,6 5-7-16,-6-5 3 0,0 0-2 16,-6 0 0-1,6-5-3-15,-11-5 1 16,17 10-2-16,-23-5-1 16,12 5 1-16,-6-5-1 15,5 5 0-15,-5-5 0 16,11 10 0-16,-17-5 2 15,17 10-1-15,1-5 2 0,-7 0-2 16,-5 0-1 0,17 5 1-16,-12-5 1 15,12 5-1-15,0-5 2 16,-6 5-2-16,0 0-3 16,11 10 1-16,-5-5 1 0,5 0-3 0,-11 0-2 31,17 0 2-31,0 0 0 0,-11 0 1 15,0-5 0-15,11 5 0 16,-11 0 2-16,5 0 0 0,-11-5 0 16,12 5 0-16,-12-10 2 15,0 5-1-15,0-5-1 16,11 10 1-16,-5-10-1 16,5 10 0-16,6 0 2 15,-11 0-1-15,5 0 6 16,1 0-4-16,5 0 3 15,-11 0-1-15,5 0 2 16,6 0-2-16,-17-5 2 16,17 10-4-16,0-5-2 15,0 5 0-15,0-5-6 16,0 5 3-16,-11-5-8 16,22 10 6-16,-11-5-7 15,0 0 6-15,0 0-9 16,0 0 9-16,0 0-7 15,0 5 7-15,0 5-6 16,0 5 6-16,0 5-11 16,0 5 9-16,0-5-3 0,6 5-3 15,-6-5-6 1,11 0 10-16,-11-5-2 16,0 5 7-16,0-10 2 15,6 5 2-15,-6-5 4 0,0 0-2 16,0-5 1-16,0 0-1 0,0 0-4 15,0 0 1 1,0-5-1 0,0 0 0-16,0 0 6 0,0 0-2 0,0 0 6 15,0 0-5-15,0-5 6 16,0 0-6-16,-6-10 6 16,6 5-6-16,0-10-1 15,-11 5-1-15,5-10-1 16,-5 10 0-16,0-10 0 15,11 10 0-15,-12-10 4 16,12 10-2-16,-5-5 4 16,5 10-4-16,0-5 1 15,0 10-1-15,0-5 5 16,0 10-4-16,0-5 8 16,0 0-7-16,0-5 5 15,0 10-5-15,-12-5-4 16,24 10-1-16,-12-5-4 15,0 0 3-15,0 0-1 0,0-5 1 16,5 0 2 0,12 0 0-16,0 0-5 15,0 0 3-15,22-5-10 16,-11 5 7-16,6 0-7 16,0 5 7-16,-6-5-6 15,6 10 6-15,0-10 0 16,-12 5 3-16,12-5 2 0,-23 5-3 0,0 0-15 15,12 0 9-15,-12 0-55 16,1 0 35 0,-1 0-163-16,-11 0 107 0</inkml:trace>
  <inkml:trace contextRef="#ctx0" brushRef="#br0" timeOffset="-96450.73">4962 8557 184 0,'0'5'68'0,"0"-5"-52"0,0-5 8 0,0 0 11 16,0 10-20-16,0-5 14 15,0 0-16-15,0 0 17 16,0 0-17-16,0 0 11 15,0 0-14-15,0 0 4 16,17 5-9-16,-11-5 7 16,11 5-8-16,5-5-1 15,12 0-2-15,-17 0-1 16,11 0 0-16,0 0-3 16,-5 0 2-16,-1 0 1 15,12 0 0-15,-17 0 0 16,11 0 0-16,-6 0 0 15,6 0 0-15,-11 0-5 16,-5 0 3-16,-1 0-25 16,6 0 14-16,-17 0-47 15,5 0 34-15,-5 0-52 16,6 0 44-16,-6 0-63 16,11 0 55-16</inkml:trace>
  <inkml:trace contextRef="#ctx0" brushRef="#br0" timeOffset="-90837.29">5536 8462 208 0,'0'-5'77'0,"0"5"-60"0,0-5 6 16,0 0 3-16,0 5-16 16,0-5 8-16,0 0-10 0,0 0 4 15,0 0 2-15,0 5 1 16,0-5-5-16,0 0-6 15,0 5-3-15,17-5 2 16,6 10-2-16,-1-10 2 16,12 5-2-16,-12 0-3 15,12 5 1-15,-11 5-4 16,-1 5 3-16,-11 5-3 16,1 10 2-16,-18 10 4 15,-11 5 0-15,-5-10 6 16,5 5-4-16,0-10 6 15,11-5 7-15,-11-5 19 16,34-10-6 0,11 0-15-16,29-15-5 0,10-10-58 15,12-10-24-15,-6 0-67 16,-5 0-26-16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16E80-5B9D-4A48-AE40-5540776664F8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8065F-EC10-4827-85A6-AE3ACF8D4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27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b="1" u="sng" dirty="0">
                <a:ea typeface="ＭＳ Ｐゴシック" panose="020B0600070205080204" pitchFamily="34" charset="-128"/>
              </a:rPr>
              <a:t>Gaps: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Represent insertions or deletions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Used to improve the quality of alignment but represent a naturally occurring biological phenomenon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8065F-EC10-4827-85A6-AE3ACF8D45F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08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78EB5204-AF14-402A-8E53-500ECA1199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EF9DBD59-7B0C-4D0B-9D55-458AF92D77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Horizontal traceback show gap in seq 2</a:t>
            </a:r>
          </a:p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Vertical traceback show gap in seq 1</a:t>
            </a: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DE07568A-4308-4F13-B67A-3B18ED38A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2B720FB-BD47-4EE5-B63A-8E12507E0460}" type="slidenum">
              <a:rPr lang="en-IE" altLang="en-US"/>
              <a:pPr>
                <a:spcBef>
                  <a:spcPct val="0"/>
                </a:spcBef>
              </a:pPr>
              <a:t>14</a:t>
            </a:fld>
            <a:endParaRPr lang="en-IE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838B-2981-4E37-8865-FB96BB883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69BD-0B0C-4498-A443-A3D51C903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B5DBF-FAB4-4432-97EE-315850CE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09B3A-7CE4-414E-89F1-521D7B26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7802D-CB26-4AE1-AD59-36C899CF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3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3D98-E6B9-4617-BD1F-9C88020F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AED2A-B277-4FF3-872D-DE8CB8FE9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8C94-B6F0-4816-B558-29DCE4A7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12480-BBFF-48CF-8FB0-E8FA5B98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0E907-65B6-4CBF-A670-919262E8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0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EDB9-1E7E-4BCA-9FB1-AB567E6B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10E23-D360-465A-B991-4C3306DEE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E7A66-57C0-4771-B1AC-31B32AA9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39156-3638-41EC-9F2E-CA49AD50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7810F-06B3-459E-A65B-760DD745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ED186-9E38-4A5C-8344-6F1AF57A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2E3A-970F-4BEB-A60C-C97BFD1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7BDFB-9F2B-4520-8E31-5C70E56D7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21796-C7AF-4A89-8D9D-1C08B45E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4E743-FDC8-460D-8B4E-87B519F5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DD88B-8E27-4DC4-ABA3-112E0659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BDDD9-1BAA-4EB5-BBEE-521AA027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22DD6-6740-4263-B7C3-08E5A225C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15478-9DB7-4107-B974-9F24D0799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C4751-93B6-4381-8053-543BBE256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C3476-E0B9-4135-8209-9F723585A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0718C-9B4D-4B3F-A797-299F02E0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2F864-058F-4908-BBE0-D215CDC8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1E4C9F-19D5-4E52-9F28-B5A75849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7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874E-0683-4921-B423-CB44CA9A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85D44-219D-40DD-8B32-3F9C08EA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54F16-9249-4506-B451-374058E1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D4EDC-9935-43FE-BD44-579E1979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8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A87F23-2CEA-4F2D-A4A2-912EF596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77CC3F-86EE-4C31-9DD3-6FE20999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D9B6B-852E-4399-A396-5DFC281C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3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7F94-5A96-4C8E-BAEA-9BDE7628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BABAA-9D16-4A2D-8DB4-F95398E1B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6B9CF-5E72-4F7B-9269-0C953DF90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E2E0A-128A-4030-A410-5BD33D98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E44C2-4D40-41EC-ABF3-B1C329BE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0432F-3358-48BF-B308-19F60AAC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4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60EA-569E-4F4E-B132-AE669163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BC02F1-7EF1-4CD0-A480-9EAE1BC2C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95707-EF56-428D-AF56-B6704EB5E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59107-0F8E-47CF-9852-AF4B2482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A13AD-4B2F-482A-857F-16998234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1ED30-022E-4D1F-98FF-13DD8506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7BF8-411B-4514-85D6-E6BC29DB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FA928-8BBF-43CA-A782-704A265F0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AB6FB-C518-481C-86BB-896A6427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28F5E-2CEA-4B52-8384-5DCA24CD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A263E-8779-4C68-BDE4-B2FAF7D7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76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C1BB65-1305-4317-8057-BB89CA440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0A9E8-38BE-45FF-BDA9-1CAF32240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2D5DD-594F-4832-9EE2-810B01A8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2E4A5-AD11-4DA5-89C1-CBE2F7BD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61332-CC20-4853-9462-0A037BA7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80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9DB5C-DA43-42DE-BFFB-C29A32027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7EA80-9774-4982-B4D0-4B384A724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D5C01-8C2C-4AE9-BF58-1F6115158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53280-E162-4215-A196-211C67E2DA2F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AC3D3-02EB-45AD-AA8D-2962EBC3F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B674D-2AA1-4F5A-BDD9-3522AE1A4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2279E-9869-43B6-A2A2-E2911626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5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7975-EB79-4FDF-80D6-3BAB4ED9A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Dynamic programing for sequence alignment</a:t>
            </a:r>
            <a:br>
              <a:rPr lang="en-US" sz="3600" b="1" dirty="0">
                <a:solidFill>
                  <a:schemeClr val="accent2"/>
                </a:solidFill>
              </a:rPr>
            </a:br>
            <a:br>
              <a:rPr lang="en-US" sz="3600" b="1" dirty="0">
                <a:solidFill>
                  <a:schemeClr val="accent2"/>
                </a:solidFill>
              </a:rPr>
            </a:br>
            <a:r>
              <a:rPr lang="en-US" sz="3600" b="1" u="sng" dirty="0">
                <a:solidFill>
                  <a:schemeClr val="accent6"/>
                </a:solidFill>
              </a:rPr>
              <a:t>Needleman &amp; Wunsch algorithm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2C0F904-3258-40DB-B333-6EC83E351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42293"/>
            <a:ext cx="9144000" cy="1492766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b="1" dirty="0">
                <a:latin typeface="+mj-lt"/>
              </a:rPr>
              <a:t>Hassaan Mehboob Awan, Ph.D.</a:t>
            </a:r>
          </a:p>
          <a:p>
            <a:pPr algn="r"/>
            <a:r>
              <a:rPr lang="en-US" b="1" dirty="0">
                <a:latin typeface="+mj-lt"/>
              </a:rPr>
              <a:t>Assistant Professor</a:t>
            </a:r>
          </a:p>
          <a:p>
            <a:pPr algn="r"/>
            <a:r>
              <a:rPr lang="en-US" b="1" dirty="0">
                <a:latin typeface="+mj-lt"/>
              </a:rPr>
              <a:t>Department of Biosciences</a:t>
            </a:r>
          </a:p>
          <a:p>
            <a:pPr algn="r"/>
            <a:r>
              <a:rPr lang="en-US" b="1" dirty="0">
                <a:latin typeface="+mj-lt"/>
              </a:rPr>
              <a:t>COMSATS University Islamabad (CUI)</a:t>
            </a:r>
          </a:p>
        </p:txBody>
      </p:sp>
    </p:spTree>
    <p:extLst>
      <p:ext uri="{BB962C8B-B14F-4D97-AF65-F5344CB8AC3E}">
        <p14:creationId xmlns:p14="http://schemas.microsoft.com/office/powerpoint/2010/main" val="335190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BFB1A1-B4F3-4DE7-BAC7-DE7D715A7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Breaking down a larger problem into smaller sub-problems/tasks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Solves each sub-problem in order to solve the bigger problem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 computational method to find the best optimal alignment between two sequences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method compares </a:t>
            </a:r>
            <a:r>
              <a:rPr lang="en-US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every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character in the two sequences and generates an alignment</a:t>
            </a:r>
          </a:p>
        </p:txBody>
      </p:sp>
      <p:sp>
        <p:nvSpPr>
          <p:cNvPr id="6147" name="Title 2">
            <a:extLst>
              <a:ext uri="{FF2B5EF4-FFF2-40B4-BE49-F238E27FC236}">
                <a16:creationId xmlns:a16="http://schemas.microsoft.com/office/drawing/2014/main" id="{20F0A135-B72F-46E3-9549-11D8DE2F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12749"/>
            <a:ext cx="8229600" cy="777875"/>
          </a:xfrm>
        </p:spPr>
        <p:txBody>
          <a:bodyPr/>
          <a:lstStyle/>
          <a:p>
            <a:pPr algn="ctr"/>
            <a:r>
              <a:rPr lang="en-US" altLang="en-US" b="1" dirty="0">
                <a:ea typeface="ＭＳ Ｐゴシック" panose="020B0600070205080204" pitchFamily="34" charset="-128"/>
              </a:rPr>
              <a:t>Dynamic programming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64AE429-D0FB-4F6E-B558-67DE62502975}"/>
              </a:ext>
            </a:extLst>
          </p:cNvPr>
          <p:cNvSpPr txBox="1"/>
          <p:nvPr/>
        </p:nvSpPr>
        <p:spPr>
          <a:xfrm>
            <a:off x="6227522" y="1962848"/>
            <a:ext cx="3853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String1: WEAREHUMANS  </a:t>
            </a:r>
          </a:p>
          <a:p>
            <a:pPr algn="ctr"/>
            <a:endParaRPr lang="en-US" sz="2400" dirty="0">
              <a:solidFill>
                <a:schemeClr val="accent1"/>
              </a:solidFill>
            </a:endParaRPr>
          </a:p>
          <a:p>
            <a:pPr algn="ctr"/>
            <a:r>
              <a:rPr lang="en-US" sz="2400" dirty="0">
                <a:solidFill>
                  <a:schemeClr val="accent6"/>
                </a:solidFill>
              </a:rPr>
              <a:t>String2: WEARENOTHUMANZ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F5A6244-B1A9-4171-8D72-158A9B375065}"/>
              </a:ext>
            </a:extLst>
          </p:cNvPr>
          <p:cNvGrpSpPr/>
          <p:nvPr/>
        </p:nvGrpSpPr>
        <p:grpSpPr>
          <a:xfrm>
            <a:off x="5103679" y="3872458"/>
            <a:ext cx="2339102" cy="938719"/>
            <a:chOff x="4022239" y="1542699"/>
            <a:chExt cx="2339102" cy="93871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14BFB65-928A-4301-9695-1E2BC1CBCCC7}"/>
                </a:ext>
              </a:extLst>
            </p:cNvPr>
            <p:cNvSpPr txBox="1"/>
            <p:nvPr/>
          </p:nvSpPr>
          <p:spPr>
            <a:xfrm>
              <a:off x="4022239" y="1542699"/>
              <a:ext cx="2339102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800"/>
                </a:spcBef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WEAREHUMANS</a:t>
              </a:r>
            </a:p>
            <a:p>
              <a:pPr>
                <a:spcBef>
                  <a:spcPts val="1800"/>
                </a:spcBef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WEARENOTHUMANZ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C06193E-5DA4-4C45-A235-DB0975554284}"/>
                </a:ext>
              </a:extLst>
            </p:cNvPr>
            <p:cNvCxnSpPr/>
            <p:nvPr/>
          </p:nvCxnSpPr>
          <p:spPr>
            <a:xfrm>
              <a:off x="4186238" y="1864519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FADEEDA-F55F-4974-BC85-2D1F4C0265D2}"/>
                </a:ext>
              </a:extLst>
            </p:cNvPr>
            <p:cNvCxnSpPr/>
            <p:nvPr/>
          </p:nvCxnSpPr>
          <p:spPr>
            <a:xfrm>
              <a:off x="4331495" y="1864519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486647-6CE6-4A9E-8FD1-4694AB2E612E}"/>
                </a:ext>
              </a:extLst>
            </p:cNvPr>
            <p:cNvCxnSpPr/>
            <p:nvPr/>
          </p:nvCxnSpPr>
          <p:spPr>
            <a:xfrm>
              <a:off x="4486276" y="1864519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0EC136-6CA8-4742-8994-C6FED76EF126}"/>
                </a:ext>
              </a:extLst>
            </p:cNvPr>
            <p:cNvCxnSpPr/>
            <p:nvPr/>
          </p:nvCxnSpPr>
          <p:spPr>
            <a:xfrm>
              <a:off x="4631533" y="1864519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339D3E3-5366-4935-9DEF-2E9B8AF96222}"/>
                </a:ext>
              </a:extLst>
            </p:cNvPr>
            <p:cNvCxnSpPr/>
            <p:nvPr/>
          </p:nvCxnSpPr>
          <p:spPr>
            <a:xfrm>
              <a:off x="4791473" y="1864519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715625-E491-4E07-81C1-076E98FF8C7A}"/>
              </a:ext>
            </a:extLst>
          </p:cNvPr>
          <p:cNvGrpSpPr/>
          <p:nvPr/>
        </p:nvGrpSpPr>
        <p:grpSpPr>
          <a:xfrm>
            <a:off x="8100168" y="3872458"/>
            <a:ext cx="2339102" cy="938719"/>
            <a:chOff x="4022239" y="3481626"/>
            <a:chExt cx="2339102" cy="9387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80D28B-845D-4270-AE22-B3739E625533}"/>
                </a:ext>
              </a:extLst>
            </p:cNvPr>
            <p:cNvSpPr txBox="1"/>
            <p:nvPr/>
          </p:nvSpPr>
          <p:spPr>
            <a:xfrm>
              <a:off x="4022239" y="3481626"/>
              <a:ext cx="2339102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800"/>
                </a:spcBef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WEARE   HUMANS</a:t>
              </a:r>
            </a:p>
            <a:p>
              <a:pPr>
                <a:spcBef>
                  <a:spcPts val="1800"/>
                </a:spcBef>
              </a:pP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WEARENOTHUMANZ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D83036-FCD0-4E3E-A4DF-5BDB20520F7D}"/>
                </a:ext>
              </a:extLst>
            </p:cNvPr>
            <p:cNvCxnSpPr/>
            <p:nvPr/>
          </p:nvCxnSpPr>
          <p:spPr>
            <a:xfrm>
              <a:off x="4187826" y="381079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3689CB2-B39D-4D53-BEEF-73903BAF1827}"/>
                </a:ext>
              </a:extLst>
            </p:cNvPr>
            <p:cNvCxnSpPr/>
            <p:nvPr/>
          </p:nvCxnSpPr>
          <p:spPr>
            <a:xfrm>
              <a:off x="4334671" y="381079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1178C09-DAA3-42F8-88D7-68B622077309}"/>
                </a:ext>
              </a:extLst>
            </p:cNvPr>
            <p:cNvCxnSpPr/>
            <p:nvPr/>
          </p:nvCxnSpPr>
          <p:spPr>
            <a:xfrm>
              <a:off x="4490247" y="381079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BAC3B6-BB6D-42E4-98D7-49AD5731FF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2200" y="3692525"/>
              <a:ext cx="113503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D38F126-BE0A-43FA-BFDE-DA2700A996A0}"/>
                </a:ext>
              </a:extLst>
            </p:cNvPr>
            <p:cNvCxnSpPr/>
            <p:nvPr/>
          </p:nvCxnSpPr>
          <p:spPr>
            <a:xfrm>
              <a:off x="4631533" y="381079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B191B0-900A-40CD-8D74-A690427922A6}"/>
                </a:ext>
              </a:extLst>
            </p:cNvPr>
            <p:cNvCxnSpPr/>
            <p:nvPr/>
          </p:nvCxnSpPr>
          <p:spPr>
            <a:xfrm>
              <a:off x="4794651" y="381079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B9B15E0-86AE-4AC4-8E0C-C66D60DD5033}"/>
                </a:ext>
              </a:extLst>
            </p:cNvPr>
            <p:cNvCxnSpPr/>
            <p:nvPr/>
          </p:nvCxnSpPr>
          <p:spPr>
            <a:xfrm>
              <a:off x="5417347" y="383619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890CFE6-2EB0-4D89-8ED9-21EE871DAA05}"/>
                </a:ext>
              </a:extLst>
            </p:cNvPr>
            <p:cNvCxnSpPr/>
            <p:nvPr/>
          </p:nvCxnSpPr>
          <p:spPr>
            <a:xfrm>
              <a:off x="5557047" y="383619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0F97DA-FAE8-4B6C-995F-B18E5CE4ED74}"/>
                </a:ext>
              </a:extLst>
            </p:cNvPr>
            <p:cNvCxnSpPr/>
            <p:nvPr/>
          </p:nvCxnSpPr>
          <p:spPr>
            <a:xfrm>
              <a:off x="5709447" y="383619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46E0E21-637D-4CD2-9E73-B69265FC4C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1900" y="3692525"/>
              <a:ext cx="113503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76B301D-FDCB-45F2-9BB4-8D1D682B5B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600" y="3692525"/>
              <a:ext cx="113503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7ECDFDA-7171-4531-B9B6-1C2A3FCE6BCA}"/>
                </a:ext>
              </a:extLst>
            </p:cNvPr>
            <p:cNvCxnSpPr/>
            <p:nvPr/>
          </p:nvCxnSpPr>
          <p:spPr>
            <a:xfrm>
              <a:off x="5857084" y="383430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4DE5137-85C4-468C-AE45-201B2B7716F9}"/>
                </a:ext>
              </a:extLst>
            </p:cNvPr>
            <p:cNvCxnSpPr/>
            <p:nvPr/>
          </p:nvCxnSpPr>
          <p:spPr>
            <a:xfrm>
              <a:off x="6007102" y="3834304"/>
              <a:ext cx="0" cy="23336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9EA737B-31DC-437D-AC8A-57335C5D489D}"/>
              </a:ext>
            </a:extLst>
          </p:cNvPr>
          <p:cNvSpPr txBox="1"/>
          <p:nvPr/>
        </p:nvSpPr>
        <p:spPr>
          <a:xfrm>
            <a:off x="452215" y="684366"/>
            <a:ext cx="40877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Components of Alignment</a:t>
            </a:r>
          </a:p>
        </p:txBody>
      </p:sp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DE420CD0-D86F-4591-93B3-8E883DDA80A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3050384" cy="3082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en-US" altLang="en-US" dirty="0">
                <a:ea typeface="ＭＳ Ｐゴシック" panose="020B0600070205080204" pitchFamily="34" charset="-128"/>
              </a:rPr>
              <a:t>Matches</a:t>
            </a:r>
          </a:p>
          <a:p>
            <a:pPr marL="385763" indent="-385763">
              <a:buFont typeface="Calibri" panose="020F0502020204030204" pitchFamily="34" charset="0"/>
              <a:buAutoNum type="arabicPeriod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en-US" altLang="en-US" dirty="0">
                <a:ea typeface="ＭＳ Ｐゴシック" panose="020B0600070205080204" pitchFamily="34" charset="-128"/>
              </a:rPr>
              <a:t>Mismatches</a:t>
            </a:r>
          </a:p>
          <a:p>
            <a:pPr marL="385763" indent="-385763">
              <a:buFont typeface="Calibri" panose="020F0502020204030204" pitchFamily="34" charset="0"/>
              <a:buAutoNum type="arabicPeriod"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marL="385763" indent="-385763">
              <a:buFont typeface="Calibri" panose="020F0502020204030204" pitchFamily="34" charset="0"/>
              <a:buAutoNum type="arabicPeriod"/>
            </a:pPr>
            <a:r>
              <a:rPr lang="en-US" altLang="en-US" dirty="0">
                <a:ea typeface="ＭＳ Ｐゴシック" panose="020B0600070205080204" pitchFamily="34" charset="-128"/>
              </a:rPr>
              <a:t>Gaps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67A86D-B00D-4FFE-AC11-78A4FCF3D717}"/>
              </a:ext>
            </a:extLst>
          </p:cNvPr>
          <p:cNvSpPr/>
          <p:nvPr/>
        </p:nvSpPr>
        <p:spPr>
          <a:xfrm>
            <a:off x="5965404" y="3872458"/>
            <a:ext cx="139031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B69F39-D3B8-4CAA-90D0-528A999EE659}"/>
              </a:ext>
            </a:extLst>
          </p:cNvPr>
          <p:cNvSpPr/>
          <p:nvPr/>
        </p:nvSpPr>
        <p:spPr>
          <a:xfrm>
            <a:off x="10176308" y="3872458"/>
            <a:ext cx="146844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36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4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55A5A35D-BC59-4927-87FC-05E6682E1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384" y="4796070"/>
            <a:ext cx="605923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Which is the better alignment?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4D9A7-385E-485B-A393-5982C74BE03D}"/>
              </a:ext>
            </a:extLst>
          </p:cNvPr>
          <p:cNvSpPr txBox="1"/>
          <p:nvPr/>
        </p:nvSpPr>
        <p:spPr>
          <a:xfrm>
            <a:off x="4248379" y="2413337"/>
            <a:ext cx="36952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A1:		</a:t>
            </a:r>
            <a:r>
              <a:rPr lang="en-US" sz="36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TGAG</a:t>
            </a:r>
            <a:endParaRPr lang="en-US" sz="3600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chemeClr val="accent1"/>
                </a:solidFill>
              </a:rPr>
              <a:t>Query:	</a:t>
            </a:r>
            <a:r>
              <a:rPr lang="en-US" sz="3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ATGGCG</a:t>
            </a:r>
            <a:endParaRPr lang="en-US" sz="3600" dirty="0"/>
          </a:p>
          <a:p>
            <a:r>
              <a:rPr lang="en-US" sz="3600" dirty="0">
                <a:solidFill>
                  <a:schemeClr val="accent6"/>
                </a:solidFill>
              </a:rPr>
              <a:t>A2:		</a:t>
            </a:r>
            <a:r>
              <a:rPr lang="en-US" sz="36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 AG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B93E59-385A-4D1D-9443-7C60A3A65743}"/>
              </a:ext>
            </a:extLst>
          </p:cNvPr>
          <p:cNvCxnSpPr/>
          <p:nvPr/>
        </p:nvCxnSpPr>
        <p:spPr>
          <a:xfrm>
            <a:off x="6444343" y="2764745"/>
            <a:ext cx="27432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9B7670-D1F1-4D17-8393-0B94298E8713}"/>
              </a:ext>
            </a:extLst>
          </p:cNvPr>
          <p:cNvCxnSpPr/>
          <p:nvPr/>
        </p:nvCxnSpPr>
        <p:spPr>
          <a:xfrm>
            <a:off x="6996829" y="3838178"/>
            <a:ext cx="27432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1" name="Title 2">
            <a:extLst>
              <a:ext uri="{FF2B5EF4-FFF2-40B4-BE49-F238E27FC236}">
                <a16:creationId xmlns:a16="http://schemas.microsoft.com/office/drawing/2014/main" id="{83D5D1BB-C3F2-4841-92F1-44A13E68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  <a:ea typeface="ＭＳ Ｐゴシック" panose="020B0600070205080204" pitchFamily="34" charset="-128"/>
              </a:rPr>
              <a:t>Scoring scheme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73" name="Content Placeholder 1">
            <a:extLst>
              <a:ext uri="{FF2B5EF4-FFF2-40B4-BE49-F238E27FC236}">
                <a16:creationId xmlns:a16="http://schemas.microsoft.com/office/drawing/2014/main" id="{A8645E37-9F08-4617-ADF2-8644F6D85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263502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44D9A7-385E-485B-A393-5982C74BE03D}"/>
              </a:ext>
            </a:extLst>
          </p:cNvPr>
          <p:cNvSpPr txBox="1"/>
          <p:nvPr/>
        </p:nvSpPr>
        <p:spPr>
          <a:xfrm>
            <a:off x="3987122" y="2105561"/>
            <a:ext cx="439254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		</a:t>
            </a:r>
            <a:r>
              <a:rPr lang="en-US" sz="2300" dirty="0"/>
              <a:t>+1+0-1+1-1+1 = 1 </a:t>
            </a:r>
            <a:r>
              <a:rPr lang="en-US" sz="2400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en-US" sz="2300" dirty="0">
              <a:solidFill>
                <a:srgbClr val="FF0000"/>
              </a:solidFill>
            </a:endParaRPr>
          </a:p>
          <a:p>
            <a:r>
              <a:rPr lang="en-US" sz="3600" dirty="0">
                <a:solidFill>
                  <a:srgbClr val="00B0F0"/>
                </a:solidFill>
              </a:rPr>
              <a:t>A1:		</a:t>
            </a:r>
            <a:r>
              <a:rPr lang="en-US" sz="36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TGAG</a:t>
            </a:r>
            <a:endParaRPr lang="en-US" sz="3600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chemeClr val="accent1"/>
                </a:solidFill>
              </a:rPr>
              <a:t>Query:	</a:t>
            </a:r>
            <a:r>
              <a:rPr lang="en-US" sz="3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ATGGCG</a:t>
            </a:r>
            <a:endParaRPr lang="en-US" sz="3600" dirty="0"/>
          </a:p>
          <a:p>
            <a:r>
              <a:rPr lang="en-US" sz="3600" dirty="0">
                <a:solidFill>
                  <a:schemeClr val="accent6"/>
                </a:solidFill>
              </a:rPr>
              <a:t>A2:		</a:t>
            </a:r>
            <a:r>
              <a:rPr lang="en-US" sz="36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 AG</a:t>
            </a:r>
          </a:p>
          <a:p>
            <a:r>
              <a:rPr lang="en-US" sz="2200" dirty="0">
                <a:solidFill>
                  <a:srgbClr val="00B0F0"/>
                </a:solidFill>
              </a:rPr>
              <a:t>		</a:t>
            </a:r>
            <a:r>
              <a:rPr lang="en-US" sz="2200" dirty="0"/>
              <a:t>+1+1+1+0-1+1 = 3</a:t>
            </a:r>
            <a:r>
              <a:rPr lang="en-US" dirty="0">
                <a:solidFill>
                  <a:srgbClr val="FF0000"/>
                </a:solidFill>
                <a:sym typeface="Wingdings 2" panose="05020102010507070707" pitchFamily="18" charset="2"/>
              </a:rPr>
              <a:t>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B93E59-385A-4D1D-9443-7C60A3A65743}"/>
              </a:ext>
            </a:extLst>
          </p:cNvPr>
          <p:cNvCxnSpPr/>
          <p:nvPr/>
        </p:nvCxnSpPr>
        <p:spPr>
          <a:xfrm>
            <a:off x="6183086" y="2952269"/>
            <a:ext cx="27432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9B7670-D1F1-4D17-8393-0B94298E8713}"/>
              </a:ext>
            </a:extLst>
          </p:cNvPr>
          <p:cNvCxnSpPr/>
          <p:nvPr/>
        </p:nvCxnSpPr>
        <p:spPr>
          <a:xfrm>
            <a:off x="6735572" y="4073327"/>
            <a:ext cx="27432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0502D1-2017-4305-AC6C-CA8CECCC07D3}"/>
              </a:ext>
            </a:extLst>
          </p:cNvPr>
          <p:cNvCxnSpPr/>
          <p:nvPr/>
        </p:nvCxnSpPr>
        <p:spPr>
          <a:xfrm>
            <a:off x="6031977" y="3153092"/>
            <a:ext cx="0" cy="18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2BBCE8-43BA-4872-B399-718795C03BF2}"/>
              </a:ext>
            </a:extLst>
          </p:cNvPr>
          <p:cNvCxnSpPr/>
          <p:nvPr/>
        </p:nvCxnSpPr>
        <p:spPr>
          <a:xfrm>
            <a:off x="6877878" y="3153092"/>
            <a:ext cx="0" cy="18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7B0674-8B3B-4FF2-92F9-41F4DEFF23B2}"/>
              </a:ext>
            </a:extLst>
          </p:cNvPr>
          <p:cNvCxnSpPr/>
          <p:nvPr/>
        </p:nvCxnSpPr>
        <p:spPr>
          <a:xfrm>
            <a:off x="7427153" y="3153092"/>
            <a:ext cx="0" cy="18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27B0C2-93CD-4123-978A-8F89F7F836BB}"/>
              </a:ext>
            </a:extLst>
          </p:cNvPr>
          <p:cNvCxnSpPr/>
          <p:nvPr/>
        </p:nvCxnSpPr>
        <p:spPr>
          <a:xfrm>
            <a:off x="6031977" y="3710305"/>
            <a:ext cx="0" cy="18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B857D4-DAB9-4363-AFF1-850BC8D6DE78}"/>
              </a:ext>
            </a:extLst>
          </p:cNvPr>
          <p:cNvCxnSpPr/>
          <p:nvPr/>
        </p:nvCxnSpPr>
        <p:spPr>
          <a:xfrm>
            <a:off x="6320246" y="3710305"/>
            <a:ext cx="0" cy="18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E7C297-70F8-4701-A36C-775011172270}"/>
              </a:ext>
            </a:extLst>
          </p:cNvPr>
          <p:cNvCxnSpPr/>
          <p:nvPr/>
        </p:nvCxnSpPr>
        <p:spPr>
          <a:xfrm>
            <a:off x="6601234" y="3710305"/>
            <a:ext cx="0" cy="18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6E06FD-5B00-40F6-B046-7B8480BB11BE}"/>
              </a:ext>
            </a:extLst>
          </p:cNvPr>
          <p:cNvCxnSpPr/>
          <p:nvPr/>
        </p:nvCxnSpPr>
        <p:spPr>
          <a:xfrm>
            <a:off x="7431644" y="3710305"/>
            <a:ext cx="0" cy="1828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4191E8-04CE-4FC8-B340-B95CA4AE3B01}"/>
              </a:ext>
            </a:extLst>
          </p:cNvPr>
          <p:cNvSpPr txBox="1"/>
          <p:nvPr/>
        </p:nvSpPr>
        <p:spPr>
          <a:xfrm>
            <a:off x="1034765" y="628233"/>
            <a:ext cx="29233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Scoring scheme:</a:t>
            </a:r>
          </a:p>
          <a:p>
            <a:r>
              <a:rPr lang="en-US" b="1" dirty="0"/>
              <a:t>	</a:t>
            </a:r>
            <a:r>
              <a:rPr lang="en-US" dirty="0"/>
              <a:t>+1 for every match </a:t>
            </a:r>
          </a:p>
          <a:p>
            <a:r>
              <a:rPr lang="en-US" dirty="0"/>
              <a:t>	-1 for mismatch</a:t>
            </a:r>
          </a:p>
          <a:p>
            <a:r>
              <a:rPr lang="en-US" dirty="0"/>
              <a:t>	 0 for gaps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025278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C9B0F2-AFFF-47E1-80E4-7C791B02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5450"/>
            <a:ext cx="10515600" cy="2184401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en-US" dirty="0">
                <a:solidFill>
                  <a:srgbClr val="00B050"/>
                </a:solidFill>
              </a:rPr>
              <a:t>Align both sequences end-to-end</a:t>
            </a:r>
          </a:p>
          <a:p>
            <a:pPr lvl="1">
              <a:defRPr/>
            </a:pPr>
            <a:endParaRPr lang="en-US" dirty="0">
              <a:solidFill>
                <a:srgbClr val="00B050"/>
              </a:solidFill>
            </a:endParaRPr>
          </a:p>
          <a:p>
            <a:pPr lvl="1">
              <a:defRPr/>
            </a:pPr>
            <a:endParaRPr lang="en-US" dirty="0">
              <a:solidFill>
                <a:srgbClr val="00B050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rgbClr val="0070C0"/>
                </a:solidFill>
              </a:rPr>
              <a:t>Align stretches of sequence with the highest density of matches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099" name="Title 2">
            <a:extLst>
              <a:ext uri="{FF2B5EF4-FFF2-40B4-BE49-F238E27FC236}">
                <a16:creationId xmlns:a16="http://schemas.microsoft.com/office/drawing/2014/main" id="{7C8848E7-BFC9-49AA-BE21-719F6EC6F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85813"/>
            <a:ext cx="8229600" cy="922337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Global</a:t>
            </a:r>
            <a:r>
              <a:rPr lang="en-US" altLang="en-US" b="1" dirty="0">
                <a:ea typeface="ＭＳ Ｐゴシック" panose="020B0600070205080204" pitchFamily="34" charset="-128"/>
              </a:rPr>
              <a:t> vs. </a:t>
            </a:r>
            <a:r>
              <a:rPr lang="en-US" altLang="en-US" b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Local alignment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02B05A-5497-4BD1-968B-30B06D1655DB}"/>
              </a:ext>
            </a:extLst>
          </p:cNvPr>
          <p:cNvGrpSpPr/>
          <p:nvPr/>
        </p:nvGrpSpPr>
        <p:grpSpPr>
          <a:xfrm>
            <a:off x="1740577" y="3797299"/>
            <a:ext cx="3288263" cy="2018580"/>
            <a:chOff x="1740577" y="3797299"/>
            <a:chExt cx="3288263" cy="201858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163E365-875E-4F4D-8206-A336242705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5555" t="26852" r="27284" b="29722"/>
            <a:stretch/>
          </p:blipFill>
          <p:spPr>
            <a:xfrm>
              <a:off x="1740577" y="3797299"/>
              <a:ext cx="3288263" cy="2018580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90D4A8-78BB-4007-9DB0-8C1B36D17D1B}"/>
                </a:ext>
              </a:extLst>
            </p:cNvPr>
            <p:cNvCxnSpPr/>
            <p:nvPr/>
          </p:nvCxnSpPr>
          <p:spPr>
            <a:xfrm>
              <a:off x="1816100" y="5372100"/>
              <a:ext cx="12128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6C2373-41B9-488E-97A4-8021BC60C0B9}"/>
              </a:ext>
            </a:extLst>
          </p:cNvPr>
          <p:cNvGrpSpPr/>
          <p:nvPr/>
        </p:nvGrpSpPr>
        <p:grpSpPr>
          <a:xfrm>
            <a:off x="5600700" y="3797299"/>
            <a:ext cx="3389354" cy="2014931"/>
            <a:chOff x="5600700" y="3797299"/>
            <a:chExt cx="3389354" cy="201493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8A0CC81-4B57-4E7C-AA19-D6777E0A1A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5741" t="26389" r="27222" b="31666"/>
            <a:stretch/>
          </p:blipFill>
          <p:spPr>
            <a:xfrm>
              <a:off x="5600700" y="3797299"/>
              <a:ext cx="3389354" cy="2014931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0D12ED-26D9-41F9-92DF-FE994A702285}"/>
                </a:ext>
              </a:extLst>
            </p:cNvPr>
            <p:cNvCxnSpPr/>
            <p:nvPr/>
          </p:nvCxnSpPr>
          <p:spPr>
            <a:xfrm>
              <a:off x="5689600" y="5359400"/>
              <a:ext cx="82296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5586-1E02-4D4D-8F8A-FF208E03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Needleman &amp; Wunsch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3E09D-39D2-40EB-BE48-4F1B2D343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endParaRPr lang="en-US" dirty="0"/>
          </a:p>
          <a:p>
            <a:pPr lvl="1"/>
            <a:r>
              <a:rPr lang="en-US" dirty="0"/>
              <a:t>Initialize N x M matrix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Fill the matrix from upper left corner to the lower right corner in a recursive fashion (using a scoring scheme)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Traceback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2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88BC-76C1-4D38-A866-02D30570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530" y="344794"/>
            <a:ext cx="5700070" cy="1325563"/>
          </a:xfrm>
        </p:spPr>
        <p:txBody>
          <a:bodyPr/>
          <a:lstStyle/>
          <a:p>
            <a:r>
              <a:rPr lang="en-US" dirty="0"/>
              <a:t>Step 1: Initialize table </a:t>
            </a:r>
            <a:r>
              <a:rPr lang="en-US" i="1" dirty="0"/>
              <a:t>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E4650-8D38-432D-B03E-170322296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614" y="1709449"/>
            <a:ext cx="3314700" cy="34391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Seq1: TGGTG</a:t>
            </a:r>
          </a:p>
          <a:p>
            <a:pPr marL="0" indent="0">
              <a:buNone/>
            </a:pPr>
            <a:r>
              <a:rPr lang="en-US" dirty="0"/>
              <a:t>Seq2: ATCGT</a:t>
            </a:r>
          </a:p>
          <a:p>
            <a:endParaRPr lang="en-US" dirty="0"/>
          </a:p>
          <a:p>
            <a:pPr lvl="1"/>
            <a:r>
              <a:rPr lang="en-US" dirty="0"/>
              <a:t>Seq1 = </a:t>
            </a:r>
            <a:r>
              <a:rPr lang="en-US" i="1" dirty="0">
                <a:solidFill>
                  <a:schemeClr val="accent2"/>
                </a:solidFill>
              </a:rPr>
              <a:t>m</a:t>
            </a:r>
          </a:p>
          <a:p>
            <a:pPr lvl="1"/>
            <a:r>
              <a:rPr lang="en-US" dirty="0"/>
              <a:t>Seq2 = </a:t>
            </a:r>
            <a:r>
              <a:rPr lang="en-US" i="1" dirty="0">
                <a:solidFill>
                  <a:schemeClr val="accent2"/>
                </a:solidFill>
              </a:rPr>
              <a:t>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A323770-C37A-4851-8212-B85582AA3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571778"/>
              </p:ext>
            </p:extLst>
          </p:nvPr>
        </p:nvGraphicFramePr>
        <p:xfrm>
          <a:off x="6696075" y="2172494"/>
          <a:ext cx="3657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9425883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095392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99063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855304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61370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1587561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01743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9546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2036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7811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07358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470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884862-7B65-460D-AB1A-43C67345D269}"/>
              </a:ext>
            </a:extLst>
          </p:cNvPr>
          <p:cNvSpPr txBox="1"/>
          <p:nvPr/>
        </p:nvSpPr>
        <p:spPr>
          <a:xfrm>
            <a:off x="6696075" y="1372275"/>
            <a:ext cx="368562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=0  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=1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=2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=3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=4 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=5</a:t>
            </a:r>
          </a:p>
          <a:p>
            <a:pPr>
              <a:spcBef>
                <a:spcPts val="1200"/>
              </a:spcBef>
            </a:pPr>
            <a:r>
              <a:rPr lang="en-US" dirty="0"/>
              <a:t> </a:t>
            </a:r>
            <a:r>
              <a:rPr lang="en-US" b="1" i="1" dirty="0">
                <a:solidFill>
                  <a:schemeClr val="accent2"/>
                </a:solidFill>
              </a:rPr>
              <a:t>m</a:t>
            </a:r>
            <a:r>
              <a:rPr lang="en-US" dirty="0"/>
              <a:t>           </a:t>
            </a:r>
            <a:r>
              <a:rPr lang="en-US" b="1" dirty="0"/>
              <a:t>T        G          </a:t>
            </a:r>
            <a:r>
              <a:rPr lang="en-US" b="1" dirty="0" err="1"/>
              <a:t>G</a:t>
            </a:r>
            <a:r>
              <a:rPr lang="en-US" b="1" dirty="0"/>
              <a:t>          T          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BC0DE-3C8E-4385-BADF-A4A48BDA6A7B}"/>
              </a:ext>
            </a:extLst>
          </p:cNvPr>
          <p:cNvSpPr txBox="1"/>
          <p:nvPr/>
        </p:nvSpPr>
        <p:spPr>
          <a:xfrm>
            <a:off x="5450530" y="2172494"/>
            <a:ext cx="1253869" cy="3677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J=0	</a:t>
            </a:r>
            <a:r>
              <a:rPr lang="en-US" b="1" i="1" dirty="0">
                <a:solidFill>
                  <a:schemeClr val="accent2"/>
                </a:solidFill>
              </a:rPr>
              <a:t>n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J=1</a:t>
            </a:r>
            <a:r>
              <a:rPr lang="en-US" dirty="0"/>
              <a:t>	</a:t>
            </a:r>
            <a:r>
              <a:rPr lang="en-US" b="1" dirty="0"/>
              <a:t>A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J=2</a:t>
            </a:r>
            <a:r>
              <a:rPr lang="en-US" dirty="0"/>
              <a:t>	</a:t>
            </a:r>
            <a:r>
              <a:rPr lang="en-US" b="1" dirty="0"/>
              <a:t>T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J=3</a:t>
            </a:r>
            <a:r>
              <a:rPr lang="en-US" dirty="0"/>
              <a:t>	</a:t>
            </a:r>
            <a:r>
              <a:rPr lang="en-US" b="1" dirty="0"/>
              <a:t>C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J=4</a:t>
            </a:r>
            <a:r>
              <a:rPr lang="en-US" dirty="0"/>
              <a:t>	</a:t>
            </a:r>
            <a:r>
              <a:rPr lang="en-US" b="1" dirty="0"/>
              <a:t>G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J=5</a:t>
            </a:r>
            <a:r>
              <a:rPr lang="en-US" dirty="0"/>
              <a:t>	</a:t>
            </a:r>
            <a:r>
              <a:rPr lang="en-US" b="1" dirty="0"/>
              <a:t>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73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88BC-76C1-4D38-A866-02D30570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80" y="365124"/>
            <a:ext cx="5668320" cy="1325563"/>
          </a:xfrm>
        </p:spPr>
        <p:txBody>
          <a:bodyPr/>
          <a:lstStyle/>
          <a:p>
            <a:r>
              <a:rPr lang="en-US" dirty="0"/>
              <a:t>Step 1: Initialize table </a:t>
            </a:r>
            <a:r>
              <a:rPr lang="en-US" i="1" dirty="0"/>
              <a:t>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A323770-C37A-4851-8212-B85582AA3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089655"/>
              </p:ext>
            </p:extLst>
          </p:nvPr>
        </p:nvGraphicFramePr>
        <p:xfrm>
          <a:off x="1673225" y="2172494"/>
          <a:ext cx="3657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9425883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095392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99063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855304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61370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1587561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01743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9546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2036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7811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07358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470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884862-7B65-460D-AB1A-43C67345D269}"/>
              </a:ext>
            </a:extLst>
          </p:cNvPr>
          <p:cNvSpPr txBox="1"/>
          <p:nvPr/>
        </p:nvSpPr>
        <p:spPr>
          <a:xfrm>
            <a:off x="1673225" y="1372275"/>
            <a:ext cx="368562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=0  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=1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=2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=3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=4 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=5</a:t>
            </a:r>
          </a:p>
          <a:p>
            <a:pPr>
              <a:spcBef>
                <a:spcPts val="1200"/>
              </a:spcBef>
            </a:pPr>
            <a:r>
              <a:rPr lang="en-US" dirty="0"/>
              <a:t> </a:t>
            </a:r>
            <a:r>
              <a:rPr lang="en-US" b="1" i="1" dirty="0">
                <a:solidFill>
                  <a:schemeClr val="accent2"/>
                </a:solidFill>
              </a:rPr>
              <a:t>m</a:t>
            </a:r>
            <a:r>
              <a:rPr lang="en-US" dirty="0"/>
              <a:t>           </a:t>
            </a:r>
            <a:r>
              <a:rPr lang="en-US" b="1" dirty="0"/>
              <a:t>T        G          </a:t>
            </a:r>
            <a:r>
              <a:rPr lang="en-US" b="1" dirty="0" err="1"/>
              <a:t>G</a:t>
            </a:r>
            <a:r>
              <a:rPr lang="en-US" b="1" dirty="0"/>
              <a:t>          T          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BC0DE-3C8E-4385-BADF-A4A48BDA6A7B}"/>
              </a:ext>
            </a:extLst>
          </p:cNvPr>
          <p:cNvSpPr txBox="1"/>
          <p:nvPr/>
        </p:nvSpPr>
        <p:spPr>
          <a:xfrm>
            <a:off x="427680" y="2172494"/>
            <a:ext cx="1253869" cy="3677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J=0	</a:t>
            </a:r>
            <a:r>
              <a:rPr lang="en-US" b="1" i="1" dirty="0">
                <a:solidFill>
                  <a:schemeClr val="accent2"/>
                </a:solidFill>
              </a:rPr>
              <a:t>n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J=1</a:t>
            </a:r>
            <a:r>
              <a:rPr lang="en-US" dirty="0"/>
              <a:t>	</a:t>
            </a:r>
            <a:r>
              <a:rPr lang="en-US" b="1" dirty="0"/>
              <a:t>A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J=2</a:t>
            </a:r>
            <a:r>
              <a:rPr lang="en-US" dirty="0"/>
              <a:t>	</a:t>
            </a:r>
            <a:r>
              <a:rPr lang="en-US" b="1" dirty="0"/>
              <a:t>T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J=3</a:t>
            </a:r>
            <a:r>
              <a:rPr lang="en-US" dirty="0"/>
              <a:t>	</a:t>
            </a:r>
            <a:r>
              <a:rPr lang="en-US" b="1" dirty="0"/>
              <a:t>C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J=4</a:t>
            </a:r>
            <a:r>
              <a:rPr lang="en-US" dirty="0"/>
              <a:t>	</a:t>
            </a:r>
            <a:r>
              <a:rPr lang="en-US" b="1" dirty="0"/>
              <a:t>G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J=5</a:t>
            </a:r>
            <a:r>
              <a:rPr lang="en-US" dirty="0"/>
              <a:t>	</a:t>
            </a:r>
            <a:r>
              <a:rPr lang="en-US" b="1" dirty="0"/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DE003-7ED5-4610-94D8-6D74396304C3}"/>
              </a:ext>
            </a:extLst>
          </p:cNvPr>
          <p:cNvSpPr txBox="1"/>
          <p:nvPr/>
        </p:nvSpPr>
        <p:spPr>
          <a:xfrm>
            <a:off x="6096000" y="1972439"/>
            <a:ext cx="5588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T</a:t>
            </a:r>
            <a:r>
              <a:rPr lang="en-US" sz="2000" i="1" baseline="-25000" dirty="0"/>
              <a:t>(</a:t>
            </a:r>
            <a:r>
              <a:rPr lang="en-US" sz="2000" i="1" baseline="-25000" dirty="0" err="1"/>
              <a:t>I,j</a:t>
            </a:r>
            <a:r>
              <a:rPr lang="en-US" sz="2000" i="1" baseline="-25000" dirty="0"/>
              <a:t>)</a:t>
            </a:r>
            <a:r>
              <a:rPr lang="en-US" sz="2000" dirty="0"/>
              <a:t> is the cell at the intersection of row </a:t>
            </a:r>
            <a:r>
              <a:rPr lang="en-US" sz="2000" i="1" dirty="0"/>
              <a:t>I </a:t>
            </a:r>
            <a:r>
              <a:rPr lang="en-US" sz="2000" dirty="0"/>
              <a:t>&amp; column </a:t>
            </a:r>
            <a:r>
              <a:rPr lang="en-US" sz="2000" i="1" dirty="0"/>
              <a:t>j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FAA475-F437-46B1-B269-C937E975F0F8}"/>
              </a:ext>
            </a:extLst>
          </p:cNvPr>
          <p:cNvGrpSpPr/>
          <p:nvPr/>
        </p:nvGrpSpPr>
        <p:grpSpPr>
          <a:xfrm>
            <a:off x="4400550" y="4132114"/>
            <a:ext cx="2767649" cy="369332"/>
            <a:chOff x="4400550" y="4132114"/>
            <a:chExt cx="2767649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103513E-3884-4E83-A5D6-DAEFB45F3A26}"/>
                </a:ext>
              </a:extLst>
            </p:cNvPr>
            <p:cNvCxnSpPr>
              <a:cxnSpLocks/>
            </p:cNvCxnSpPr>
            <p:nvPr/>
          </p:nvCxnSpPr>
          <p:spPr>
            <a:xfrm>
              <a:off x="4400550" y="4316780"/>
              <a:ext cx="1981200" cy="0"/>
            </a:xfrm>
            <a:prstGeom prst="straightConnector1">
              <a:avLst/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9B89B4-20B1-4360-80DC-519425E2595A}"/>
                </a:ext>
              </a:extLst>
            </p:cNvPr>
            <p:cNvSpPr txBox="1"/>
            <p:nvPr/>
          </p:nvSpPr>
          <p:spPr>
            <a:xfrm>
              <a:off x="6576370" y="4132114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T</a:t>
              </a:r>
              <a:r>
                <a:rPr lang="en-US" b="1" i="1" baseline="-25000" dirty="0"/>
                <a:t>(4,3)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B88AC3F-0D6F-4539-BF84-9DE6C380A70E}"/>
              </a:ext>
            </a:extLst>
          </p:cNvPr>
          <p:cNvSpPr txBox="1"/>
          <p:nvPr/>
        </p:nvSpPr>
        <p:spPr>
          <a:xfrm>
            <a:off x="7820093" y="4316780"/>
            <a:ext cx="22509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Which cell is </a:t>
            </a:r>
            <a:r>
              <a:rPr lang="en-US" i="1" dirty="0">
                <a:solidFill>
                  <a:schemeClr val="accent2"/>
                </a:solidFill>
              </a:rPr>
              <a:t>T(i-1, j-1)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Which cell is </a:t>
            </a:r>
            <a:r>
              <a:rPr lang="en-US" i="1" dirty="0">
                <a:solidFill>
                  <a:schemeClr val="accent2"/>
                </a:solidFill>
              </a:rPr>
              <a:t>T(i,j-1)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Which cell is </a:t>
            </a:r>
            <a:r>
              <a:rPr lang="en-US" i="1" dirty="0">
                <a:solidFill>
                  <a:schemeClr val="accent2"/>
                </a:solidFill>
              </a:rPr>
              <a:t>T(i-1,j)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64DFB0-7CB1-0207-5195-D2BA79BCAE6A}"/>
                  </a:ext>
                </a:extLst>
              </p14:cNvPr>
              <p14:cNvContentPartPr/>
              <p14:nvPr/>
            </p14:nvContentPartPr>
            <p14:xfrm>
              <a:off x="3537000" y="3465720"/>
              <a:ext cx="968760" cy="897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64DFB0-7CB1-0207-5195-D2BA79BCAE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7640" y="3456360"/>
                <a:ext cx="987480" cy="9158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4068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88BC-76C1-4D38-A866-02D30570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80" y="365124"/>
            <a:ext cx="5668320" cy="1325563"/>
          </a:xfrm>
        </p:spPr>
        <p:txBody>
          <a:bodyPr/>
          <a:lstStyle/>
          <a:p>
            <a:r>
              <a:rPr lang="en-US" dirty="0"/>
              <a:t>Step 1: Initialize table </a:t>
            </a:r>
            <a:r>
              <a:rPr lang="en-US" i="1" dirty="0"/>
              <a:t>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A323770-C37A-4851-8212-B85582AA3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441449"/>
              </p:ext>
            </p:extLst>
          </p:nvPr>
        </p:nvGraphicFramePr>
        <p:xfrm>
          <a:off x="1673225" y="2172494"/>
          <a:ext cx="3657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9425883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095392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99063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855304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61370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1587561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01743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9546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2036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7811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07358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470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884862-7B65-460D-AB1A-43C67345D269}"/>
              </a:ext>
            </a:extLst>
          </p:cNvPr>
          <p:cNvSpPr txBox="1"/>
          <p:nvPr/>
        </p:nvSpPr>
        <p:spPr>
          <a:xfrm>
            <a:off x="1673225" y="1372275"/>
            <a:ext cx="368562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=0  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=1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=2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=3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=4 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=5</a:t>
            </a:r>
          </a:p>
          <a:p>
            <a:pPr>
              <a:spcBef>
                <a:spcPts val="1200"/>
              </a:spcBef>
            </a:pPr>
            <a:r>
              <a:rPr lang="en-US" dirty="0"/>
              <a:t> </a:t>
            </a:r>
            <a:r>
              <a:rPr lang="en-US" b="1" i="1" dirty="0">
                <a:solidFill>
                  <a:schemeClr val="accent2"/>
                </a:solidFill>
              </a:rPr>
              <a:t>m</a:t>
            </a:r>
            <a:r>
              <a:rPr lang="en-US" dirty="0"/>
              <a:t>           </a:t>
            </a:r>
            <a:r>
              <a:rPr lang="en-US" b="1" dirty="0"/>
              <a:t>T        G          </a:t>
            </a:r>
            <a:r>
              <a:rPr lang="en-US" b="1" dirty="0" err="1"/>
              <a:t>G</a:t>
            </a:r>
            <a:r>
              <a:rPr lang="en-US" b="1" dirty="0"/>
              <a:t>          T          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BC0DE-3C8E-4385-BADF-A4A48BDA6A7B}"/>
              </a:ext>
            </a:extLst>
          </p:cNvPr>
          <p:cNvSpPr txBox="1"/>
          <p:nvPr/>
        </p:nvSpPr>
        <p:spPr>
          <a:xfrm>
            <a:off x="427680" y="2172494"/>
            <a:ext cx="1253869" cy="3677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J=0	</a:t>
            </a:r>
            <a:r>
              <a:rPr lang="en-US" b="1" i="1" dirty="0">
                <a:solidFill>
                  <a:schemeClr val="accent2"/>
                </a:solidFill>
              </a:rPr>
              <a:t>n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J=1</a:t>
            </a:r>
            <a:r>
              <a:rPr lang="en-US" dirty="0"/>
              <a:t>	</a:t>
            </a:r>
            <a:r>
              <a:rPr lang="en-US" b="1" dirty="0"/>
              <a:t>A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J=2</a:t>
            </a:r>
            <a:r>
              <a:rPr lang="en-US" dirty="0"/>
              <a:t>	</a:t>
            </a:r>
            <a:r>
              <a:rPr lang="en-US" b="1" dirty="0"/>
              <a:t>T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J=3</a:t>
            </a:r>
            <a:r>
              <a:rPr lang="en-US" dirty="0"/>
              <a:t>	</a:t>
            </a:r>
            <a:r>
              <a:rPr lang="en-US" b="1" dirty="0"/>
              <a:t>C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J=4</a:t>
            </a:r>
            <a:r>
              <a:rPr lang="en-US" dirty="0"/>
              <a:t>	</a:t>
            </a:r>
            <a:r>
              <a:rPr lang="en-US" b="1" dirty="0"/>
              <a:t>G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J=5</a:t>
            </a:r>
            <a:r>
              <a:rPr lang="en-US" dirty="0"/>
              <a:t>	</a:t>
            </a:r>
            <a:r>
              <a:rPr lang="en-US" b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776948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88BC-76C1-4D38-A866-02D30570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80" y="365124"/>
            <a:ext cx="5668320" cy="1325563"/>
          </a:xfrm>
        </p:spPr>
        <p:txBody>
          <a:bodyPr/>
          <a:lstStyle/>
          <a:p>
            <a:r>
              <a:rPr lang="en-US" dirty="0"/>
              <a:t>Step 1: Initialize table </a:t>
            </a:r>
            <a:r>
              <a:rPr lang="en-US" i="1" dirty="0"/>
              <a:t>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A323770-C37A-4851-8212-B85582AA32EB}"/>
              </a:ext>
            </a:extLst>
          </p:cNvPr>
          <p:cNvGraphicFramePr>
            <a:graphicFrameLocks noGrp="1"/>
          </p:cNvGraphicFramePr>
          <p:nvPr/>
        </p:nvGraphicFramePr>
        <p:xfrm>
          <a:off x="1673225" y="2172494"/>
          <a:ext cx="3657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94258832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095392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99063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855304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561370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1587561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/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01743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9546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2036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7811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07358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9470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884862-7B65-460D-AB1A-43C67345D269}"/>
              </a:ext>
            </a:extLst>
          </p:cNvPr>
          <p:cNvSpPr txBox="1"/>
          <p:nvPr/>
        </p:nvSpPr>
        <p:spPr>
          <a:xfrm>
            <a:off x="1673225" y="1372275"/>
            <a:ext cx="368562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=0  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=1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=2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=3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=4      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i="1" dirty="0">
                <a:solidFill>
                  <a:srgbClr val="0070C0"/>
                </a:solidFill>
              </a:rPr>
              <a:t>=5</a:t>
            </a:r>
          </a:p>
          <a:p>
            <a:pPr>
              <a:spcBef>
                <a:spcPts val="1200"/>
              </a:spcBef>
            </a:pPr>
            <a:r>
              <a:rPr lang="en-US" dirty="0"/>
              <a:t> </a:t>
            </a:r>
            <a:r>
              <a:rPr lang="en-US" b="1" i="1" dirty="0">
                <a:solidFill>
                  <a:schemeClr val="accent2"/>
                </a:solidFill>
              </a:rPr>
              <a:t>m</a:t>
            </a:r>
            <a:r>
              <a:rPr lang="en-US" dirty="0"/>
              <a:t>           </a:t>
            </a:r>
            <a:r>
              <a:rPr lang="en-US" b="1" dirty="0"/>
              <a:t>T        G          </a:t>
            </a:r>
            <a:r>
              <a:rPr lang="en-US" b="1" dirty="0" err="1"/>
              <a:t>G</a:t>
            </a:r>
            <a:r>
              <a:rPr lang="en-US" b="1" dirty="0"/>
              <a:t>          T          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BC0DE-3C8E-4385-BADF-A4A48BDA6A7B}"/>
              </a:ext>
            </a:extLst>
          </p:cNvPr>
          <p:cNvSpPr txBox="1"/>
          <p:nvPr/>
        </p:nvSpPr>
        <p:spPr>
          <a:xfrm>
            <a:off x="427680" y="2172494"/>
            <a:ext cx="1253869" cy="3677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J=0	</a:t>
            </a:r>
            <a:r>
              <a:rPr lang="en-US" b="1" i="1" dirty="0">
                <a:solidFill>
                  <a:schemeClr val="accent2"/>
                </a:solidFill>
              </a:rPr>
              <a:t>n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J=1</a:t>
            </a:r>
            <a:r>
              <a:rPr lang="en-US" dirty="0"/>
              <a:t>	</a:t>
            </a:r>
            <a:r>
              <a:rPr lang="en-US" b="1" dirty="0"/>
              <a:t>A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J=2</a:t>
            </a:r>
            <a:r>
              <a:rPr lang="en-US" dirty="0"/>
              <a:t>	</a:t>
            </a:r>
            <a:r>
              <a:rPr lang="en-US" b="1" dirty="0"/>
              <a:t>T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J=3</a:t>
            </a:r>
            <a:r>
              <a:rPr lang="en-US" dirty="0"/>
              <a:t>	</a:t>
            </a:r>
            <a:r>
              <a:rPr lang="en-US" b="1" dirty="0"/>
              <a:t>C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J=4</a:t>
            </a:r>
            <a:r>
              <a:rPr lang="en-US" dirty="0"/>
              <a:t>	</a:t>
            </a:r>
            <a:r>
              <a:rPr lang="en-US" b="1" dirty="0"/>
              <a:t>G</a:t>
            </a:r>
          </a:p>
          <a:p>
            <a:pPr>
              <a:spcBef>
                <a:spcPts val="3000"/>
              </a:spcBef>
            </a:pPr>
            <a:r>
              <a:rPr lang="en-US" i="1" dirty="0">
                <a:solidFill>
                  <a:srgbClr val="0070C0"/>
                </a:solidFill>
              </a:rPr>
              <a:t>J=5</a:t>
            </a:r>
            <a:r>
              <a:rPr lang="en-US" dirty="0"/>
              <a:t>	</a:t>
            </a:r>
            <a:r>
              <a:rPr lang="en-US" b="1" dirty="0"/>
              <a:t>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EC293E-65C7-4696-BD4F-3E83812B7F0D}"/>
              </a:ext>
            </a:extLst>
          </p:cNvPr>
          <p:cNvGrpSpPr/>
          <p:nvPr/>
        </p:nvGrpSpPr>
        <p:grpSpPr>
          <a:xfrm>
            <a:off x="5700122" y="2172494"/>
            <a:ext cx="3414717" cy="1477328"/>
            <a:chOff x="7027025" y="1975961"/>
            <a:chExt cx="3414717" cy="147732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7698BE-C869-4AD9-927F-1A90298751B2}"/>
                </a:ext>
              </a:extLst>
            </p:cNvPr>
            <p:cNvSpPr txBox="1"/>
            <p:nvPr/>
          </p:nvSpPr>
          <p:spPr>
            <a:xfrm>
              <a:off x="7027025" y="1975961"/>
              <a:ext cx="3414717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	    T</a:t>
              </a:r>
              <a:r>
                <a:rPr lang="en-US" baseline="-25000" dirty="0"/>
                <a:t>(i-1, j-1)</a:t>
              </a:r>
              <a:r>
                <a:rPr lang="en-US" dirty="0"/>
                <a:t> + </a:t>
              </a:r>
              <a:r>
                <a:rPr lang="en-IE" altLang="en-US" sz="1800" i="1" dirty="0">
                  <a:latin typeface="Times New Roman" panose="02020603050405020304" pitchFamily="18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σ </a:t>
              </a:r>
              <a:r>
                <a:rPr lang="en-IE" altLang="en-US" sz="1800" dirty="0">
                  <a:latin typeface="Times New Roman" panose="02020603050405020304" pitchFamily="18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(S1</a:t>
              </a:r>
              <a:r>
                <a:rPr lang="en-IE" altLang="en-US" sz="1800" baseline="-25000" dirty="0">
                  <a:latin typeface="Times New Roman" panose="02020603050405020304" pitchFamily="18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(</a:t>
              </a:r>
              <a:r>
                <a:rPr lang="en-IE" altLang="en-US" sz="1800" baseline="-25000" dirty="0" err="1">
                  <a:latin typeface="Times New Roman" panose="02020603050405020304" pitchFamily="18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i</a:t>
              </a:r>
              <a:r>
                <a:rPr lang="en-IE" altLang="en-US" sz="1800" baseline="-25000" dirty="0">
                  <a:latin typeface="Times New Roman" panose="02020603050405020304" pitchFamily="18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)</a:t>
              </a:r>
              <a:r>
                <a:rPr lang="en-IE" altLang="en-US" sz="1800" dirty="0">
                  <a:latin typeface="Times New Roman" panose="02020603050405020304" pitchFamily="18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, S2</a:t>
              </a:r>
              <a:r>
                <a:rPr lang="en-IE" altLang="en-US" sz="1800" baseline="-25000" dirty="0">
                  <a:latin typeface="Times New Roman" panose="02020603050405020304" pitchFamily="18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(j)</a:t>
              </a:r>
              <a:r>
                <a:rPr lang="en-IE" altLang="en-US" sz="1800" dirty="0">
                  <a:latin typeface="Times New Roman" panose="02020603050405020304" pitchFamily="18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)</a:t>
              </a:r>
              <a:r>
                <a:rPr lang="en-US" dirty="0"/>
                <a:t> </a:t>
              </a:r>
            </a:p>
            <a:p>
              <a:endParaRPr lang="en-US" dirty="0"/>
            </a:p>
            <a:p>
              <a:r>
                <a:rPr lang="en-US" dirty="0"/>
                <a:t>T</a:t>
              </a:r>
              <a:r>
                <a:rPr lang="en-US" baseline="-25000" dirty="0"/>
                <a:t>(</a:t>
              </a:r>
              <a:r>
                <a:rPr lang="en-US" baseline="-25000" dirty="0" err="1"/>
                <a:t>I,j</a:t>
              </a:r>
              <a:r>
                <a:rPr lang="en-US" baseline="-25000" dirty="0"/>
                <a:t>)</a:t>
              </a:r>
              <a:r>
                <a:rPr lang="en-US" dirty="0"/>
                <a:t> = max    T</a:t>
              </a:r>
              <a:r>
                <a:rPr lang="en-US" baseline="-25000" dirty="0"/>
                <a:t>(i-1,j)</a:t>
              </a:r>
              <a:r>
                <a:rPr lang="en-US" dirty="0"/>
                <a:t> + gap penalty</a:t>
              </a:r>
            </a:p>
            <a:p>
              <a:endParaRPr lang="en-US" dirty="0"/>
            </a:p>
            <a:p>
              <a:r>
                <a:rPr lang="en-US" dirty="0"/>
                <a:t>	    T</a:t>
              </a:r>
              <a:r>
                <a:rPr lang="en-US" baseline="-25000" dirty="0"/>
                <a:t>(I,j-1)</a:t>
              </a:r>
              <a:r>
                <a:rPr lang="en-US" dirty="0"/>
                <a:t> + gap penalty</a:t>
              </a:r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22734681-D86B-45C0-9DAA-1E6F1DD6829A}"/>
                </a:ext>
              </a:extLst>
            </p:cNvPr>
            <p:cNvSpPr/>
            <p:nvPr/>
          </p:nvSpPr>
          <p:spPr>
            <a:xfrm>
              <a:off x="8075613" y="2063750"/>
              <a:ext cx="142628" cy="1301750"/>
            </a:xfrm>
            <a:prstGeom prst="leftBrace">
              <a:avLst>
                <a:gd name="adj1" fmla="val 30224"/>
                <a:gd name="adj2" fmla="val 49938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B5761CB-B5CC-4940-A269-6CD741310E2B}"/>
              </a:ext>
            </a:extLst>
          </p:cNvPr>
          <p:cNvSpPr txBox="1"/>
          <p:nvPr/>
        </p:nvSpPr>
        <p:spPr>
          <a:xfrm>
            <a:off x="6820024" y="415895"/>
            <a:ext cx="17280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Scoring Scheme</a:t>
            </a:r>
            <a:endParaRPr lang="en-US" dirty="0"/>
          </a:p>
          <a:p>
            <a:r>
              <a:rPr lang="en-US" dirty="0"/>
              <a:t>+1 for match</a:t>
            </a:r>
          </a:p>
          <a:p>
            <a:r>
              <a:rPr lang="en-US" dirty="0"/>
              <a:t>-1 for mismatch</a:t>
            </a:r>
          </a:p>
          <a:p>
            <a:r>
              <a:rPr lang="en-US" dirty="0"/>
              <a:t> -2 for gap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9573D4-5848-EEC6-C501-75E55B993701}"/>
                  </a:ext>
                </a:extLst>
              </p14:cNvPr>
              <p14:cNvContentPartPr/>
              <p14:nvPr/>
            </p14:nvContentPartPr>
            <p14:xfrm>
              <a:off x="1786320" y="2176920"/>
              <a:ext cx="3422520" cy="333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9573D4-5848-EEC6-C501-75E55B9937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6960" y="2167560"/>
                <a:ext cx="3441240" cy="33530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6194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E9A42A-6C75-4A7D-8B91-D928A15751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198" t="20521" r="34607" b="34166"/>
          <a:stretch/>
        </p:blipFill>
        <p:spPr>
          <a:xfrm>
            <a:off x="3374231" y="952076"/>
            <a:ext cx="5443538" cy="49538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337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45958011-FCBC-48F3-B295-80EC899A1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3965"/>
            <a:ext cx="8229600" cy="6406340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path through matrix </a:t>
            </a:r>
            <a:r>
              <a:rPr lang="en-IE" altLang="en-US" sz="2000" i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is the </a:t>
            </a:r>
            <a:r>
              <a:rPr lang="en-IE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traceback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(in pink here):</a:t>
            </a:r>
          </a:p>
          <a:p>
            <a:pPr eaLnBrk="1" hangingPunct="1"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work out the best alignment, follow the traceback </a:t>
            </a:r>
            <a:r>
              <a:rPr lang="en-IE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from top left to bottom right, &amp; look at the letters aligned in each cell</a:t>
            </a:r>
          </a:p>
          <a:p>
            <a:pPr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Here the 1</a:t>
            </a:r>
            <a:r>
              <a:rPr lang="en-IE" altLang="en-US" sz="2000" baseline="30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cell doesn’t correspond to any letter</a:t>
            </a:r>
          </a:p>
          <a:p>
            <a:pPr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2</a:t>
            </a:r>
            <a:r>
              <a:rPr lang="en-IE" altLang="en-US" sz="2000" baseline="30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nd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cell is ‘A’ in sequence </a:t>
            </a:r>
            <a:r>
              <a:rPr lang="en-IE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2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but nothing in sequence </a:t>
            </a:r>
            <a:r>
              <a:rPr lang="en-IE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</a:t>
            </a:r>
          </a:p>
          <a:p>
            <a:pPr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3</a:t>
            </a:r>
            <a:r>
              <a:rPr lang="en-IE" altLang="en-US" sz="2000" baseline="30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rd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cell is ‘T’ in sequence </a:t>
            </a:r>
            <a:r>
              <a:rPr lang="en-IE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2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and ‘T’ in sequence </a:t>
            </a:r>
            <a:r>
              <a:rPr lang="en-IE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</a:t>
            </a:r>
            <a:endParaRPr lang="en-IE" altLang="en-US" sz="2000" i="1" baseline="-25000" dirty="0">
              <a:solidFill>
                <a:srgbClr val="00B050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4</a:t>
            </a:r>
            <a:r>
              <a:rPr lang="en-IE" altLang="en-US" sz="2000" baseline="30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cell is ‘C’ in sequence </a:t>
            </a:r>
            <a:r>
              <a:rPr lang="en-IE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2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and ‘G’ in sequence </a:t>
            </a:r>
            <a:r>
              <a:rPr lang="en-IE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</a:t>
            </a:r>
            <a:r>
              <a:rPr lang="en-IE" altLang="en-US" sz="2000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5</a:t>
            </a:r>
            <a:r>
              <a:rPr lang="en-IE" altLang="en-US" sz="2000" baseline="30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cell is ‘G’ in sequence </a:t>
            </a:r>
            <a:r>
              <a:rPr lang="en-IE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2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and ‘G’ in sequence </a:t>
            </a:r>
            <a:r>
              <a:rPr lang="en-IE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6</a:t>
            </a:r>
            <a:r>
              <a:rPr lang="en-IE" altLang="en-US" sz="2000" baseline="30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cell is ‘T’ in sequence </a:t>
            </a:r>
            <a:r>
              <a:rPr lang="en-IE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2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and ‘T’ in sequence </a:t>
            </a:r>
            <a:r>
              <a:rPr lang="en-IE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7</a:t>
            </a:r>
            <a:r>
              <a:rPr lang="en-IE" altLang="en-US" sz="2000" baseline="30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cell is nothing in sequence </a:t>
            </a:r>
            <a:r>
              <a:rPr lang="en-IE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2</a:t>
            </a:r>
            <a:r>
              <a:rPr lang="en-IE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and ‘G’ in sequence </a:t>
            </a:r>
            <a:r>
              <a:rPr lang="en-IE" altLang="en-US" sz="2000" b="1" i="1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IE" altLang="en-US" sz="20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</a:t>
            </a:r>
            <a:endParaRPr lang="en-IE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4963A580-91FE-4214-83FD-CB8A5EC38B9A}"/>
              </a:ext>
            </a:extLst>
          </p:cNvPr>
          <p:cNvGraphicFramePr>
            <a:graphicFrameLocks noGrp="1"/>
          </p:cNvGraphicFramePr>
          <p:nvPr/>
        </p:nvGraphicFramePr>
        <p:xfrm>
          <a:off x="3024188" y="782638"/>
          <a:ext cx="2736850" cy="2722560"/>
        </p:xfrm>
        <a:graphic>
          <a:graphicData uri="http://schemas.openxmlformats.org/drawingml/2006/table">
            <a:tbl>
              <a:tblPr/>
              <a:tblGrid>
                <a:gridCol w="38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-9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F72E65D5-B4AD-4E16-8661-4B129C4AA3D0}"/>
              </a:ext>
            </a:extLst>
          </p:cNvPr>
          <p:cNvGraphicFramePr>
            <a:graphicFrameLocks noGrp="1"/>
          </p:cNvGraphicFramePr>
          <p:nvPr/>
        </p:nvGraphicFramePr>
        <p:xfrm>
          <a:off x="3024188" y="777875"/>
          <a:ext cx="2736850" cy="2722566"/>
        </p:xfrm>
        <a:graphic>
          <a:graphicData uri="http://schemas.openxmlformats.org/drawingml/2006/table">
            <a:tbl>
              <a:tblPr/>
              <a:tblGrid>
                <a:gridCol w="38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-9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D7590E2D-BCA3-4559-A3DF-74EE086E5CA1}"/>
              </a:ext>
            </a:extLst>
          </p:cNvPr>
          <p:cNvGraphicFramePr>
            <a:graphicFrameLocks noGrp="1"/>
          </p:cNvGraphicFramePr>
          <p:nvPr/>
        </p:nvGraphicFramePr>
        <p:xfrm>
          <a:off x="3024188" y="777875"/>
          <a:ext cx="2736850" cy="2722566"/>
        </p:xfrm>
        <a:graphic>
          <a:graphicData uri="http://schemas.openxmlformats.org/drawingml/2006/table">
            <a:tbl>
              <a:tblPr/>
              <a:tblGrid>
                <a:gridCol w="38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-9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BF1D5792-C40A-4779-B0A3-07B45B4FCC89}"/>
              </a:ext>
            </a:extLst>
          </p:cNvPr>
          <p:cNvGraphicFramePr>
            <a:graphicFrameLocks noGrp="1"/>
          </p:cNvGraphicFramePr>
          <p:nvPr/>
        </p:nvGraphicFramePr>
        <p:xfrm>
          <a:off x="3024188" y="777875"/>
          <a:ext cx="2736850" cy="2722566"/>
        </p:xfrm>
        <a:graphic>
          <a:graphicData uri="http://schemas.openxmlformats.org/drawingml/2006/table">
            <a:tbl>
              <a:tblPr/>
              <a:tblGrid>
                <a:gridCol w="38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-9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1286AEA8-A846-43A9-8A72-AAD04F18E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9" y="1639889"/>
            <a:ext cx="3381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05D0885-D705-4CE4-BA90-C6FB337C7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39" y="1639889"/>
            <a:ext cx="3381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7F55579E-B413-4FA3-BF1A-F4C814D99B73}"/>
              </a:ext>
            </a:extLst>
          </p:cNvPr>
          <p:cNvGraphicFramePr>
            <a:graphicFrameLocks noGrp="1"/>
          </p:cNvGraphicFramePr>
          <p:nvPr/>
        </p:nvGraphicFramePr>
        <p:xfrm>
          <a:off x="3024188" y="777875"/>
          <a:ext cx="2736850" cy="2722566"/>
        </p:xfrm>
        <a:graphic>
          <a:graphicData uri="http://schemas.openxmlformats.org/drawingml/2006/table">
            <a:tbl>
              <a:tblPr/>
              <a:tblGrid>
                <a:gridCol w="38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-9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2F6A40A8-3546-462D-AECF-7373C7039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989" y="1639889"/>
            <a:ext cx="3381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24951F6D-EC52-4FCF-B804-BF3903FDCB06}"/>
              </a:ext>
            </a:extLst>
          </p:cNvPr>
          <p:cNvGraphicFramePr>
            <a:graphicFrameLocks noGrp="1"/>
          </p:cNvGraphicFramePr>
          <p:nvPr/>
        </p:nvGraphicFramePr>
        <p:xfrm>
          <a:off x="3024188" y="777875"/>
          <a:ext cx="2736850" cy="2722566"/>
        </p:xfrm>
        <a:graphic>
          <a:graphicData uri="http://schemas.openxmlformats.org/drawingml/2006/table">
            <a:tbl>
              <a:tblPr/>
              <a:tblGrid>
                <a:gridCol w="38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-9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4368CB4C-B2BB-44C2-B5E6-C7CF8B578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9" y="1639889"/>
            <a:ext cx="3381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AD356380-067F-4FCE-92E4-8EC03E0EE345}"/>
              </a:ext>
            </a:extLst>
          </p:cNvPr>
          <p:cNvGraphicFramePr>
            <a:graphicFrameLocks noGrp="1"/>
          </p:cNvGraphicFramePr>
          <p:nvPr/>
        </p:nvGraphicFramePr>
        <p:xfrm>
          <a:off x="3024188" y="777875"/>
          <a:ext cx="2736850" cy="2722566"/>
        </p:xfrm>
        <a:graphic>
          <a:graphicData uri="http://schemas.openxmlformats.org/drawingml/2006/table">
            <a:tbl>
              <a:tblPr/>
              <a:tblGrid>
                <a:gridCol w="38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-9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5" name="TextBox 104">
            <a:extLst>
              <a:ext uri="{FF2B5EF4-FFF2-40B4-BE49-F238E27FC236}">
                <a16:creationId xmlns:a16="http://schemas.microsoft.com/office/drawing/2014/main" id="{E280442C-8C38-4759-884E-2FFD73F9D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489" y="1639889"/>
            <a:ext cx="3381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6" name="Table 105">
            <a:extLst>
              <a:ext uri="{FF2B5EF4-FFF2-40B4-BE49-F238E27FC236}">
                <a16:creationId xmlns:a16="http://schemas.microsoft.com/office/drawing/2014/main" id="{EB77F264-004E-4EB7-A69D-64F536A8E090}"/>
              </a:ext>
            </a:extLst>
          </p:cNvPr>
          <p:cNvGraphicFramePr>
            <a:graphicFrameLocks noGrp="1"/>
          </p:cNvGraphicFramePr>
          <p:nvPr/>
        </p:nvGraphicFramePr>
        <p:xfrm>
          <a:off x="3024188" y="777875"/>
          <a:ext cx="2736850" cy="2722566"/>
        </p:xfrm>
        <a:graphic>
          <a:graphicData uri="http://schemas.openxmlformats.org/drawingml/2006/table">
            <a:tbl>
              <a:tblPr/>
              <a:tblGrid>
                <a:gridCol w="38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-9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C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-6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G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-8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-5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T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-10</a:t>
                      </a:r>
                    </a:p>
                  </a:txBody>
                  <a:tcPr marT="27342" marB="27342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-7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-4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-3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0"/>
                          <a:cs typeface="ＭＳ Ｐゴシック" charset="0"/>
                        </a:rPr>
                        <a:t>-2</a:t>
                      </a:r>
                    </a:p>
                  </a:txBody>
                  <a:tcPr marT="27342" marB="273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2EF51398-F61E-4DEB-9BB4-241260939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239" y="1639889"/>
            <a:ext cx="3381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E" alt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E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" name="Group 111">
            <a:extLst>
              <a:ext uri="{FF2B5EF4-FFF2-40B4-BE49-F238E27FC236}">
                <a16:creationId xmlns:a16="http://schemas.microsoft.com/office/drawing/2014/main" id="{05DA2E6C-9327-4310-A91B-BAE9CE81CD5C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496889"/>
            <a:ext cx="2728913" cy="2586037"/>
            <a:chOff x="1142976" y="351494"/>
            <a:chExt cx="2728908" cy="2586032"/>
          </a:xfrm>
        </p:grpSpPr>
        <p:sp>
          <p:nvSpPr>
            <p:cNvPr id="49658" name="TextBox 109">
              <a:extLst>
                <a:ext uri="{FF2B5EF4-FFF2-40B4-BE49-F238E27FC236}">
                  <a16:creationId xmlns:a16="http://schemas.microsoft.com/office/drawing/2014/main" id="{70E972F8-B1D0-40FC-A147-B2425EDA1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8849" y="351494"/>
              <a:ext cx="1443035" cy="400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/>
                <a:t>sequence </a:t>
              </a:r>
              <a:r>
                <a:rPr lang="en-IE" altLang="en-US" sz="2000" i="1"/>
                <a:t>S</a:t>
              </a:r>
              <a:r>
                <a:rPr lang="en-IE" altLang="en-US" sz="2000" i="1" baseline="-25000"/>
                <a:t>1</a:t>
              </a:r>
            </a:p>
          </p:txBody>
        </p:sp>
        <p:sp>
          <p:nvSpPr>
            <p:cNvPr id="49659" name="TextBox 110">
              <a:extLst>
                <a:ext uri="{FF2B5EF4-FFF2-40B4-BE49-F238E27FC236}">
                  <a16:creationId xmlns:a16="http://schemas.microsoft.com/office/drawing/2014/main" id="{93B855F3-C0FA-4BAE-BDA2-AEA86BE72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621483" y="2015985"/>
              <a:ext cx="1443034" cy="400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/>
                <a:t>sequence </a:t>
              </a:r>
              <a:r>
                <a:rPr lang="en-IE" altLang="en-US" sz="2000" i="1"/>
                <a:t>S</a:t>
              </a:r>
              <a:r>
                <a:rPr lang="en-IE" altLang="en-US" sz="2000" i="1" baseline="-25000"/>
                <a:t>2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9" grpId="0"/>
      <p:bldP spid="101" grpId="0"/>
      <p:bldP spid="103" grpId="0"/>
      <p:bldP spid="105" grpId="0"/>
      <p:bldP spid="10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1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17.1|17|33.1|34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5.2|1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2|5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9.9|2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7|11.2|11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8|33.3|47.2|42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28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8.9|8.5|9.9|27.9|11.1|17.8|21|9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85D919DB99A4B9F7C3E2BF41598A2" ma:contentTypeVersion="4" ma:contentTypeDescription="Create a new document." ma:contentTypeScope="" ma:versionID="ba3e817eb67cc8367b8d95e658cff018">
  <xsd:schema xmlns:xsd="http://www.w3.org/2001/XMLSchema" xmlns:xs="http://www.w3.org/2001/XMLSchema" xmlns:p="http://schemas.microsoft.com/office/2006/metadata/properties" xmlns:ns2="5b17cc69-8e44-468c-9cff-e58fbb120827" targetNamespace="http://schemas.microsoft.com/office/2006/metadata/properties" ma:root="true" ma:fieldsID="0a0aea8af201911dadc8767c9b796200" ns2:_="">
    <xsd:import namespace="5b17cc69-8e44-468c-9cff-e58fbb120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17cc69-8e44-468c-9cff-e58fbb120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037498-6416-4DAD-A25C-52F12FF85FC6}"/>
</file>

<file path=customXml/itemProps2.xml><?xml version="1.0" encoding="utf-8"?>
<ds:datastoreItem xmlns:ds="http://schemas.openxmlformats.org/officeDocument/2006/customXml" ds:itemID="{8CB7FDF4-100B-4457-B0A0-B43ED93427ED}"/>
</file>

<file path=customXml/itemProps3.xml><?xml version="1.0" encoding="utf-8"?>
<ds:datastoreItem xmlns:ds="http://schemas.openxmlformats.org/officeDocument/2006/customXml" ds:itemID="{E79280EF-A390-455D-AF10-D304684D8490}"/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1471</Words>
  <Application>Microsoft Office PowerPoint</Application>
  <PresentationFormat>Widescreen</PresentationFormat>
  <Paragraphs>531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Dynamic programing for sequence alignment  Needleman &amp; Wunsch algorithm</vt:lpstr>
      <vt:lpstr>Dynamic programming</vt:lpstr>
      <vt:lpstr>PowerPoint Presentation</vt:lpstr>
      <vt:lpstr>PowerPoint Presentation</vt:lpstr>
      <vt:lpstr>Scoring scheme</vt:lpstr>
      <vt:lpstr>PowerPoint Presentation</vt:lpstr>
      <vt:lpstr>Global vs. Local alignment</vt:lpstr>
      <vt:lpstr>Needleman &amp; Wunsch algorithm</vt:lpstr>
      <vt:lpstr>Step 1: Initialize table T</vt:lpstr>
      <vt:lpstr>Step 1: Initialize table T</vt:lpstr>
      <vt:lpstr>Step 1: Initialize table T</vt:lpstr>
      <vt:lpstr>Step 1: Initialize table 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programing for sequence alignment  Needleman &amp; Wunsch algorithm</dc:title>
  <dc:creator>Hassaan Mehboob Awan</dc:creator>
  <cp:lastModifiedBy>hassaan awan</cp:lastModifiedBy>
  <cp:revision>6</cp:revision>
  <dcterms:created xsi:type="dcterms:W3CDTF">2020-10-26T06:13:29Z</dcterms:created>
  <dcterms:modified xsi:type="dcterms:W3CDTF">2023-03-13T07:43:42Z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0x010100F9885D919DB99A4B9F7C3E2BF41598A2</vt:lpwstr>
  </property>
</Properties>
</file>